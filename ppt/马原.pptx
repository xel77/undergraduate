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1.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9" r:id="rId2"/>
    <p:sldId id="262" r:id="rId3"/>
    <p:sldId id="311" r:id="rId4"/>
    <p:sldId id="312" r:id="rId5"/>
    <p:sldId id="265" r:id="rId6"/>
    <p:sldId id="313" r:id="rId7"/>
    <p:sldId id="318" r:id="rId8"/>
    <p:sldId id="319" r:id="rId9"/>
    <p:sldId id="329" r:id="rId10"/>
    <p:sldId id="330" r:id="rId11"/>
    <p:sldId id="331" r:id="rId12"/>
    <p:sldId id="321" r:id="rId13"/>
    <p:sldId id="323" r:id="rId14"/>
    <p:sldId id="325" r:id="rId15"/>
    <p:sldId id="328" r:id="rId16"/>
    <p:sldId id="326" r:id="rId17"/>
    <p:sldId id="327" r:id="rId18"/>
    <p:sldId id="280" r:id="rId19"/>
    <p:sldId id="335" r:id="rId20"/>
    <p:sldId id="337" r:id="rId21"/>
    <p:sldId id="340" r:id="rId22"/>
    <p:sldId id="292" r:id="rId23"/>
    <p:sldId id="339" r:id="rId24"/>
    <p:sldId id="332" r:id="rId25"/>
    <p:sldId id="341" r:id="rId26"/>
    <p:sldId id="343" r:id="rId27"/>
    <p:sldId id="345" r:id="rId28"/>
    <p:sldId id="295" r:id="rId29"/>
    <p:sldId id="344" r:id="rId30"/>
    <p:sldId id="333" r:id="rId31"/>
    <p:sldId id="346" r:id="rId32"/>
    <p:sldId id="348" r:id="rId33"/>
    <p:sldId id="350" r:id="rId34"/>
    <p:sldId id="349" r:id="rId35"/>
    <p:sldId id="353" r:id="rId36"/>
    <p:sldId id="354" r:id="rId37"/>
    <p:sldId id="334" r:id="rId38"/>
    <p:sldId id="355" r:id="rId39"/>
    <p:sldId id="356" r:id="rId40"/>
  </p:sldIdLst>
  <p:sldSz cx="12192000" cy="6858000"/>
  <p:notesSz cx="6858000" cy="9144000"/>
  <p:custDataLst>
    <p:tags r:id="rId4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52" autoAdjust="0"/>
    <p:restoredTop sz="16165" autoAdjust="0"/>
  </p:normalViewPr>
  <p:slideViewPr>
    <p:cSldViewPr>
      <p:cViewPr>
        <p:scale>
          <a:sx n="50" d="100"/>
          <a:sy n="50" d="100"/>
        </p:scale>
        <p:origin x="1772" y="1444"/>
      </p:cViewPr>
      <p:guideLst/>
    </p:cSldViewPr>
  </p:slideViewPr>
  <p:outlineViewPr>
    <p:cViewPr>
      <p:scale>
        <a:sx n="33" d="100"/>
        <a:sy n="33" d="100"/>
      </p:scale>
      <p:origin x="0" y="-2584"/>
    </p:cViewPr>
  </p:outlineViewPr>
  <p:notesTextViewPr>
    <p:cViewPr>
      <p:scale>
        <a:sx n="1" d="1"/>
        <a:sy n="1" d="1"/>
      </p:scale>
      <p:origin x="0" y="0"/>
    </p:cViewPr>
  </p:notesTextViewPr>
  <p:sorterViewPr>
    <p:cViewPr>
      <p:scale>
        <a:sx n="100" d="100"/>
        <a:sy n="100" d="100"/>
      </p:scale>
      <p:origin x="0" y="-8956"/>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01DE72-1CC9-4883-8F64-F1A775A16202}" type="datetimeFigureOut">
              <a:rPr lang="zh-CN" altLang="en-US" smtClean="0"/>
              <a:t>2023/11/17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4188F3-69D3-4061-9271-EC28C4778B5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ct val="0"/>
              </a:spcBef>
              <a:spcAft>
                <a:spcPct val="0"/>
              </a:spcAft>
              <a:buClrTx/>
              <a:buSzTx/>
              <a:buFontTx/>
              <a:buNone/>
              <a:tabLst/>
              <a:defRPr/>
            </a:pPr>
            <a:fld id="{F1CB8912-F0BA-4AD8-8415-DA1F26BCB09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Arial"/>
              </a:rPr>
              <a:pPr marL="0" marR="0" lvl="0" indent="0" algn="r" defTabSz="457200" rtl="0" eaLnBrk="1" fontAlgn="auto" latinLnBrk="0" hangingPunct="1">
                <a:lnSpc>
                  <a:spcPct val="100000"/>
                </a:lnSpc>
                <a:spcBef>
                  <a:spcPct val="0"/>
                </a:spcBef>
                <a:spcAft>
                  <a:spcPct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ct val="0"/>
              </a:spcBef>
              <a:spcAft>
                <a:spcPct val="0"/>
              </a:spcAft>
              <a:buClrTx/>
              <a:buSzTx/>
              <a:buFontTx/>
              <a:buNone/>
              <a:tabLst/>
              <a:defRPr/>
            </a:pPr>
            <a:fld id="{F1CB8912-F0BA-4AD8-8415-DA1F26BCB09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Arial"/>
              </a:rPr>
              <a:pPr marL="0" marR="0" lvl="0" indent="0" algn="r" defTabSz="457200" rtl="0" eaLnBrk="1" fontAlgn="auto" latinLnBrk="0" hangingPunct="1">
                <a:lnSpc>
                  <a:spcPct val="100000"/>
                </a:lnSpc>
                <a:spcBef>
                  <a:spcPct val="0"/>
                </a:spcBef>
                <a:spcAft>
                  <a:spcPct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F4188F3-69D3-4061-9271-EC28C4778B56}" type="slidenum">
              <a:rPr lang="zh-CN" altLang="en-US" smtClean="0"/>
              <a:t>32</a:t>
            </a:fld>
            <a:endParaRPr lang="zh-CN" altLang="en-US"/>
          </a:p>
        </p:txBody>
      </p:sp>
    </p:spTree>
    <p:extLst>
      <p:ext uri="{BB962C8B-B14F-4D97-AF65-F5344CB8AC3E}">
        <p14:creationId xmlns:p14="http://schemas.microsoft.com/office/powerpoint/2010/main" val="2800048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Click to edit Master title style</a:t>
            </a:r>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p>
            <a:fld id="{30B8B66B-A049-480C-8023-E44974B91A5E}" type="datetimeFigureOut">
              <a:rPr lang="en-US" smtClean="0"/>
              <a:t>11/17/2023</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DAD082C5-4DF9-4F48-91FC-DC069F6C870E}" type="datetimeFigureOut">
              <a:rPr lang="en-US" smtClean="0"/>
              <a:t>11/17/2023</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p>
            <a:fld id="{C893F6C0-6421-4DBB-9AB3-C373F1BD6B87}" type="datetimeFigureOut">
              <a:rPr lang="en-US" smtClean="0"/>
              <a:t>11/17/2023</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p>
            <a:fld id="{B04AEF6C-727D-4C70-B11E-6EDCB96AAA68}" type="datetimeFigureOut">
              <a:rPr lang="en-US" smtClean="0"/>
              <a:t>11/17/2023</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p>
            <a:fld id="{1B4A5594-30B2-4B86-BB38-E8D78C4488DB}" type="datetimeFigureOut">
              <a:rPr lang="en-US" smtClean="0"/>
              <a:t>11/17/2023</a:t>
            </a:fld>
            <a:endParaRPr lang="en-US"/>
          </a:p>
        </p:txBody>
      </p:sp>
      <p:sp>
        <p:nvSpPr>
          <p:cNvPr id="8" name="Footer Placeholder 7"/>
          <p:cNvSpPr>
            <a:spLocks noGrp="1"/>
          </p:cNvSpPr>
          <p:nvPr>
            <p:ph type="ftr" sz="quarter" idx="6"/>
          </p:nvPr>
        </p:nvSpPr>
        <p:spPr/>
        <p:txBody>
          <a:bodyPr/>
          <a:lstStyle/>
          <a:p>
            <a:endParaRPr lang="en-US"/>
          </a:p>
        </p:txBody>
      </p:sp>
      <p:sp>
        <p:nvSpPr>
          <p:cNvPr id="9" name="Slide Number Placeholder 8"/>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
          </p:nvPr>
        </p:nvSpPr>
        <p:spPr/>
        <p:txBody>
          <a:bodyPr/>
          <a:lstStyle/>
          <a:p>
            <a:fld id="{BF33B2FB-0F5B-42A5-B1D3-99A1AE2FA9D9}" type="datetimeFigureOut">
              <a:rPr lang="en-US" smtClean="0"/>
              <a:t>11/17/2023</a:t>
            </a:fld>
            <a:endParaRPr lang="en-US"/>
          </a:p>
        </p:txBody>
      </p:sp>
      <p:sp>
        <p:nvSpPr>
          <p:cNvPr id="4" name="Footer Placeholder 3"/>
          <p:cNvSpPr>
            <a:spLocks noGrp="1"/>
          </p:cNvSpPr>
          <p:nvPr>
            <p:ph type="ftr" sz="quarter" idx="2"/>
          </p:nvPr>
        </p:nvSpPr>
        <p:spPr/>
        <p:txBody>
          <a:bodyPr/>
          <a:lstStyle/>
          <a:p>
            <a:endParaRPr lang="en-US"/>
          </a:p>
        </p:txBody>
      </p:sp>
      <p:sp>
        <p:nvSpPr>
          <p:cNvPr id="5" name="Slide Number Placeholder 4"/>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443BCDEA-F91D-4D54-A353-B7FE3538A18A}" type="datetimeFigureOut">
              <a:rPr lang="en-US" smtClean="0"/>
              <a:t>11/17/2023</a:t>
            </a:fld>
            <a:endParaRPr lang="en-US"/>
          </a:p>
        </p:txBody>
      </p:sp>
      <p:sp>
        <p:nvSpPr>
          <p:cNvPr id="3" name="Footer Placeholder 2"/>
          <p:cNvSpPr>
            <a:spLocks noGrp="1"/>
          </p:cNvSpPr>
          <p:nvPr>
            <p:ph type="ftr" sz="quarter" idx="1"/>
          </p:nvPr>
        </p:nvSpPr>
        <p:spPr/>
        <p:txBody>
          <a:bodyPr/>
          <a:lstStyle/>
          <a:p>
            <a:endParaRPr lang="en-US"/>
          </a:p>
        </p:txBody>
      </p:sp>
      <p:sp>
        <p:nvSpPr>
          <p:cNvPr id="4" name="Slide Number Placeholder 3"/>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9841C517-33CD-4423-BEC7-0A304B1118C5}" type="datetimeFigureOut">
              <a:rPr lang="en-US" smtClean="0"/>
              <a:t>11/17/2023</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BF36567C-33A5-4955-91EC-30338399794B}" type="datetimeFigureOut">
              <a:rPr lang="en-US" smtClean="0"/>
              <a:t>11/17/2023</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7B6C789E-DA1F-4778-9289-54F1B8389C1D}" type="datetimeFigureOut">
              <a:rPr lang="en-US" smtClean="0"/>
              <a:t>11/17/2023</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9AB4E6BE-DF55-4C73-865F-53A189092B9D}" type="datetimeFigureOut">
              <a:rPr lang="en-US" smtClean="0"/>
              <a:t>11/17/2023</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11/17/2023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tags" Target="../tags/tag5.xml"/><Relationship Id="rId7"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10.xml.rels><?xml version="1.0" encoding="UTF-8" standalone="yes"?>
<Relationships xmlns="http://schemas.openxmlformats.org/package/2006/relationships"><Relationship Id="rId3" Type="http://schemas.openxmlformats.org/officeDocument/2006/relationships/tags" Target="../tags/tag11.xml"/><Relationship Id="rId7" Type="http://schemas.openxmlformats.org/officeDocument/2006/relationships/slideLayout" Target="../slideLayouts/slideLayout7.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s>
</file>

<file path=ppt/slides/_rels/slide11.xml.rels><?xml version="1.0" encoding="UTF-8" standalone="yes"?>
<Relationships xmlns="http://schemas.openxmlformats.org/package/2006/relationships"><Relationship Id="rId3" Type="http://schemas.openxmlformats.org/officeDocument/2006/relationships/tags" Target="../tags/tag17.xml"/><Relationship Id="rId7" Type="http://schemas.openxmlformats.org/officeDocument/2006/relationships/slideLayout" Target="../slideLayouts/slideLayout7.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1.xml"/></Relationships>
</file>

<file path=ppt/slides/_rels/slide18.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6.xml"/><Relationship Id="rId1" Type="http://schemas.openxmlformats.org/officeDocument/2006/relationships/tags" Target="../tags/tag25.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8.xml"/><Relationship Id="rId1" Type="http://schemas.openxmlformats.org/officeDocument/2006/relationships/tags" Target="../tags/tag27.xml"/><Relationship Id="rId4" Type="http://schemas.openxmlformats.org/officeDocument/2006/relationships/notesSlide" Target="../notesSlides/notesSlide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0.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5.xml"/><Relationship Id="rId1" Type="http://schemas.openxmlformats.org/officeDocument/2006/relationships/tags" Target="../tags/tag34.xml"/><Relationship Id="rId4" Type="http://schemas.openxmlformats.org/officeDocument/2006/relationships/notesSlide" Target="../notesSlides/notesSlide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6.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7.xml"/></Relationships>
</file>

<file path=ppt/slides/_rels/slide36.xml.rels><?xml version="1.0" encoding="UTF-8" standalone="yes"?>
<Relationships xmlns="http://schemas.openxmlformats.org/package/2006/relationships"><Relationship Id="rId8" Type="http://schemas.openxmlformats.org/officeDocument/2006/relationships/tags" Target="../tags/tag45.xml"/><Relationship Id="rId3" Type="http://schemas.openxmlformats.org/officeDocument/2006/relationships/tags" Target="../tags/tag40.xml"/><Relationship Id="rId7" Type="http://schemas.openxmlformats.org/officeDocument/2006/relationships/tags" Target="../tags/tag44.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9"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4"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9.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Shape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p:nvSpPr>
        <p:spPr>
          <a:xfrm>
            <a:off x="0" y="0"/>
            <a:ext cx="12192000" cy="6858000"/>
          </a:xfrm>
          <a:prstGeom prst="rect">
            <a:avLst/>
          </a:prstGeom>
          <a:gradFill>
            <a:gsLst>
              <a:gs pos="0">
                <a:schemeClr val="bg1">
                  <a:alpha val="0"/>
                  <a:lumMod val="20000"/>
                </a:schemeClr>
              </a:gs>
              <a:gs pos="69000">
                <a:schemeClr val="bg1">
                  <a:alpha val="50000"/>
                  <a:lumMod val="2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panose="020F0502020204030204"/>
                <a:ea typeface="+mn-ea"/>
                <a:cs typeface="+mn-cs"/>
              </a:defRPr>
            </a:lvl1pPr>
            <a:lvl2pPr marL="457200" algn="l" defTabSz="914400" rtl="0" eaLnBrk="1" latinLnBrk="0" hangingPunct="1">
              <a:defRPr sz="1800" kern="1200">
                <a:solidFill>
                  <a:srgbClr val="FFFFFF"/>
                </a:solidFill>
                <a:latin typeface="Calibri" panose="020F0502020204030204"/>
                <a:ea typeface="+mn-ea"/>
                <a:cs typeface="+mn-cs"/>
              </a:defRPr>
            </a:lvl2pPr>
            <a:lvl3pPr marL="914400" algn="l" defTabSz="914400" rtl="0" eaLnBrk="1" latinLnBrk="0" hangingPunct="1">
              <a:defRPr sz="1800" kern="1200">
                <a:solidFill>
                  <a:srgbClr val="FFFFFF"/>
                </a:solidFill>
                <a:latin typeface="Calibri" panose="020F0502020204030204"/>
                <a:ea typeface="+mn-ea"/>
                <a:cs typeface="+mn-cs"/>
              </a:defRPr>
            </a:lvl3pPr>
            <a:lvl4pPr marL="1371600" algn="l" defTabSz="914400" rtl="0" eaLnBrk="1" latinLnBrk="0" hangingPunct="1">
              <a:defRPr sz="1800" kern="1200">
                <a:solidFill>
                  <a:srgbClr val="FFFFFF"/>
                </a:solidFill>
                <a:latin typeface="Calibri" panose="020F0502020204030204"/>
                <a:ea typeface="+mn-ea"/>
                <a:cs typeface="+mn-cs"/>
              </a:defRPr>
            </a:lvl4pPr>
            <a:lvl5pPr marL="1828800" algn="l" defTabSz="914400" rtl="0" eaLnBrk="1" latinLnBrk="0" hangingPunct="1">
              <a:defRPr sz="1800" kern="1200">
                <a:solidFill>
                  <a:srgbClr val="FFFFFF"/>
                </a:solidFill>
                <a:latin typeface="Calibri" panose="020F0502020204030204"/>
                <a:ea typeface="+mn-ea"/>
                <a:cs typeface="+mn-cs"/>
              </a:defRPr>
            </a:lvl5pPr>
            <a:lvl6pPr marL="2286000" algn="l" defTabSz="914400" rtl="0" eaLnBrk="1" latinLnBrk="0" hangingPunct="1">
              <a:defRPr sz="1800" kern="1200">
                <a:solidFill>
                  <a:srgbClr val="FFFFFF"/>
                </a:solidFill>
                <a:latin typeface="Calibri" panose="020F0502020204030204"/>
                <a:ea typeface="+mn-ea"/>
                <a:cs typeface="+mn-cs"/>
              </a:defRPr>
            </a:lvl6pPr>
            <a:lvl7pPr marL="2743200" algn="l" defTabSz="914400" rtl="0" eaLnBrk="1" latinLnBrk="0" hangingPunct="1">
              <a:defRPr sz="1800" kern="1200">
                <a:solidFill>
                  <a:srgbClr val="FFFFFF"/>
                </a:solidFill>
                <a:latin typeface="Calibri" panose="020F0502020204030204"/>
                <a:ea typeface="+mn-ea"/>
                <a:cs typeface="+mn-cs"/>
              </a:defRPr>
            </a:lvl7pPr>
            <a:lvl8pPr marL="3200400" algn="l" defTabSz="914400" rtl="0" eaLnBrk="1" latinLnBrk="0" hangingPunct="1">
              <a:defRPr sz="1800" kern="1200">
                <a:solidFill>
                  <a:srgbClr val="FFFFFF"/>
                </a:solidFill>
                <a:latin typeface="Calibri" panose="020F0502020204030204"/>
                <a:ea typeface="+mn-ea"/>
                <a:cs typeface="+mn-cs"/>
              </a:defRPr>
            </a:lvl8pPr>
            <a:lvl9pPr marL="3657600" algn="l" defTabSz="914400" rtl="0" eaLnBrk="1" latinLnBrk="0" hangingPunct="1">
              <a:defRPr sz="1800" kern="1200">
                <a:solidFill>
                  <a:srgbClr val="FFFFFF"/>
                </a:solidFill>
                <a:latin typeface="Calibri" panose="020F0502020204030204"/>
                <a:ea typeface="+mn-ea"/>
                <a:cs typeface="+mn-cs"/>
              </a:defRPr>
            </a:lvl9pPr>
          </a:lstStyle>
          <a:p>
            <a:pPr algn="ctr"/>
            <a:endParaRPr lang="zh-CN" altLang="en-US"/>
          </a:p>
        </p:txBody>
      </p:sp>
      <p:cxnSp>
        <p:nvCxnSpPr>
          <p:cNvPr id="13" name="直接连接符 12"/>
          <p:cNvCxnSpPr/>
          <p:nvPr/>
        </p:nvCxnSpPr>
        <p:spPr>
          <a:xfrm>
            <a:off x="927703" y="4499753"/>
            <a:ext cx="5318429"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927703" y="1261773"/>
            <a:ext cx="5318429"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1"/>
          <p:cNvSpPr txBox="1"/>
          <p:nvPr/>
        </p:nvSpPr>
        <p:spPr>
          <a:xfrm flipH="1">
            <a:off x="927703" y="3639519"/>
            <a:ext cx="6822926" cy="847674"/>
          </a:xfrm>
          <a:prstGeom prst="rect">
            <a:avLst/>
          </a:prstGeom>
          <a:noFill/>
        </p:spPr>
        <p:txBody>
          <a:bodyPr wrap="square" lIns="0" tIns="0" rIns="0" bIns="0"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a:solidFill>
                  <a:schemeClr val="tx2"/>
                </a:solidFill>
                <a:latin typeface="微软雅黑" panose="020B0503020204020204" pitchFamily="34" charset="-122"/>
                <a:ea typeface="微软雅黑" panose="020B0503020204020204" pitchFamily="34" charset="-122"/>
              </a:rPr>
              <a:t>Understanding and Transforming the World from the Perspective of Ma Yuanke</a:t>
            </a:r>
          </a:p>
        </p:txBody>
      </p:sp>
      <p:sp>
        <p:nvSpPr>
          <p:cNvPr id="16" name="Text2"/>
          <p:cNvSpPr txBox="1"/>
          <p:nvPr/>
        </p:nvSpPr>
        <p:spPr>
          <a:xfrm flipH="1">
            <a:off x="927702" y="1364737"/>
            <a:ext cx="8190171" cy="2171818"/>
          </a:xfrm>
          <a:prstGeom prst="rect">
            <a:avLst/>
          </a:prstGeom>
          <a:noFill/>
        </p:spPr>
        <p:txBody>
          <a:bodyPr wrap="square" lIns="0" tIns="0" rIns="0" bIns="0" rtlCol="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6600" b="1">
                <a:solidFill>
                  <a:schemeClr val="tx2"/>
                </a:solidFill>
                <a:latin typeface="微软雅黑" panose="020B0503020204020204" pitchFamily="34" charset="-122"/>
                <a:ea typeface="微软雅黑" panose="020B0503020204020204" pitchFamily="34" charset="-122"/>
              </a:rPr>
              <a:t>马原课视角下的认识与改造世界</a:t>
            </a:r>
          </a:p>
        </p:txBody>
      </p:sp>
      <p:sp>
        <p:nvSpPr>
          <p:cNvPr id="17" name="Text3"/>
          <p:cNvSpPr txBox="1"/>
          <p:nvPr/>
        </p:nvSpPr>
        <p:spPr>
          <a:xfrm>
            <a:off x="7306294" y="5613651"/>
            <a:ext cx="3890072" cy="387985"/>
          </a:xfrm>
          <a:prstGeom prst="rect">
            <a:avLst/>
          </a:prstGeom>
          <a:noFill/>
        </p:spPr>
        <p:txBody>
          <a:bodyPr wrap="square" lIns="0" tIns="0" rIns="0" bIns="0"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1600" b="1" dirty="0">
                <a:solidFill>
                  <a:schemeClr val="tx2"/>
                </a:solidFill>
                <a:latin typeface="微软雅黑" panose="020B0503020204020204" pitchFamily="34" charset="-122"/>
                <a:ea typeface="微软雅黑" panose="020B0503020204020204" pitchFamily="34" charset="-122"/>
              </a:rPr>
              <a:t>汇报人：</a:t>
            </a:r>
            <a:endParaRPr lang="en-US" altLang="id-ID" sz="1600" b="1" dirty="0">
              <a:solidFill>
                <a:schemeClr val="tx2"/>
              </a:solidFill>
              <a:uFillTx/>
              <a:latin typeface="微软雅黑" panose="020B0503020204020204" pitchFamily="34" charset="-122"/>
              <a:ea typeface="微软雅黑" panose="020B0503020204020204" pitchFamily="34" charset="-122"/>
            </a:endParaRPr>
          </a:p>
        </p:txBody>
      </p:sp>
      <p:sp>
        <p:nvSpPr>
          <p:cNvPr id="18" name="Text4"/>
          <p:cNvSpPr txBox="1"/>
          <p:nvPr>
            <p:custDataLst>
              <p:tags r:id="rId1"/>
            </p:custDataLst>
          </p:nvPr>
        </p:nvSpPr>
        <p:spPr>
          <a:xfrm>
            <a:off x="7306294" y="5957175"/>
            <a:ext cx="3890072" cy="398780"/>
          </a:xfrm>
          <a:prstGeom prst="rect">
            <a:avLst/>
          </a:prstGeom>
          <a:noFill/>
        </p:spPr>
        <p:txBody>
          <a:bodyPr wrap="square" lIns="0" tIns="0" rIns="0" bIns="0"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600">
                <a:solidFill>
                  <a:schemeClr val="tx2"/>
                </a:solidFill>
                <a:effectLst>
                  <a:outerShdw blurRad="76200" dist="38100" dir="2700000" algn="ctr" rotWithShape="0">
                    <a:schemeClr val="accent1">
                      <a:alpha val="0"/>
                    </a:schemeClr>
                  </a:outerShdw>
                </a:effectLst>
                <a:latin typeface="微软雅黑" panose="020B0503020204020204" pitchFamily="34" charset="-122"/>
                <a:ea typeface="微软雅黑" panose="020B0503020204020204" pitchFamily="34" charset="-122"/>
                <a:sym typeface="+mn-ea"/>
              </a:rPr>
              <a:t>2023.11.12</a:t>
            </a:r>
          </a:p>
        </p:txBody>
      </p:sp>
      <p:cxnSp>
        <p:nvCxnSpPr>
          <p:cNvPr id="19" name="直接连接符 18"/>
          <p:cNvCxnSpPr/>
          <p:nvPr/>
        </p:nvCxnSpPr>
        <p:spPr>
          <a:xfrm>
            <a:off x="9859387" y="5467350"/>
            <a:ext cx="133697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Text5"/>
          <p:cNvSpPr txBox="1"/>
          <p:nvPr/>
        </p:nvSpPr>
        <p:spPr>
          <a:xfrm flipH="1">
            <a:off x="9805716" y="122555"/>
            <a:ext cx="2275205" cy="429895"/>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1400">
                <a:solidFill>
                  <a:schemeClr val="tx2"/>
                </a:solidFill>
                <a:latin typeface="微软雅黑" panose="020B0503020204020204" pitchFamily="34" charset="-122"/>
                <a:ea typeface="微软雅黑" panose="020B0503020204020204" pitchFamily="34" charset="-122"/>
                <a:sym typeface="+mn-ea"/>
              </a:rPr>
              <a:t>Logo/Company</a:t>
            </a:r>
            <a:endParaRPr lang="zh-CN" altLang="en-US" sz="1400">
              <a:solidFill>
                <a:schemeClr val="tx2"/>
              </a:solidFill>
              <a:uFillTx/>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40259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panose="020F0502020204030204"/>
                <a:ea typeface="+mn-ea"/>
                <a:cs typeface="+mn-cs"/>
              </a:defRPr>
            </a:lvl1pPr>
            <a:lvl2pPr marL="457200" algn="l" defTabSz="914400" rtl="0" eaLnBrk="1" latinLnBrk="0" hangingPunct="1">
              <a:defRPr sz="1800" kern="1200">
                <a:solidFill>
                  <a:srgbClr val="FFFFFF"/>
                </a:solidFill>
                <a:latin typeface="Calibri" panose="020F0502020204030204"/>
                <a:ea typeface="+mn-ea"/>
                <a:cs typeface="+mn-cs"/>
              </a:defRPr>
            </a:lvl2pPr>
            <a:lvl3pPr marL="914400" algn="l" defTabSz="914400" rtl="0" eaLnBrk="1" latinLnBrk="0" hangingPunct="1">
              <a:defRPr sz="1800" kern="1200">
                <a:solidFill>
                  <a:srgbClr val="FFFFFF"/>
                </a:solidFill>
                <a:latin typeface="Calibri" panose="020F0502020204030204"/>
                <a:ea typeface="+mn-ea"/>
                <a:cs typeface="+mn-cs"/>
              </a:defRPr>
            </a:lvl3pPr>
            <a:lvl4pPr marL="1371600" algn="l" defTabSz="914400" rtl="0" eaLnBrk="1" latinLnBrk="0" hangingPunct="1">
              <a:defRPr sz="1800" kern="1200">
                <a:solidFill>
                  <a:srgbClr val="FFFFFF"/>
                </a:solidFill>
                <a:latin typeface="Calibri" panose="020F0502020204030204"/>
                <a:ea typeface="+mn-ea"/>
                <a:cs typeface="+mn-cs"/>
              </a:defRPr>
            </a:lvl4pPr>
            <a:lvl5pPr marL="1828800" algn="l" defTabSz="914400" rtl="0" eaLnBrk="1" latinLnBrk="0" hangingPunct="1">
              <a:defRPr sz="1800" kern="1200">
                <a:solidFill>
                  <a:srgbClr val="FFFFFF"/>
                </a:solidFill>
                <a:latin typeface="Calibri" panose="020F0502020204030204"/>
                <a:ea typeface="+mn-ea"/>
                <a:cs typeface="+mn-cs"/>
              </a:defRPr>
            </a:lvl5pPr>
            <a:lvl6pPr marL="2286000" algn="l" defTabSz="914400" rtl="0" eaLnBrk="1" latinLnBrk="0" hangingPunct="1">
              <a:defRPr sz="1800" kern="1200">
                <a:solidFill>
                  <a:srgbClr val="FFFFFF"/>
                </a:solidFill>
                <a:latin typeface="Calibri" panose="020F0502020204030204"/>
                <a:ea typeface="+mn-ea"/>
                <a:cs typeface="+mn-cs"/>
              </a:defRPr>
            </a:lvl6pPr>
            <a:lvl7pPr marL="2743200" algn="l" defTabSz="914400" rtl="0" eaLnBrk="1" latinLnBrk="0" hangingPunct="1">
              <a:defRPr sz="1800" kern="1200">
                <a:solidFill>
                  <a:srgbClr val="FFFFFF"/>
                </a:solidFill>
                <a:latin typeface="Calibri" panose="020F0502020204030204"/>
                <a:ea typeface="+mn-ea"/>
                <a:cs typeface="+mn-cs"/>
              </a:defRPr>
            </a:lvl7pPr>
            <a:lvl8pPr marL="3200400" algn="l" defTabSz="914400" rtl="0" eaLnBrk="1" latinLnBrk="0" hangingPunct="1">
              <a:defRPr sz="1800" kern="1200">
                <a:solidFill>
                  <a:srgbClr val="FFFFFF"/>
                </a:solidFill>
                <a:latin typeface="Calibri" panose="020F0502020204030204"/>
                <a:ea typeface="+mn-ea"/>
                <a:cs typeface="+mn-cs"/>
              </a:defRPr>
            </a:lvl8pPr>
            <a:lvl9pPr marL="3657600" algn="l" defTabSz="914400" rtl="0" eaLnBrk="1" latinLnBrk="0" hangingPunct="1">
              <a:defRPr sz="1800" kern="1200">
                <a:solidFill>
                  <a:srgbClr val="FFFFFF"/>
                </a:solidFill>
                <a:latin typeface="Calibri" panose="020F0502020204030204"/>
                <a:ea typeface="+mn-ea"/>
                <a:cs typeface="+mn-cs"/>
              </a:defRPr>
            </a:lvl9pPr>
          </a:lstStyle>
          <a:p>
            <a:pPr algn="ctr"/>
            <a:endParaRPr lang="zh-CN" altLang="en-US"/>
          </a:p>
        </p:txBody>
      </p:sp>
      <p:sp>
        <p:nvSpPr>
          <p:cNvPr id="5" name="圆: 空心 4"/>
          <p:cNvSpPr/>
          <p:nvPr/>
        </p:nvSpPr>
        <p:spPr>
          <a:xfrm rot="10800000">
            <a:off x="2884290" y="4363646"/>
            <a:ext cx="2283219" cy="2283219"/>
          </a:xfrm>
          <a:prstGeom prst="donut">
            <a:avLst>
              <a:gd name="adj" fmla="val 27538"/>
            </a:avLst>
          </a:prstGeom>
          <a:gradFill>
            <a:gsLst>
              <a:gs pos="0">
                <a:schemeClr val="accent1">
                  <a:lumMod val="20000"/>
                  <a:lumOff val="80000"/>
                </a:schemeClr>
              </a:gs>
              <a:gs pos="7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panose="020F0502020204030204"/>
                <a:ea typeface="+mn-ea"/>
                <a:cs typeface="+mn-cs"/>
              </a:defRPr>
            </a:lvl1pPr>
            <a:lvl2pPr marL="457200" algn="l" defTabSz="914400" rtl="0" eaLnBrk="1" latinLnBrk="0" hangingPunct="1">
              <a:defRPr sz="1800" kern="1200">
                <a:solidFill>
                  <a:srgbClr val="FFFFFF"/>
                </a:solidFill>
                <a:latin typeface="Calibri" panose="020F0502020204030204"/>
                <a:ea typeface="+mn-ea"/>
                <a:cs typeface="+mn-cs"/>
              </a:defRPr>
            </a:lvl2pPr>
            <a:lvl3pPr marL="914400" algn="l" defTabSz="914400" rtl="0" eaLnBrk="1" latinLnBrk="0" hangingPunct="1">
              <a:defRPr sz="1800" kern="1200">
                <a:solidFill>
                  <a:srgbClr val="FFFFFF"/>
                </a:solidFill>
                <a:latin typeface="Calibri" panose="020F0502020204030204"/>
                <a:ea typeface="+mn-ea"/>
                <a:cs typeface="+mn-cs"/>
              </a:defRPr>
            </a:lvl3pPr>
            <a:lvl4pPr marL="1371600" algn="l" defTabSz="914400" rtl="0" eaLnBrk="1" latinLnBrk="0" hangingPunct="1">
              <a:defRPr sz="1800" kern="1200">
                <a:solidFill>
                  <a:srgbClr val="FFFFFF"/>
                </a:solidFill>
                <a:latin typeface="Calibri" panose="020F0502020204030204"/>
                <a:ea typeface="+mn-ea"/>
                <a:cs typeface="+mn-cs"/>
              </a:defRPr>
            </a:lvl4pPr>
            <a:lvl5pPr marL="1828800" algn="l" defTabSz="914400" rtl="0" eaLnBrk="1" latinLnBrk="0" hangingPunct="1">
              <a:defRPr sz="1800" kern="1200">
                <a:solidFill>
                  <a:srgbClr val="FFFFFF"/>
                </a:solidFill>
                <a:latin typeface="Calibri" panose="020F0502020204030204"/>
                <a:ea typeface="+mn-ea"/>
                <a:cs typeface="+mn-cs"/>
              </a:defRPr>
            </a:lvl5pPr>
            <a:lvl6pPr marL="2286000" algn="l" defTabSz="914400" rtl="0" eaLnBrk="1" latinLnBrk="0" hangingPunct="1">
              <a:defRPr sz="1800" kern="1200">
                <a:solidFill>
                  <a:srgbClr val="FFFFFF"/>
                </a:solidFill>
                <a:latin typeface="Calibri" panose="020F0502020204030204"/>
                <a:ea typeface="+mn-ea"/>
                <a:cs typeface="+mn-cs"/>
              </a:defRPr>
            </a:lvl6pPr>
            <a:lvl7pPr marL="2743200" algn="l" defTabSz="914400" rtl="0" eaLnBrk="1" latinLnBrk="0" hangingPunct="1">
              <a:defRPr sz="1800" kern="1200">
                <a:solidFill>
                  <a:srgbClr val="FFFFFF"/>
                </a:solidFill>
                <a:latin typeface="Calibri" panose="020F0502020204030204"/>
                <a:ea typeface="+mn-ea"/>
                <a:cs typeface="+mn-cs"/>
              </a:defRPr>
            </a:lvl7pPr>
            <a:lvl8pPr marL="3200400" algn="l" defTabSz="914400" rtl="0" eaLnBrk="1" latinLnBrk="0" hangingPunct="1">
              <a:defRPr sz="1800" kern="1200">
                <a:solidFill>
                  <a:srgbClr val="FFFFFF"/>
                </a:solidFill>
                <a:latin typeface="Calibri" panose="020F0502020204030204"/>
                <a:ea typeface="+mn-ea"/>
                <a:cs typeface="+mn-cs"/>
              </a:defRPr>
            </a:lvl8pPr>
            <a:lvl9pPr marL="3657600" algn="l" defTabSz="914400" rtl="0" eaLnBrk="1" latinLnBrk="0" hangingPunct="1">
              <a:defRPr sz="1800" kern="1200">
                <a:solidFill>
                  <a:srgbClr val="FFFFFF"/>
                </a:solidFill>
                <a:latin typeface="Calibri" panose="020F0502020204030204"/>
                <a:ea typeface="+mn-ea"/>
                <a:cs typeface="+mn-cs"/>
              </a:defRPr>
            </a:lvl9pPr>
          </a:lstStyle>
          <a:p>
            <a:pPr algn="ctr"/>
            <a:endParaRPr lang="zh-CN" altLang="en-US">
              <a:solidFill>
                <a:schemeClr val="tx1"/>
              </a:solidFill>
            </a:endParaRPr>
          </a:p>
        </p:txBody>
      </p:sp>
      <p:sp>
        <p:nvSpPr>
          <p:cNvPr id="6" name="TextBox"/>
          <p:cNvSpPr txBox="1"/>
          <p:nvPr/>
        </p:nvSpPr>
        <p:spPr>
          <a:xfrm>
            <a:off x="469899" y="1210228"/>
            <a:ext cx="2661557" cy="36933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b="1">
                <a:solidFill>
                  <a:schemeClr val="accent1"/>
                </a:solidFill>
                <a:latin typeface="微软雅黑" panose="020B0503020204020204" pitchFamily="34" charset="-122"/>
                <a:ea typeface="微软雅黑" panose="020B0503020204020204" pitchFamily="34" charset="-122"/>
                <a:cs typeface="Arial" panose="020B0604020202020204" pitchFamily="34" charset="0"/>
              </a:rPr>
              <a:t>Contents</a:t>
            </a:r>
            <a:endParaRPr lang="ko-KR" altLang="en-US" b="1">
              <a:solidFill>
                <a:schemeClr val="accent1"/>
              </a:solidFill>
              <a:latin typeface="微软雅黑" panose="020B0503020204020204" pitchFamily="34" charset="-122"/>
              <a:cs typeface="Arial" panose="020B0604020202020204" pitchFamily="34" charset="0"/>
            </a:endParaRPr>
          </a:p>
        </p:txBody>
      </p:sp>
      <p:sp>
        <p:nvSpPr>
          <p:cNvPr id="7" name="TextBox"/>
          <p:cNvSpPr txBox="1"/>
          <p:nvPr/>
        </p:nvSpPr>
        <p:spPr>
          <a:xfrm>
            <a:off x="469899" y="379231"/>
            <a:ext cx="2661557" cy="8309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800" b="1">
                <a:solidFill>
                  <a:schemeClr val="accent1"/>
                </a:solidFill>
                <a:latin typeface="微软雅黑" panose="020B0503020204020204" pitchFamily="34" charset="-122"/>
                <a:ea typeface="微软雅黑" panose="020B0503020204020204" pitchFamily="34" charset="-122"/>
                <a:cs typeface="Arial" panose="020B0604020202020204" pitchFamily="34" charset="0"/>
              </a:rPr>
              <a:t>目录</a:t>
            </a:r>
            <a:endParaRPr lang="ko-KR" altLang="en-US" sz="4800" b="1">
              <a:solidFill>
                <a:schemeClr val="accent1"/>
              </a:solidFill>
              <a:latin typeface="微软雅黑" panose="020B0503020204020204" pitchFamily="34" charset="-122"/>
              <a:cs typeface="Arial" panose="020B0604020202020204" pitchFamily="34" charset="0"/>
            </a:endParaRPr>
          </a:p>
        </p:txBody>
      </p:sp>
      <p:grpSp>
        <p:nvGrpSpPr>
          <p:cNvPr id="8" name="Text4"/>
          <p:cNvGrpSpPr/>
          <p:nvPr/>
        </p:nvGrpSpPr>
        <p:grpSpPr>
          <a:xfrm>
            <a:off x="5725670" y="1044206"/>
            <a:ext cx="5996431" cy="798619"/>
            <a:chOff x="4804784" y="1449588"/>
            <a:chExt cx="5996431" cy="798619"/>
          </a:xfrm>
        </p:grpSpPr>
        <p:sp>
          <p:nvSpPr>
            <p:cNvPr id="9" name="Text1"/>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000">
                  <a:solidFill>
                    <a:schemeClr val="bg2"/>
                  </a:solidFill>
                  <a:latin typeface="微软雅黑" panose="020B0503020204020204" pitchFamily="34" charset="-122"/>
                  <a:ea typeface="微软雅黑" panose="020B0503020204020204" pitchFamily="34" charset="-122"/>
                </a:rPr>
                <a:t>《马克思主义哲学视角下的认识世界》深入剖析了马克思主义哲学对世界观和方法论的科学解读。</a:t>
              </a:r>
            </a:p>
          </p:txBody>
        </p:sp>
        <p:sp>
          <p:nvSpPr>
            <p:cNvPr id="10" name="Text2"/>
            <p:cNvSpPr txBox="1"/>
            <p:nvPr/>
          </p:nvSpPr>
          <p:spPr>
            <a:xfrm>
              <a:off x="5614494" y="1449588"/>
              <a:ext cx="4989681" cy="400110"/>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b="1">
                  <a:latin typeface="微软雅黑" panose="020B0503020204020204" pitchFamily="34" charset="-122"/>
                  <a:ea typeface="微软雅黑" panose="020B0503020204020204" pitchFamily="34" charset="-122"/>
                </a:rPr>
                <a:t>马克思主义哲学视角下的认识世界</a:t>
              </a:r>
            </a:p>
          </p:txBody>
        </p:sp>
        <p:sp>
          <p:nvSpPr>
            <p:cNvPr id="11" name="Text3"/>
            <p:cNvSpPr txBox="1"/>
            <p:nvPr/>
          </p:nvSpPr>
          <p:spPr>
            <a:xfrm>
              <a:off x="4804784" y="1449986"/>
              <a:ext cx="729687" cy="523220"/>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latin typeface="微软雅黑" panose="020B0503020204020204" pitchFamily="34" charset="-122"/>
                  <a:ea typeface="微软雅黑" panose="020B0503020204020204" pitchFamily="34" charset="-122"/>
                </a:rPr>
                <a:t>01.</a:t>
              </a:r>
            </a:p>
          </p:txBody>
        </p:sp>
      </p:grpSp>
      <p:grpSp>
        <p:nvGrpSpPr>
          <p:cNvPr id="12" name="Text8"/>
          <p:cNvGrpSpPr/>
          <p:nvPr/>
        </p:nvGrpSpPr>
        <p:grpSpPr>
          <a:xfrm>
            <a:off x="5725670" y="2078972"/>
            <a:ext cx="5996431" cy="798619"/>
            <a:chOff x="4804784" y="1449588"/>
            <a:chExt cx="5996431" cy="798619"/>
          </a:xfrm>
        </p:grpSpPr>
        <p:sp>
          <p:nvSpPr>
            <p:cNvPr id="13" name="Text5"/>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000">
                  <a:solidFill>
                    <a:schemeClr val="bg2"/>
                  </a:solidFill>
                  <a:latin typeface="微软雅黑" panose="020B0503020204020204" pitchFamily="34" charset="-122"/>
                  <a:ea typeface="微软雅黑" panose="020B0503020204020204" pitchFamily="34" charset="-122"/>
                </a:rPr>
                <a:t>《马克思主义历史唯物主义视角下的改造世界》探讨了如何运用马克思主义理论改变现实社会。</a:t>
              </a:r>
            </a:p>
          </p:txBody>
        </p:sp>
        <p:sp>
          <p:nvSpPr>
            <p:cNvPr id="14" name="Text6"/>
            <p:cNvSpPr txBox="1"/>
            <p:nvPr/>
          </p:nvSpPr>
          <p:spPr>
            <a:xfrm>
              <a:off x="5614494" y="1449588"/>
              <a:ext cx="4989681" cy="400110"/>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b="1">
                  <a:latin typeface="微软雅黑" panose="020B0503020204020204" pitchFamily="34" charset="-122"/>
                  <a:ea typeface="微软雅黑" panose="020B0503020204020204" pitchFamily="34" charset="-122"/>
                </a:rPr>
                <a:t>马克思主义历史唯物主义视角下的改造世界</a:t>
              </a:r>
            </a:p>
          </p:txBody>
        </p:sp>
        <p:sp>
          <p:nvSpPr>
            <p:cNvPr id="15" name="Text7"/>
            <p:cNvSpPr txBox="1"/>
            <p:nvPr/>
          </p:nvSpPr>
          <p:spPr>
            <a:xfrm>
              <a:off x="4804784" y="1449986"/>
              <a:ext cx="729687" cy="523220"/>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latin typeface="微软雅黑" panose="020B0503020204020204" pitchFamily="34" charset="-122"/>
                  <a:ea typeface="微软雅黑" panose="020B0503020204020204" pitchFamily="34" charset="-122"/>
                </a:rPr>
                <a:t>02.</a:t>
              </a:r>
            </a:p>
          </p:txBody>
        </p:sp>
      </p:grpSp>
      <p:grpSp>
        <p:nvGrpSpPr>
          <p:cNvPr id="16" name="Text12"/>
          <p:cNvGrpSpPr/>
          <p:nvPr/>
        </p:nvGrpSpPr>
        <p:grpSpPr>
          <a:xfrm>
            <a:off x="5725670" y="3113738"/>
            <a:ext cx="5996431" cy="798619"/>
            <a:chOff x="4804784" y="1449588"/>
            <a:chExt cx="5996431" cy="798619"/>
          </a:xfrm>
        </p:grpSpPr>
        <p:sp>
          <p:nvSpPr>
            <p:cNvPr id="17" name="Text9"/>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000" dirty="0">
                  <a:solidFill>
                    <a:schemeClr val="bg2"/>
                  </a:solidFill>
                  <a:latin typeface="微软雅黑" panose="020B0503020204020204" pitchFamily="34" charset="-122"/>
                  <a:ea typeface="微软雅黑" panose="020B0503020204020204" pitchFamily="34" charset="-122"/>
                </a:rPr>
                <a:t>《</a:t>
              </a:r>
              <a:r>
                <a:rPr lang="en-US" altLang="ko-KR" sz="1000" dirty="0" err="1">
                  <a:solidFill>
                    <a:schemeClr val="bg2"/>
                  </a:solidFill>
                  <a:latin typeface="微软雅黑" panose="020B0503020204020204" pitchFamily="34" charset="-122"/>
                  <a:ea typeface="微软雅黑" panose="020B0503020204020204" pitchFamily="34" charset="-122"/>
                </a:rPr>
                <a:t>马克思主义政治经济学视角下的认识与改造》深入剖析了经济现象的实质，并提出了创新的发展策略</a:t>
              </a:r>
              <a:r>
                <a:rPr lang="en-US" altLang="ko-KR" sz="1000" dirty="0">
                  <a:solidFill>
                    <a:schemeClr val="bg2"/>
                  </a:solidFill>
                  <a:latin typeface="微软雅黑" panose="020B0503020204020204" pitchFamily="34" charset="-122"/>
                  <a:ea typeface="微软雅黑" panose="020B0503020204020204" pitchFamily="34" charset="-122"/>
                </a:rPr>
                <a:t>。</a:t>
              </a:r>
            </a:p>
          </p:txBody>
        </p:sp>
        <p:sp>
          <p:nvSpPr>
            <p:cNvPr id="18" name="Text10"/>
            <p:cNvSpPr txBox="1"/>
            <p:nvPr/>
          </p:nvSpPr>
          <p:spPr>
            <a:xfrm>
              <a:off x="5614494" y="1449588"/>
              <a:ext cx="4989681" cy="400110"/>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b="1" dirty="0" err="1">
                  <a:latin typeface="微软雅黑" panose="020B0503020204020204" pitchFamily="34" charset="-122"/>
                  <a:ea typeface="微软雅黑" panose="020B0503020204020204" pitchFamily="34" charset="-122"/>
                </a:rPr>
                <a:t>马克思主义政治经济学视角下的认识与改造</a:t>
              </a:r>
              <a:endParaRPr lang="en-US" altLang="ko-KR" b="1" dirty="0">
                <a:latin typeface="微软雅黑" panose="020B0503020204020204" pitchFamily="34" charset="-122"/>
                <a:ea typeface="微软雅黑" panose="020B0503020204020204" pitchFamily="34" charset="-122"/>
              </a:endParaRPr>
            </a:p>
          </p:txBody>
        </p:sp>
        <p:sp>
          <p:nvSpPr>
            <p:cNvPr id="19" name="Text11"/>
            <p:cNvSpPr txBox="1"/>
            <p:nvPr/>
          </p:nvSpPr>
          <p:spPr>
            <a:xfrm>
              <a:off x="4804784" y="1449986"/>
              <a:ext cx="729687" cy="523220"/>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latin typeface="微软雅黑" panose="020B0503020204020204" pitchFamily="34" charset="-122"/>
                  <a:ea typeface="微软雅黑" panose="020B0503020204020204" pitchFamily="34" charset="-122"/>
                </a:rPr>
                <a:t>03.</a:t>
              </a:r>
            </a:p>
          </p:txBody>
        </p:sp>
      </p:grpSp>
      <p:grpSp>
        <p:nvGrpSpPr>
          <p:cNvPr id="20" name="Text16"/>
          <p:cNvGrpSpPr/>
          <p:nvPr/>
        </p:nvGrpSpPr>
        <p:grpSpPr>
          <a:xfrm>
            <a:off x="5725670" y="4148505"/>
            <a:ext cx="5996431" cy="798619"/>
            <a:chOff x="4804784" y="1449588"/>
            <a:chExt cx="5996431" cy="798619"/>
          </a:xfrm>
        </p:grpSpPr>
        <p:sp>
          <p:nvSpPr>
            <p:cNvPr id="21" name="Text13"/>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000">
                  <a:solidFill>
                    <a:schemeClr val="bg2"/>
                  </a:solidFill>
                  <a:latin typeface="微软雅黑" panose="020B0503020204020204" pitchFamily="34" charset="-122"/>
                  <a:ea typeface="微软雅黑" panose="020B0503020204020204" pitchFamily="34" charset="-122"/>
                </a:rPr>
                <a:t>《马克思主义科学社会主义视角下的世界认知与改造》深入探讨了马克思主义理论在解读和改造世界中的科学性和指导性。</a:t>
              </a:r>
            </a:p>
          </p:txBody>
        </p:sp>
        <p:sp>
          <p:nvSpPr>
            <p:cNvPr id="22" name="Text14"/>
            <p:cNvSpPr txBox="1"/>
            <p:nvPr/>
          </p:nvSpPr>
          <p:spPr>
            <a:xfrm>
              <a:off x="5614494" y="1449588"/>
              <a:ext cx="4989681" cy="400110"/>
            </a:xfrm>
            <a:prstGeom prst="rect">
              <a:avLst/>
            </a:prstGeom>
          </p:spPr>
          <p:txBody>
            <a:bodyPr wrap="square">
              <a:normAutofit fontScale="95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b="1">
                  <a:latin typeface="微软雅黑" panose="020B0503020204020204" pitchFamily="34" charset="-122"/>
                  <a:ea typeface="微软雅黑" panose="020B0503020204020204" pitchFamily="34" charset="-122"/>
                </a:rPr>
                <a:t>马克思主义科学社会主义视角下的世界认知与改造</a:t>
              </a:r>
            </a:p>
          </p:txBody>
        </p:sp>
        <p:sp>
          <p:nvSpPr>
            <p:cNvPr id="23" name="Text15"/>
            <p:cNvSpPr txBox="1"/>
            <p:nvPr/>
          </p:nvSpPr>
          <p:spPr>
            <a:xfrm>
              <a:off x="4804784" y="1449986"/>
              <a:ext cx="729687" cy="523220"/>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latin typeface="微软雅黑" panose="020B0503020204020204" pitchFamily="34" charset="-122"/>
                  <a:ea typeface="微软雅黑" panose="020B0503020204020204" pitchFamily="34" charset="-122"/>
                </a:rPr>
                <a:t>04.</a:t>
              </a:r>
            </a:p>
          </p:txBody>
        </p:sp>
      </p:grpSp>
      <p:grpSp>
        <p:nvGrpSpPr>
          <p:cNvPr id="24" name="Text20"/>
          <p:cNvGrpSpPr/>
          <p:nvPr/>
        </p:nvGrpSpPr>
        <p:grpSpPr>
          <a:xfrm>
            <a:off x="5725670" y="5183271"/>
            <a:ext cx="5996431" cy="798619"/>
            <a:chOff x="4804784" y="1449588"/>
            <a:chExt cx="5996431" cy="798619"/>
          </a:xfrm>
        </p:grpSpPr>
        <p:sp>
          <p:nvSpPr>
            <p:cNvPr id="25" name="Text17"/>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000">
                  <a:solidFill>
                    <a:schemeClr val="bg2"/>
                  </a:solidFill>
                  <a:latin typeface="微软雅黑" panose="020B0503020204020204" pitchFamily="34" charset="-122"/>
                  <a:ea typeface="微软雅黑" panose="020B0503020204020204" pitchFamily="34" charset="-122"/>
                </a:rPr>
                <a:t>从马克思主义的实践观视角出发，探讨人类认识世界和改造世界的深刻原理。</a:t>
              </a:r>
            </a:p>
          </p:txBody>
        </p:sp>
        <p:sp>
          <p:nvSpPr>
            <p:cNvPr id="26" name="Text18"/>
            <p:cNvSpPr txBox="1"/>
            <p:nvPr/>
          </p:nvSpPr>
          <p:spPr>
            <a:xfrm>
              <a:off x="5614494" y="1449588"/>
              <a:ext cx="4989681" cy="400110"/>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b="1">
                  <a:latin typeface="微软雅黑" panose="020B0503020204020204" pitchFamily="34" charset="-122"/>
                  <a:ea typeface="微软雅黑" panose="020B0503020204020204" pitchFamily="34" charset="-122"/>
                </a:rPr>
                <a:t>马克思主义的实践观视角下的认识与改造</a:t>
              </a:r>
            </a:p>
          </p:txBody>
        </p:sp>
        <p:sp>
          <p:nvSpPr>
            <p:cNvPr id="27" name="Text19"/>
            <p:cNvSpPr txBox="1"/>
            <p:nvPr/>
          </p:nvSpPr>
          <p:spPr>
            <a:xfrm>
              <a:off x="4804784" y="1449986"/>
              <a:ext cx="729687" cy="523220"/>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latin typeface="微软雅黑" panose="020B0503020204020204" pitchFamily="34" charset="-122"/>
                  <a:ea typeface="微软雅黑" panose="020B0503020204020204" pitchFamily="34" charset="-122"/>
                </a:rPr>
                <a:t>05.</a:t>
              </a:r>
            </a:p>
          </p:txBody>
        </p:sp>
      </p:gr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40259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panose="020F0502020204030204"/>
                <a:ea typeface="+mn-ea"/>
                <a:cs typeface="+mn-cs"/>
              </a:defRPr>
            </a:lvl1pPr>
            <a:lvl2pPr marL="457200" algn="l" defTabSz="914400" rtl="0" eaLnBrk="1" latinLnBrk="0" hangingPunct="1">
              <a:defRPr sz="1800" kern="1200">
                <a:solidFill>
                  <a:srgbClr val="FFFFFF"/>
                </a:solidFill>
                <a:latin typeface="Calibri" panose="020F0502020204030204"/>
                <a:ea typeface="+mn-ea"/>
                <a:cs typeface="+mn-cs"/>
              </a:defRPr>
            </a:lvl2pPr>
            <a:lvl3pPr marL="914400" algn="l" defTabSz="914400" rtl="0" eaLnBrk="1" latinLnBrk="0" hangingPunct="1">
              <a:defRPr sz="1800" kern="1200">
                <a:solidFill>
                  <a:srgbClr val="FFFFFF"/>
                </a:solidFill>
                <a:latin typeface="Calibri" panose="020F0502020204030204"/>
                <a:ea typeface="+mn-ea"/>
                <a:cs typeface="+mn-cs"/>
              </a:defRPr>
            </a:lvl3pPr>
            <a:lvl4pPr marL="1371600" algn="l" defTabSz="914400" rtl="0" eaLnBrk="1" latinLnBrk="0" hangingPunct="1">
              <a:defRPr sz="1800" kern="1200">
                <a:solidFill>
                  <a:srgbClr val="FFFFFF"/>
                </a:solidFill>
                <a:latin typeface="Calibri" panose="020F0502020204030204"/>
                <a:ea typeface="+mn-ea"/>
                <a:cs typeface="+mn-cs"/>
              </a:defRPr>
            </a:lvl4pPr>
            <a:lvl5pPr marL="1828800" algn="l" defTabSz="914400" rtl="0" eaLnBrk="1" latinLnBrk="0" hangingPunct="1">
              <a:defRPr sz="1800" kern="1200">
                <a:solidFill>
                  <a:srgbClr val="FFFFFF"/>
                </a:solidFill>
                <a:latin typeface="Calibri" panose="020F0502020204030204"/>
                <a:ea typeface="+mn-ea"/>
                <a:cs typeface="+mn-cs"/>
              </a:defRPr>
            </a:lvl5pPr>
            <a:lvl6pPr marL="2286000" algn="l" defTabSz="914400" rtl="0" eaLnBrk="1" latinLnBrk="0" hangingPunct="1">
              <a:defRPr sz="1800" kern="1200">
                <a:solidFill>
                  <a:srgbClr val="FFFFFF"/>
                </a:solidFill>
                <a:latin typeface="Calibri" panose="020F0502020204030204"/>
                <a:ea typeface="+mn-ea"/>
                <a:cs typeface="+mn-cs"/>
              </a:defRPr>
            </a:lvl6pPr>
            <a:lvl7pPr marL="2743200" algn="l" defTabSz="914400" rtl="0" eaLnBrk="1" latinLnBrk="0" hangingPunct="1">
              <a:defRPr sz="1800" kern="1200">
                <a:solidFill>
                  <a:srgbClr val="FFFFFF"/>
                </a:solidFill>
                <a:latin typeface="Calibri" panose="020F0502020204030204"/>
                <a:ea typeface="+mn-ea"/>
                <a:cs typeface="+mn-cs"/>
              </a:defRPr>
            </a:lvl7pPr>
            <a:lvl8pPr marL="3200400" algn="l" defTabSz="914400" rtl="0" eaLnBrk="1" latinLnBrk="0" hangingPunct="1">
              <a:defRPr sz="1800" kern="1200">
                <a:solidFill>
                  <a:srgbClr val="FFFFFF"/>
                </a:solidFill>
                <a:latin typeface="Calibri" panose="020F0502020204030204"/>
                <a:ea typeface="+mn-ea"/>
                <a:cs typeface="+mn-cs"/>
              </a:defRPr>
            </a:lvl8pPr>
            <a:lvl9pPr marL="3657600" algn="l" defTabSz="914400" rtl="0" eaLnBrk="1" latinLnBrk="0" hangingPunct="1">
              <a:defRPr sz="1800" kern="1200">
                <a:solidFill>
                  <a:srgbClr val="FFFFFF"/>
                </a:solidFill>
                <a:latin typeface="Calibri" panose="020F0502020204030204"/>
                <a:ea typeface="+mn-ea"/>
                <a:cs typeface="+mn-cs"/>
              </a:defRPr>
            </a:lvl9pPr>
          </a:lstStyle>
          <a:p>
            <a:pPr algn="ctr"/>
            <a:endParaRPr lang="zh-CN" altLang="en-US"/>
          </a:p>
        </p:txBody>
      </p:sp>
      <p:sp>
        <p:nvSpPr>
          <p:cNvPr id="5" name="圆: 空心 4"/>
          <p:cNvSpPr/>
          <p:nvPr/>
        </p:nvSpPr>
        <p:spPr>
          <a:xfrm rot="10800000">
            <a:off x="-5259162" y="-1140007"/>
            <a:ext cx="9307710" cy="9307710"/>
          </a:xfrm>
          <a:prstGeom prst="donut">
            <a:avLst>
              <a:gd name="adj" fmla="val 27538"/>
            </a:avLst>
          </a:prstGeom>
          <a:gradFill>
            <a:gsLst>
              <a:gs pos="0">
                <a:schemeClr val="accent1">
                  <a:lumMod val="20000"/>
                  <a:lumOff val="80000"/>
                </a:schemeClr>
              </a:gs>
              <a:gs pos="7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panose="020F0502020204030204"/>
                <a:ea typeface="+mn-ea"/>
                <a:cs typeface="+mn-cs"/>
              </a:defRPr>
            </a:lvl1pPr>
            <a:lvl2pPr marL="457200" algn="l" defTabSz="914400" rtl="0" eaLnBrk="1" latinLnBrk="0" hangingPunct="1">
              <a:defRPr sz="1800" kern="1200">
                <a:solidFill>
                  <a:srgbClr val="FFFFFF"/>
                </a:solidFill>
                <a:latin typeface="Calibri" panose="020F0502020204030204"/>
                <a:ea typeface="+mn-ea"/>
                <a:cs typeface="+mn-cs"/>
              </a:defRPr>
            </a:lvl2pPr>
            <a:lvl3pPr marL="914400" algn="l" defTabSz="914400" rtl="0" eaLnBrk="1" latinLnBrk="0" hangingPunct="1">
              <a:defRPr sz="1800" kern="1200">
                <a:solidFill>
                  <a:srgbClr val="FFFFFF"/>
                </a:solidFill>
                <a:latin typeface="Calibri" panose="020F0502020204030204"/>
                <a:ea typeface="+mn-ea"/>
                <a:cs typeface="+mn-cs"/>
              </a:defRPr>
            </a:lvl3pPr>
            <a:lvl4pPr marL="1371600" algn="l" defTabSz="914400" rtl="0" eaLnBrk="1" latinLnBrk="0" hangingPunct="1">
              <a:defRPr sz="1800" kern="1200">
                <a:solidFill>
                  <a:srgbClr val="FFFFFF"/>
                </a:solidFill>
                <a:latin typeface="Calibri" panose="020F0502020204030204"/>
                <a:ea typeface="+mn-ea"/>
                <a:cs typeface="+mn-cs"/>
              </a:defRPr>
            </a:lvl4pPr>
            <a:lvl5pPr marL="1828800" algn="l" defTabSz="914400" rtl="0" eaLnBrk="1" latinLnBrk="0" hangingPunct="1">
              <a:defRPr sz="1800" kern="1200">
                <a:solidFill>
                  <a:srgbClr val="FFFFFF"/>
                </a:solidFill>
                <a:latin typeface="Calibri" panose="020F0502020204030204"/>
                <a:ea typeface="+mn-ea"/>
                <a:cs typeface="+mn-cs"/>
              </a:defRPr>
            </a:lvl5pPr>
            <a:lvl6pPr marL="2286000" algn="l" defTabSz="914400" rtl="0" eaLnBrk="1" latinLnBrk="0" hangingPunct="1">
              <a:defRPr sz="1800" kern="1200">
                <a:solidFill>
                  <a:srgbClr val="FFFFFF"/>
                </a:solidFill>
                <a:latin typeface="Calibri" panose="020F0502020204030204"/>
                <a:ea typeface="+mn-ea"/>
                <a:cs typeface="+mn-cs"/>
              </a:defRPr>
            </a:lvl6pPr>
            <a:lvl7pPr marL="2743200" algn="l" defTabSz="914400" rtl="0" eaLnBrk="1" latinLnBrk="0" hangingPunct="1">
              <a:defRPr sz="1800" kern="1200">
                <a:solidFill>
                  <a:srgbClr val="FFFFFF"/>
                </a:solidFill>
                <a:latin typeface="Calibri" panose="020F0502020204030204"/>
                <a:ea typeface="+mn-ea"/>
                <a:cs typeface="+mn-cs"/>
              </a:defRPr>
            </a:lvl7pPr>
            <a:lvl8pPr marL="3200400" algn="l" defTabSz="914400" rtl="0" eaLnBrk="1" latinLnBrk="0" hangingPunct="1">
              <a:defRPr sz="1800" kern="1200">
                <a:solidFill>
                  <a:srgbClr val="FFFFFF"/>
                </a:solidFill>
                <a:latin typeface="Calibri" panose="020F0502020204030204"/>
                <a:ea typeface="+mn-ea"/>
                <a:cs typeface="+mn-cs"/>
              </a:defRPr>
            </a:lvl8pPr>
            <a:lvl9pPr marL="3657600" algn="l" defTabSz="914400" rtl="0" eaLnBrk="1" latinLnBrk="0" hangingPunct="1">
              <a:defRPr sz="1800" kern="1200">
                <a:solidFill>
                  <a:srgbClr val="FFFFFF"/>
                </a:solidFill>
                <a:latin typeface="Calibri" panose="020F0502020204030204"/>
                <a:ea typeface="+mn-ea"/>
                <a:cs typeface="+mn-cs"/>
              </a:defRPr>
            </a:lvl9pPr>
          </a:lstStyle>
          <a:p>
            <a:pPr algn="ctr"/>
            <a:endParaRPr lang="zh-CN" altLang="en-US">
              <a:solidFill>
                <a:schemeClr val="tx1"/>
              </a:solidFill>
            </a:endParaRPr>
          </a:p>
        </p:txBody>
      </p:sp>
      <p:grpSp>
        <p:nvGrpSpPr>
          <p:cNvPr id="8" name="Text4"/>
          <p:cNvGrpSpPr/>
          <p:nvPr/>
        </p:nvGrpSpPr>
        <p:grpSpPr>
          <a:xfrm>
            <a:off x="5725670" y="1044206"/>
            <a:ext cx="5996431" cy="798619"/>
            <a:chOff x="4804784" y="1449588"/>
            <a:chExt cx="5996431" cy="798619"/>
          </a:xfrm>
        </p:grpSpPr>
        <p:sp>
          <p:nvSpPr>
            <p:cNvPr id="9" name="Text1"/>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000" dirty="0">
                  <a:solidFill>
                    <a:schemeClr val="bg2"/>
                  </a:solidFill>
                  <a:latin typeface="微软雅黑" panose="020B0503020204020204" pitchFamily="34" charset="-122"/>
                  <a:ea typeface="微软雅黑" panose="020B0503020204020204" pitchFamily="34" charset="-122"/>
                </a:rPr>
                <a:t>《</a:t>
              </a:r>
              <a:r>
                <a:rPr lang="en-US" altLang="ko-KR" sz="1000" dirty="0" err="1">
                  <a:solidFill>
                    <a:schemeClr val="bg2"/>
                  </a:solidFill>
                  <a:latin typeface="微软雅黑" panose="020B0503020204020204" pitchFamily="34" charset="-122"/>
                  <a:ea typeface="微软雅黑" panose="020B0503020204020204" pitchFamily="34" charset="-122"/>
                </a:rPr>
                <a:t>马克思主义哲学视角下的认识世界》深入剖析了马克思主义哲学对世界观和方法论的科学解读</a:t>
              </a:r>
              <a:r>
                <a:rPr lang="en-US" altLang="ko-KR" sz="1000" dirty="0">
                  <a:solidFill>
                    <a:schemeClr val="bg2"/>
                  </a:solidFill>
                  <a:latin typeface="微软雅黑" panose="020B0503020204020204" pitchFamily="34" charset="-122"/>
                  <a:ea typeface="微软雅黑" panose="020B0503020204020204" pitchFamily="34" charset="-122"/>
                </a:rPr>
                <a:t>。</a:t>
              </a:r>
            </a:p>
          </p:txBody>
        </p:sp>
        <p:sp>
          <p:nvSpPr>
            <p:cNvPr id="10" name="Text2"/>
            <p:cNvSpPr txBox="1"/>
            <p:nvPr/>
          </p:nvSpPr>
          <p:spPr>
            <a:xfrm>
              <a:off x="5614494" y="1449588"/>
              <a:ext cx="4989681" cy="400110"/>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b="1" dirty="0" err="1">
                  <a:latin typeface="微软雅黑" panose="020B0503020204020204" pitchFamily="34" charset="-122"/>
                  <a:ea typeface="微软雅黑" panose="020B0503020204020204" pitchFamily="34" charset="-122"/>
                </a:rPr>
                <a:t>马克思主义哲学视角下的认识世界</a:t>
              </a:r>
              <a:endParaRPr lang="en-US" altLang="ko-KR" b="1" dirty="0">
                <a:latin typeface="微软雅黑" panose="020B0503020204020204" pitchFamily="34" charset="-122"/>
                <a:ea typeface="微软雅黑" panose="020B0503020204020204" pitchFamily="34" charset="-122"/>
              </a:endParaRPr>
            </a:p>
          </p:txBody>
        </p:sp>
        <p:sp>
          <p:nvSpPr>
            <p:cNvPr id="11" name="Text3"/>
            <p:cNvSpPr txBox="1"/>
            <p:nvPr/>
          </p:nvSpPr>
          <p:spPr>
            <a:xfrm>
              <a:off x="4804784" y="1449986"/>
              <a:ext cx="729687" cy="523220"/>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latin typeface="微软雅黑" panose="020B0503020204020204" pitchFamily="34" charset="-122"/>
                  <a:ea typeface="微软雅黑" panose="020B0503020204020204" pitchFamily="34" charset="-122"/>
                </a:rPr>
                <a:t>01.</a:t>
              </a:r>
            </a:p>
          </p:txBody>
        </p:sp>
      </p:grpSp>
      <p:grpSp>
        <p:nvGrpSpPr>
          <p:cNvPr id="12" name="Text8"/>
          <p:cNvGrpSpPr/>
          <p:nvPr/>
        </p:nvGrpSpPr>
        <p:grpSpPr>
          <a:xfrm>
            <a:off x="5725670" y="2078972"/>
            <a:ext cx="5996431" cy="798619"/>
            <a:chOff x="4804784" y="1449588"/>
            <a:chExt cx="5996431" cy="798619"/>
          </a:xfrm>
        </p:grpSpPr>
        <p:sp>
          <p:nvSpPr>
            <p:cNvPr id="13" name="Text5"/>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000" dirty="0">
                  <a:solidFill>
                    <a:schemeClr val="bg2"/>
                  </a:solidFill>
                  <a:latin typeface="微软雅黑" panose="020B0503020204020204" pitchFamily="34" charset="-122"/>
                  <a:ea typeface="微软雅黑" panose="020B0503020204020204" pitchFamily="34" charset="-122"/>
                </a:rPr>
                <a:t>《</a:t>
              </a:r>
              <a:r>
                <a:rPr lang="en-US" altLang="ko-KR" sz="1000" dirty="0" err="1">
                  <a:solidFill>
                    <a:schemeClr val="bg2"/>
                  </a:solidFill>
                  <a:latin typeface="微软雅黑" panose="020B0503020204020204" pitchFamily="34" charset="-122"/>
                  <a:ea typeface="微软雅黑" panose="020B0503020204020204" pitchFamily="34" charset="-122"/>
                </a:rPr>
                <a:t>马克思主义历史唯物主义视角下的改造世界》探讨了如何运用马克思主义理论改变现实社会</a:t>
              </a:r>
              <a:r>
                <a:rPr lang="en-US" altLang="ko-KR" sz="1000" dirty="0">
                  <a:solidFill>
                    <a:schemeClr val="bg2"/>
                  </a:solidFill>
                  <a:latin typeface="微软雅黑" panose="020B0503020204020204" pitchFamily="34" charset="-122"/>
                  <a:ea typeface="微软雅黑" panose="020B0503020204020204" pitchFamily="34" charset="-122"/>
                </a:rPr>
                <a:t>。</a:t>
              </a:r>
            </a:p>
          </p:txBody>
        </p:sp>
        <p:sp>
          <p:nvSpPr>
            <p:cNvPr id="14" name="Text6"/>
            <p:cNvSpPr txBox="1"/>
            <p:nvPr/>
          </p:nvSpPr>
          <p:spPr>
            <a:xfrm>
              <a:off x="5614494" y="1449588"/>
              <a:ext cx="4989681" cy="400110"/>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b="1" dirty="0" err="1">
                  <a:latin typeface="微软雅黑" panose="020B0503020204020204" pitchFamily="34" charset="-122"/>
                  <a:ea typeface="微软雅黑" panose="020B0503020204020204" pitchFamily="34" charset="-122"/>
                </a:rPr>
                <a:t>马克思主义历史唯物主义视角下的改造世界</a:t>
              </a:r>
              <a:endParaRPr lang="en-US" altLang="ko-KR" b="1" dirty="0">
                <a:latin typeface="微软雅黑" panose="020B0503020204020204" pitchFamily="34" charset="-122"/>
                <a:ea typeface="微软雅黑" panose="020B0503020204020204" pitchFamily="34" charset="-122"/>
              </a:endParaRPr>
            </a:p>
          </p:txBody>
        </p:sp>
        <p:sp>
          <p:nvSpPr>
            <p:cNvPr id="15" name="Text7"/>
            <p:cNvSpPr txBox="1"/>
            <p:nvPr/>
          </p:nvSpPr>
          <p:spPr>
            <a:xfrm>
              <a:off x="4804784" y="1449986"/>
              <a:ext cx="729687" cy="523220"/>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latin typeface="微软雅黑" panose="020B0503020204020204" pitchFamily="34" charset="-122"/>
                  <a:ea typeface="微软雅黑" panose="020B0503020204020204" pitchFamily="34" charset="-122"/>
                </a:rPr>
                <a:t>02.</a:t>
              </a:r>
            </a:p>
          </p:txBody>
        </p:sp>
      </p:grpSp>
      <p:grpSp>
        <p:nvGrpSpPr>
          <p:cNvPr id="16" name="Text12"/>
          <p:cNvGrpSpPr/>
          <p:nvPr/>
        </p:nvGrpSpPr>
        <p:grpSpPr>
          <a:xfrm>
            <a:off x="5725670" y="3113738"/>
            <a:ext cx="5996431" cy="798619"/>
            <a:chOff x="4804784" y="1449588"/>
            <a:chExt cx="5996431" cy="798619"/>
          </a:xfrm>
        </p:grpSpPr>
        <p:sp>
          <p:nvSpPr>
            <p:cNvPr id="17" name="Text9"/>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000" dirty="0">
                  <a:solidFill>
                    <a:schemeClr val="bg2"/>
                  </a:solidFill>
                  <a:latin typeface="微软雅黑" panose="020B0503020204020204" pitchFamily="34" charset="-122"/>
                  <a:ea typeface="微软雅黑" panose="020B0503020204020204" pitchFamily="34" charset="-122"/>
                </a:rPr>
                <a:t>《</a:t>
              </a:r>
              <a:r>
                <a:rPr lang="en-US" altLang="ko-KR" sz="1000" dirty="0" err="1">
                  <a:solidFill>
                    <a:schemeClr val="bg2"/>
                  </a:solidFill>
                  <a:latin typeface="微软雅黑" panose="020B0503020204020204" pitchFamily="34" charset="-122"/>
                  <a:ea typeface="微软雅黑" panose="020B0503020204020204" pitchFamily="34" charset="-122"/>
                </a:rPr>
                <a:t>马克思主义政治经济学视角下的认识与改造》深入剖析了经济现象的实质，并提出了创新的发展策略</a:t>
              </a:r>
              <a:r>
                <a:rPr lang="en-US" altLang="ko-KR" sz="1000" dirty="0">
                  <a:solidFill>
                    <a:schemeClr val="bg2"/>
                  </a:solidFill>
                  <a:latin typeface="微软雅黑" panose="020B0503020204020204" pitchFamily="34" charset="-122"/>
                  <a:ea typeface="微软雅黑" panose="020B0503020204020204" pitchFamily="34" charset="-122"/>
                </a:rPr>
                <a:t>。</a:t>
              </a:r>
            </a:p>
          </p:txBody>
        </p:sp>
        <p:sp>
          <p:nvSpPr>
            <p:cNvPr id="18" name="Text10"/>
            <p:cNvSpPr txBox="1"/>
            <p:nvPr/>
          </p:nvSpPr>
          <p:spPr>
            <a:xfrm>
              <a:off x="5614494" y="1449588"/>
              <a:ext cx="4989681" cy="400110"/>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b="1" dirty="0" err="1">
                  <a:latin typeface="微软雅黑" panose="020B0503020204020204" pitchFamily="34" charset="-122"/>
                  <a:ea typeface="微软雅黑" panose="020B0503020204020204" pitchFamily="34" charset="-122"/>
                </a:rPr>
                <a:t>马克思主义政治经济学视角下的认识与改造</a:t>
              </a:r>
              <a:endParaRPr lang="en-US" altLang="ko-KR" b="1" dirty="0">
                <a:latin typeface="微软雅黑" panose="020B0503020204020204" pitchFamily="34" charset="-122"/>
                <a:ea typeface="微软雅黑" panose="020B0503020204020204" pitchFamily="34" charset="-122"/>
              </a:endParaRPr>
            </a:p>
          </p:txBody>
        </p:sp>
        <p:sp>
          <p:nvSpPr>
            <p:cNvPr id="19" name="Text11"/>
            <p:cNvSpPr txBox="1"/>
            <p:nvPr/>
          </p:nvSpPr>
          <p:spPr>
            <a:xfrm>
              <a:off x="4804784" y="1449986"/>
              <a:ext cx="729687" cy="523220"/>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latin typeface="微软雅黑" panose="020B0503020204020204" pitchFamily="34" charset="-122"/>
                  <a:ea typeface="微软雅黑" panose="020B0503020204020204" pitchFamily="34" charset="-122"/>
                </a:rPr>
                <a:t>03.</a:t>
              </a:r>
            </a:p>
          </p:txBody>
        </p:sp>
      </p:grpSp>
      <p:grpSp>
        <p:nvGrpSpPr>
          <p:cNvPr id="20" name="Text16"/>
          <p:cNvGrpSpPr/>
          <p:nvPr/>
        </p:nvGrpSpPr>
        <p:grpSpPr>
          <a:xfrm>
            <a:off x="5725670" y="4148505"/>
            <a:ext cx="5996431" cy="798619"/>
            <a:chOff x="4804784" y="1449588"/>
            <a:chExt cx="5996431" cy="798619"/>
          </a:xfrm>
        </p:grpSpPr>
        <p:sp>
          <p:nvSpPr>
            <p:cNvPr id="21" name="Text13"/>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000" dirty="0">
                  <a:solidFill>
                    <a:schemeClr val="bg2"/>
                  </a:solidFill>
                  <a:latin typeface="微软雅黑" panose="020B0503020204020204" pitchFamily="34" charset="-122"/>
                  <a:ea typeface="微软雅黑" panose="020B0503020204020204" pitchFamily="34" charset="-122"/>
                </a:rPr>
                <a:t>《</a:t>
              </a:r>
              <a:r>
                <a:rPr lang="en-US" altLang="ko-KR" sz="1000" dirty="0" err="1">
                  <a:solidFill>
                    <a:schemeClr val="bg2"/>
                  </a:solidFill>
                  <a:latin typeface="微软雅黑" panose="020B0503020204020204" pitchFamily="34" charset="-122"/>
                  <a:ea typeface="微软雅黑" panose="020B0503020204020204" pitchFamily="34" charset="-122"/>
                </a:rPr>
                <a:t>马克思主义科学社会主义视角下的世界认知与改造》深入探讨了马克思主义理论在解读和改造世界中的科学性和指导性</a:t>
              </a:r>
              <a:r>
                <a:rPr lang="en-US" altLang="ko-KR" sz="1000" dirty="0">
                  <a:solidFill>
                    <a:schemeClr val="bg2"/>
                  </a:solidFill>
                  <a:latin typeface="微软雅黑" panose="020B0503020204020204" pitchFamily="34" charset="-122"/>
                  <a:ea typeface="微软雅黑" panose="020B0503020204020204" pitchFamily="34" charset="-122"/>
                </a:rPr>
                <a:t>。</a:t>
              </a:r>
            </a:p>
          </p:txBody>
        </p:sp>
        <p:sp>
          <p:nvSpPr>
            <p:cNvPr id="22" name="Text14"/>
            <p:cNvSpPr txBox="1"/>
            <p:nvPr/>
          </p:nvSpPr>
          <p:spPr>
            <a:xfrm>
              <a:off x="5614494" y="1449588"/>
              <a:ext cx="4989681" cy="400110"/>
            </a:xfrm>
            <a:prstGeom prst="rect">
              <a:avLst/>
            </a:prstGeom>
          </p:spPr>
          <p:txBody>
            <a:bodyPr wrap="square">
              <a:normAutofit fontScale="95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b="1">
                  <a:latin typeface="微软雅黑" panose="020B0503020204020204" pitchFamily="34" charset="-122"/>
                  <a:ea typeface="微软雅黑" panose="020B0503020204020204" pitchFamily="34" charset="-122"/>
                </a:rPr>
                <a:t>马克思主义科学社会主义视角下的世界认知与改造</a:t>
              </a:r>
            </a:p>
          </p:txBody>
        </p:sp>
        <p:sp>
          <p:nvSpPr>
            <p:cNvPr id="23" name="Text15"/>
            <p:cNvSpPr txBox="1"/>
            <p:nvPr/>
          </p:nvSpPr>
          <p:spPr>
            <a:xfrm>
              <a:off x="4804784" y="1449986"/>
              <a:ext cx="729687" cy="523220"/>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latin typeface="微软雅黑" panose="020B0503020204020204" pitchFamily="34" charset="-122"/>
                  <a:ea typeface="微软雅黑" panose="020B0503020204020204" pitchFamily="34" charset="-122"/>
                </a:rPr>
                <a:t>04.</a:t>
              </a:r>
            </a:p>
          </p:txBody>
        </p:sp>
      </p:grpSp>
      <p:grpSp>
        <p:nvGrpSpPr>
          <p:cNvPr id="24" name="Text20"/>
          <p:cNvGrpSpPr/>
          <p:nvPr/>
        </p:nvGrpSpPr>
        <p:grpSpPr>
          <a:xfrm>
            <a:off x="5725670" y="5183271"/>
            <a:ext cx="5996431" cy="798619"/>
            <a:chOff x="4804784" y="1449588"/>
            <a:chExt cx="5996431" cy="798619"/>
          </a:xfrm>
        </p:grpSpPr>
        <p:sp>
          <p:nvSpPr>
            <p:cNvPr id="25" name="Text17"/>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000" dirty="0" err="1">
                  <a:solidFill>
                    <a:schemeClr val="bg2"/>
                  </a:solidFill>
                  <a:latin typeface="微软雅黑" panose="020B0503020204020204" pitchFamily="34" charset="-122"/>
                  <a:ea typeface="微软雅黑" panose="020B0503020204020204" pitchFamily="34" charset="-122"/>
                </a:rPr>
                <a:t>从马克思主义的实践观视角出发，探讨人类认识世界和改造世界的深刻原理</a:t>
              </a:r>
              <a:r>
                <a:rPr lang="en-US" altLang="ko-KR" sz="1000" dirty="0">
                  <a:solidFill>
                    <a:schemeClr val="bg2"/>
                  </a:solidFill>
                  <a:latin typeface="微软雅黑" panose="020B0503020204020204" pitchFamily="34" charset="-122"/>
                  <a:ea typeface="微软雅黑" panose="020B0503020204020204" pitchFamily="34" charset="-122"/>
                </a:rPr>
                <a:t>。</a:t>
              </a:r>
            </a:p>
          </p:txBody>
        </p:sp>
        <p:sp>
          <p:nvSpPr>
            <p:cNvPr id="26" name="Text18"/>
            <p:cNvSpPr txBox="1"/>
            <p:nvPr/>
          </p:nvSpPr>
          <p:spPr>
            <a:xfrm>
              <a:off x="5614494" y="1449588"/>
              <a:ext cx="4989681" cy="400110"/>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b="1" dirty="0" err="1">
                  <a:latin typeface="微软雅黑" panose="020B0503020204020204" pitchFamily="34" charset="-122"/>
                  <a:ea typeface="微软雅黑" panose="020B0503020204020204" pitchFamily="34" charset="-122"/>
                </a:rPr>
                <a:t>马克思主义的实践观视角下的认识与改造</a:t>
              </a:r>
              <a:endParaRPr lang="en-US" altLang="ko-KR" b="1" dirty="0">
                <a:latin typeface="微软雅黑" panose="020B0503020204020204" pitchFamily="34" charset="-122"/>
                <a:ea typeface="微软雅黑" panose="020B0503020204020204" pitchFamily="34" charset="-122"/>
              </a:endParaRPr>
            </a:p>
          </p:txBody>
        </p:sp>
        <p:sp>
          <p:nvSpPr>
            <p:cNvPr id="27" name="Text19"/>
            <p:cNvSpPr txBox="1"/>
            <p:nvPr/>
          </p:nvSpPr>
          <p:spPr>
            <a:xfrm>
              <a:off x="4804784" y="1449986"/>
              <a:ext cx="729687" cy="523220"/>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latin typeface="微软雅黑" panose="020B0503020204020204" pitchFamily="34" charset="-122"/>
                  <a:ea typeface="微软雅黑" panose="020B0503020204020204" pitchFamily="34" charset="-122"/>
                </a:rPr>
                <a:t>05.</a:t>
              </a:r>
            </a:p>
          </p:txBody>
        </p:sp>
      </p:grpSp>
    </p:spTree>
    <p:extLst>
      <p:ext uri="{BB962C8B-B14F-4D97-AF65-F5344CB8AC3E}">
        <p14:creationId xmlns:p14="http://schemas.microsoft.com/office/powerpoint/2010/main" val="2393212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40259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panose="020F0502020204030204"/>
                <a:ea typeface="+mn-ea"/>
                <a:cs typeface="+mn-cs"/>
              </a:defRPr>
            </a:lvl1pPr>
            <a:lvl2pPr marL="457200" algn="l" defTabSz="914400" rtl="0" eaLnBrk="1" latinLnBrk="0" hangingPunct="1">
              <a:defRPr sz="1800" kern="1200">
                <a:solidFill>
                  <a:srgbClr val="FFFFFF"/>
                </a:solidFill>
                <a:latin typeface="Calibri" panose="020F0502020204030204"/>
                <a:ea typeface="+mn-ea"/>
                <a:cs typeface="+mn-cs"/>
              </a:defRPr>
            </a:lvl2pPr>
            <a:lvl3pPr marL="914400" algn="l" defTabSz="914400" rtl="0" eaLnBrk="1" latinLnBrk="0" hangingPunct="1">
              <a:defRPr sz="1800" kern="1200">
                <a:solidFill>
                  <a:srgbClr val="FFFFFF"/>
                </a:solidFill>
                <a:latin typeface="Calibri" panose="020F0502020204030204"/>
                <a:ea typeface="+mn-ea"/>
                <a:cs typeface="+mn-cs"/>
              </a:defRPr>
            </a:lvl3pPr>
            <a:lvl4pPr marL="1371600" algn="l" defTabSz="914400" rtl="0" eaLnBrk="1" latinLnBrk="0" hangingPunct="1">
              <a:defRPr sz="1800" kern="1200">
                <a:solidFill>
                  <a:srgbClr val="FFFFFF"/>
                </a:solidFill>
                <a:latin typeface="Calibri" panose="020F0502020204030204"/>
                <a:ea typeface="+mn-ea"/>
                <a:cs typeface="+mn-cs"/>
              </a:defRPr>
            </a:lvl4pPr>
            <a:lvl5pPr marL="1828800" algn="l" defTabSz="914400" rtl="0" eaLnBrk="1" latinLnBrk="0" hangingPunct="1">
              <a:defRPr sz="1800" kern="1200">
                <a:solidFill>
                  <a:srgbClr val="FFFFFF"/>
                </a:solidFill>
                <a:latin typeface="Calibri" panose="020F0502020204030204"/>
                <a:ea typeface="+mn-ea"/>
                <a:cs typeface="+mn-cs"/>
              </a:defRPr>
            </a:lvl5pPr>
            <a:lvl6pPr marL="2286000" algn="l" defTabSz="914400" rtl="0" eaLnBrk="1" latinLnBrk="0" hangingPunct="1">
              <a:defRPr sz="1800" kern="1200">
                <a:solidFill>
                  <a:srgbClr val="FFFFFF"/>
                </a:solidFill>
                <a:latin typeface="Calibri" panose="020F0502020204030204"/>
                <a:ea typeface="+mn-ea"/>
                <a:cs typeface="+mn-cs"/>
              </a:defRPr>
            </a:lvl6pPr>
            <a:lvl7pPr marL="2743200" algn="l" defTabSz="914400" rtl="0" eaLnBrk="1" latinLnBrk="0" hangingPunct="1">
              <a:defRPr sz="1800" kern="1200">
                <a:solidFill>
                  <a:srgbClr val="FFFFFF"/>
                </a:solidFill>
                <a:latin typeface="Calibri" panose="020F0502020204030204"/>
                <a:ea typeface="+mn-ea"/>
                <a:cs typeface="+mn-cs"/>
              </a:defRPr>
            </a:lvl7pPr>
            <a:lvl8pPr marL="3200400" algn="l" defTabSz="914400" rtl="0" eaLnBrk="1" latinLnBrk="0" hangingPunct="1">
              <a:defRPr sz="1800" kern="1200">
                <a:solidFill>
                  <a:srgbClr val="FFFFFF"/>
                </a:solidFill>
                <a:latin typeface="Calibri" panose="020F0502020204030204"/>
                <a:ea typeface="+mn-ea"/>
                <a:cs typeface="+mn-cs"/>
              </a:defRPr>
            </a:lvl8pPr>
            <a:lvl9pPr marL="3657600" algn="l" defTabSz="914400" rtl="0" eaLnBrk="1" latinLnBrk="0" hangingPunct="1">
              <a:defRPr sz="1800" kern="1200">
                <a:solidFill>
                  <a:srgbClr val="FFFFFF"/>
                </a:solidFill>
                <a:latin typeface="Calibri" panose="020F0502020204030204"/>
                <a:ea typeface="+mn-ea"/>
                <a:cs typeface="+mn-cs"/>
              </a:defRPr>
            </a:lvl9pPr>
          </a:lstStyle>
          <a:p>
            <a:pPr algn="ctr"/>
            <a:endParaRPr lang="zh-CN" altLang="en-US"/>
          </a:p>
        </p:txBody>
      </p:sp>
      <p:sp>
        <p:nvSpPr>
          <p:cNvPr id="5" name="圆: 空心 4"/>
          <p:cNvSpPr/>
          <p:nvPr/>
        </p:nvSpPr>
        <p:spPr>
          <a:xfrm rot="2999566">
            <a:off x="-5259162" y="-1140007"/>
            <a:ext cx="9307710" cy="9307710"/>
          </a:xfrm>
          <a:prstGeom prst="donut">
            <a:avLst>
              <a:gd name="adj" fmla="val 27538"/>
            </a:avLst>
          </a:prstGeom>
          <a:gradFill>
            <a:gsLst>
              <a:gs pos="0">
                <a:schemeClr val="accent1">
                  <a:lumMod val="20000"/>
                  <a:lumOff val="80000"/>
                </a:schemeClr>
              </a:gs>
              <a:gs pos="7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panose="020F0502020204030204"/>
                <a:ea typeface="+mn-ea"/>
                <a:cs typeface="+mn-cs"/>
              </a:defRPr>
            </a:lvl1pPr>
            <a:lvl2pPr marL="457200" algn="l" defTabSz="914400" rtl="0" eaLnBrk="1" latinLnBrk="0" hangingPunct="1">
              <a:defRPr sz="1800" kern="1200">
                <a:solidFill>
                  <a:srgbClr val="FFFFFF"/>
                </a:solidFill>
                <a:latin typeface="Calibri" panose="020F0502020204030204"/>
                <a:ea typeface="+mn-ea"/>
                <a:cs typeface="+mn-cs"/>
              </a:defRPr>
            </a:lvl2pPr>
            <a:lvl3pPr marL="914400" algn="l" defTabSz="914400" rtl="0" eaLnBrk="1" latinLnBrk="0" hangingPunct="1">
              <a:defRPr sz="1800" kern="1200">
                <a:solidFill>
                  <a:srgbClr val="FFFFFF"/>
                </a:solidFill>
                <a:latin typeface="Calibri" panose="020F0502020204030204"/>
                <a:ea typeface="+mn-ea"/>
                <a:cs typeface="+mn-cs"/>
              </a:defRPr>
            </a:lvl3pPr>
            <a:lvl4pPr marL="1371600" algn="l" defTabSz="914400" rtl="0" eaLnBrk="1" latinLnBrk="0" hangingPunct="1">
              <a:defRPr sz="1800" kern="1200">
                <a:solidFill>
                  <a:srgbClr val="FFFFFF"/>
                </a:solidFill>
                <a:latin typeface="Calibri" panose="020F0502020204030204"/>
                <a:ea typeface="+mn-ea"/>
                <a:cs typeface="+mn-cs"/>
              </a:defRPr>
            </a:lvl4pPr>
            <a:lvl5pPr marL="1828800" algn="l" defTabSz="914400" rtl="0" eaLnBrk="1" latinLnBrk="0" hangingPunct="1">
              <a:defRPr sz="1800" kern="1200">
                <a:solidFill>
                  <a:srgbClr val="FFFFFF"/>
                </a:solidFill>
                <a:latin typeface="Calibri" panose="020F0502020204030204"/>
                <a:ea typeface="+mn-ea"/>
                <a:cs typeface="+mn-cs"/>
              </a:defRPr>
            </a:lvl5pPr>
            <a:lvl6pPr marL="2286000" algn="l" defTabSz="914400" rtl="0" eaLnBrk="1" latinLnBrk="0" hangingPunct="1">
              <a:defRPr sz="1800" kern="1200">
                <a:solidFill>
                  <a:srgbClr val="FFFFFF"/>
                </a:solidFill>
                <a:latin typeface="Calibri" panose="020F0502020204030204"/>
                <a:ea typeface="+mn-ea"/>
                <a:cs typeface="+mn-cs"/>
              </a:defRPr>
            </a:lvl6pPr>
            <a:lvl7pPr marL="2743200" algn="l" defTabSz="914400" rtl="0" eaLnBrk="1" latinLnBrk="0" hangingPunct="1">
              <a:defRPr sz="1800" kern="1200">
                <a:solidFill>
                  <a:srgbClr val="FFFFFF"/>
                </a:solidFill>
                <a:latin typeface="Calibri" panose="020F0502020204030204"/>
                <a:ea typeface="+mn-ea"/>
                <a:cs typeface="+mn-cs"/>
              </a:defRPr>
            </a:lvl7pPr>
            <a:lvl8pPr marL="3200400" algn="l" defTabSz="914400" rtl="0" eaLnBrk="1" latinLnBrk="0" hangingPunct="1">
              <a:defRPr sz="1800" kern="1200">
                <a:solidFill>
                  <a:srgbClr val="FFFFFF"/>
                </a:solidFill>
                <a:latin typeface="Calibri" panose="020F0502020204030204"/>
                <a:ea typeface="+mn-ea"/>
                <a:cs typeface="+mn-cs"/>
              </a:defRPr>
            </a:lvl8pPr>
            <a:lvl9pPr marL="3657600" algn="l" defTabSz="914400" rtl="0" eaLnBrk="1" latinLnBrk="0" hangingPunct="1">
              <a:defRPr sz="1800" kern="1200">
                <a:solidFill>
                  <a:srgbClr val="FFFFFF"/>
                </a:solidFill>
                <a:latin typeface="Calibri" panose="020F0502020204030204"/>
                <a:ea typeface="+mn-ea"/>
                <a:cs typeface="+mn-cs"/>
              </a:defRPr>
            </a:lvl9pPr>
          </a:lstStyle>
          <a:p>
            <a:pPr algn="ctr"/>
            <a:endParaRPr lang="zh-CN" altLang="en-US">
              <a:solidFill>
                <a:schemeClr val="tx1"/>
              </a:solidFill>
            </a:endParaRPr>
          </a:p>
        </p:txBody>
      </p:sp>
      <p:grpSp>
        <p:nvGrpSpPr>
          <p:cNvPr id="8" name="Text4"/>
          <p:cNvGrpSpPr/>
          <p:nvPr/>
        </p:nvGrpSpPr>
        <p:grpSpPr>
          <a:xfrm>
            <a:off x="5725670" y="3068960"/>
            <a:ext cx="5996431" cy="798619"/>
            <a:chOff x="4804784" y="1449588"/>
            <a:chExt cx="5996431" cy="798619"/>
          </a:xfrm>
        </p:grpSpPr>
        <p:sp>
          <p:nvSpPr>
            <p:cNvPr id="9" name="Text1"/>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000" dirty="0">
                  <a:solidFill>
                    <a:schemeClr val="bg2"/>
                  </a:solidFill>
                  <a:latin typeface="微软雅黑" panose="020B0503020204020204" pitchFamily="34" charset="-122"/>
                  <a:ea typeface="微软雅黑" panose="020B0503020204020204" pitchFamily="34" charset="-122"/>
                </a:rPr>
                <a:t>《</a:t>
              </a:r>
              <a:r>
                <a:rPr lang="en-US" altLang="ko-KR" sz="1000" dirty="0" err="1">
                  <a:solidFill>
                    <a:schemeClr val="bg2"/>
                  </a:solidFill>
                  <a:latin typeface="微软雅黑" panose="020B0503020204020204" pitchFamily="34" charset="-122"/>
                  <a:ea typeface="微软雅黑" panose="020B0503020204020204" pitchFamily="34" charset="-122"/>
                </a:rPr>
                <a:t>马克思主义哲学视角下的认识世界》深入剖析了马克思主义哲学对世界观和方法论的科学解读</a:t>
              </a:r>
              <a:r>
                <a:rPr lang="en-US" altLang="ko-KR" sz="1000" dirty="0">
                  <a:solidFill>
                    <a:schemeClr val="bg2"/>
                  </a:solidFill>
                  <a:latin typeface="微软雅黑" panose="020B0503020204020204" pitchFamily="34" charset="-122"/>
                  <a:ea typeface="微软雅黑" panose="020B0503020204020204" pitchFamily="34" charset="-122"/>
                </a:rPr>
                <a:t>。</a:t>
              </a:r>
            </a:p>
          </p:txBody>
        </p:sp>
        <p:sp>
          <p:nvSpPr>
            <p:cNvPr id="10" name="Text2"/>
            <p:cNvSpPr txBox="1"/>
            <p:nvPr/>
          </p:nvSpPr>
          <p:spPr>
            <a:xfrm>
              <a:off x="5614494" y="1449588"/>
              <a:ext cx="4989681" cy="400110"/>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b="1" dirty="0" err="1">
                  <a:latin typeface="微软雅黑" panose="020B0503020204020204" pitchFamily="34" charset="-122"/>
                  <a:ea typeface="微软雅黑" panose="020B0503020204020204" pitchFamily="34" charset="-122"/>
                </a:rPr>
                <a:t>马克思主义哲学视角下的认识世界</a:t>
              </a:r>
              <a:endParaRPr lang="en-US" altLang="ko-KR" b="1" dirty="0">
                <a:latin typeface="微软雅黑" panose="020B0503020204020204" pitchFamily="34" charset="-122"/>
                <a:ea typeface="微软雅黑" panose="020B0503020204020204" pitchFamily="34" charset="-122"/>
              </a:endParaRPr>
            </a:p>
          </p:txBody>
        </p:sp>
        <p:sp>
          <p:nvSpPr>
            <p:cNvPr id="11" name="Text3"/>
            <p:cNvSpPr txBox="1"/>
            <p:nvPr/>
          </p:nvSpPr>
          <p:spPr>
            <a:xfrm>
              <a:off x="4804784" y="1449986"/>
              <a:ext cx="729687" cy="523220"/>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latin typeface="微软雅黑" panose="020B0503020204020204" pitchFamily="34" charset="-122"/>
                  <a:ea typeface="微软雅黑" panose="020B0503020204020204" pitchFamily="34" charset="-122"/>
                </a:rPr>
                <a:t>01.</a:t>
              </a:r>
            </a:p>
          </p:txBody>
        </p:sp>
      </p:grpSp>
      <p:grpSp>
        <p:nvGrpSpPr>
          <p:cNvPr id="12" name="Text8"/>
          <p:cNvGrpSpPr/>
          <p:nvPr/>
        </p:nvGrpSpPr>
        <p:grpSpPr>
          <a:xfrm>
            <a:off x="5725670" y="6957392"/>
            <a:ext cx="5996431" cy="798619"/>
            <a:chOff x="4804784" y="1449588"/>
            <a:chExt cx="5996431" cy="798619"/>
          </a:xfrm>
        </p:grpSpPr>
        <p:sp>
          <p:nvSpPr>
            <p:cNvPr id="13" name="Text5"/>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000" dirty="0">
                  <a:solidFill>
                    <a:schemeClr val="bg2"/>
                  </a:solidFill>
                  <a:latin typeface="微软雅黑" panose="020B0503020204020204" pitchFamily="34" charset="-122"/>
                  <a:ea typeface="微软雅黑" panose="020B0503020204020204" pitchFamily="34" charset="-122"/>
                </a:rPr>
                <a:t>《</a:t>
              </a:r>
              <a:r>
                <a:rPr lang="en-US" altLang="ko-KR" sz="1000" dirty="0" err="1">
                  <a:solidFill>
                    <a:schemeClr val="bg2"/>
                  </a:solidFill>
                  <a:latin typeface="微软雅黑" panose="020B0503020204020204" pitchFamily="34" charset="-122"/>
                  <a:ea typeface="微软雅黑" panose="020B0503020204020204" pitchFamily="34" charset="-122"/>
                </a:rPr>
                <a:t>马克思主义历史唯物主义视角下的改造世界》探讨了如何运用马克思主义理论改变现实社会</a:t>
              </a:r>
              <a:r>
                <a:rPr lang="en-US" altLang="ko-KR" sz="1000" dirty="0">
                  <a:solidFill>
                    <a:schemeClr val="bg2"/>
                  </a:solidFill>
                  <a:latin typeface="微软雅黑" panose="020B0503020204020204" pitchFamily="34" charset="-122"/>
                  <a:ea typeface="微软雅黑" panose="020B0503020204020204" pitchFamily="34" charset="-122"/>
                </a:rPr>
                <a:t>。</a:t>
              </a:r>
            </a:p>
          </p:txBody>
        </p:sp>
        <p:sp>
          <p:nvSpPr>
            <p:cNvPr id="14" name="Text6"/>
            <p:cNvSpPr txBox="1"/>
            <p:nvPr/>
          </p:nvSpPr>
          <p:spPr>
            <a:xfrm>
              <a:off x="5614494" y="1449588"/>
              <a:ext cx="4989681" cy="400110"/>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b="1">
                  <a:latin typeface="微软雅黑" panose="020B0503020204020204" pitchFamily="34" charset="-122"/>
                  <a:ea typeface="微软雅黑" panose="020B0503020204020204" pitchFamily="34" charset="-122"/>
                </a:rPr>
                <a:t>马克思主义历史唯物主义视角下的改造世界</a:t>
              </a:r>
            </a:p>
          </p:txBody>
        </p:sp>
        <p:sp>
          <p:nvSpPr>
            <p:cNvPr id="15" name="Text7"/>
            <p:cNvSpPr txBox="1"/>
            <p:nvPr/>
          </p:nvSpPr>
          <p:spPr>
            <a:xfrm>
              <a:off x="4804784" y="1449986"/>
              <a:ext cx="729687" cy="523220"/>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latin typeface="微软雅黑" panose="020B0503020204020204" pitchFamily="34" charset="-122"/>
                  <a:ea typeface="微软雅黑" panose="020B0503020204020204" pitchFamily="34" charset="-122"/>
                </a:rPr>
                <a:t>02.</a:t>
              </a:r>
            </a:p>
          </p:txBody>
        </p:sp>
      </p:grpSp>
      <p:grpSp>
        <p:nvGrpSpPr>
          <p:cNvPr id="16" name="Text12"/>
          <p:cNvGrpSpPr/>
          <p:nvPr/>
        </p:nvGrpSpPr>
        <p:grpSpPr>
          <a:xfrm>
            <a:off x="5725670" y="7526925"/>
            <a:ext cx="5996431" cy="798619"/>
            <a:chOff x="4804784" y="1449588"/>
            <a:chExt cx="5996431" cy="798619"/>
          </a:xfrm>
        </p:grpSpPr>
        <p:sp>
          <p:nvSpPr>
            <p:cNvPr id="17" name="Text9"/>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000" dirty="0">
                  <a:solidFill>
                    <a:schemeClr val="bg2"/>
                  </a:solidFill>
                  <a:latin typeface="微软雅黑" panose="020B0503020204020204" pitchFamily="34" charset="-122"/>
                  <a:ea typeface="微软雅黑" panose="020B0503020204020204" pitchFamily="34" charset="-122"/>
                </a:rPr>
                <a:t>《</a:t>
              </a:r>
              <a:r>
                <a:rPr lang="en-US" altLang="ko-KR" sz="1000" dirty="0" err="1">
                  <a:solidFill>
                    <a:schemeClr val="bg2"/>
                  </a:solidFill>
                  <a:latin typeface="微软雅黑" panose="020B0503020204020204" pitchFamily="34" charset="-122"/>
                  <a:ea typeface="微软雅黑" panose="020B0503020204020204" pitchFamily="34" charset="-122"/>
                </a:rPr>
                <a:t>马克思主义政治经济学视角下的认识与改造》深入剖析了经济现象的实质，并提出了创新的发展策略</a:t>
              </a:r>
              <a:r>
                <a:rPr lang="en-US" altLang="ko-KR" sz="1000" dirty="0">
                  <a:solidFill>
                    <a:schemeClr val="bg2"/>
                  </a:solidFill>
                  <a:latin typeface="微软雅黑" panose="020B0503020204020204" pitchFamily="34" charset="-122"/>
                  <a:ea typeface="微软雅黑" panose="020B0503020204020204" pitchFamily="34" charset="-122"/>
                </a:rPr>
                <a:t>。</a:t>
              </a:r>
            </a:p>
          </p:txBody>
        </p:sp>
        <p:sp>
          <p:nvSpPr>
            <p:cNvPr id="18" name="Text10"/>
            <p:cNvSpPr txBox="1"/>
            <p:nvPr/>
          </p:nvSpPr>
          <p:spPr>
            <a:xfrm>
              <a:off x="5614494" y="1449588"/>
              <a:ext cx="4989681" cy="400110"/>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b="1" dirty="0" err="1">
                  <a:latin typeface="微软雅黑" panose="020B0503020204020204" pitchFamily="34" charset="-122"/>
                  <a:ea typeface="微软雅黑" panose="020B0503020204020204" pitchFamily="34" charset="-122"/>
                </a:rPr>
                <a:t>马克思主义政治经济学视角下的认识与改造</a:t>
              </a:r>
              <a:endParaRPr lang="en-US" altLang="ko-KR" b="1" dirty="0">
                <a:latin typeface="微软雅黑" panose="020B0503020204020204" pitchFamily="34" charset="-122"/>
                <a:ea typeface="微软雅黑" panose="020B0503020204020204" pitchFamily="34" charset="-122"/>
              </a:endParaRPr>
            </a:p>
          </p:txBody>
        </p:sp>
        <p:sp>
          <p:nvSpPr>
            <p:cNvPr id="19" name="Text11"/>
            <p:cNvSpPr txBox="1"/>
            <p:nvPr/>
          </p:nvSpPr>
          <p:spPr>
            <a:xfrm>
              <a:off x="4804784" y="1449986"/>
              <a:ext cx="729687" cy="523220"/>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latin typeface="微软雅黑" panose="020B0503020204020204" pitchFamily="34" charset="-122"/>
                  <a:ea typeface="微软雅黑" panose="020B0503020204020204" pitchFamily="34" charset="-122"/>
                </a:rPr>
                <a:t>03.</a:t>
              </a:r>
            </a:p>
          </p:txBody>
        </p:sp>
      </p:grpSp>
      <p:grpSp>
        <p:nvGrpSpPr>
          <p:cNvPr id="20" name="Text16"/>
          <p:cNvGrpSpPr/>
          <p:nvPr/>
        </p:nvGrpSpPr>
        <p:grpSpPr>
          <a:xfrm>
            <a:off x="5725670" y="8174997"/>
            <a:ext cx="5996431" cy="798619"/>
            <a:chOff x="4804784" y="1449588"/>
            <a:chExt cx="5996431" cy="798619"/>
          </a:xfrm>
        </p:grpSpPr>
        <p:sp>
          <p:nvSpPr>
            <p:cNvPr id="21" name="Text13"/>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000" dirty="0">
                  <a:solidFill>
                    <a:schemeClr val="bg2"/>
                  </a:solidFill>
                  <a:latin typeface="微软雅黑" panose="020B0503020204020204" pitchFamily="34" charset="-122"/>
                  <a:ea typeface="微软雅黑" panose="020B0503020204020204" pitchFamily="34" charset="-122"/>
                </a:rPr>
                <a:t>《</a:t>
              </a:r>
              <a:r>
                <a:rPr lang="en-US" altLang="ko-KR" sz="1000" dirty="0" err="1">
                  <a:solidFill>
                    <a:schemeClr val="bg2"/>
                  </a:solidFill>
                  <a:latin typeface="微软雅黑" panose="020B0503020204020204" pitchFamily="34" charset="-122"/>
                  <a:ea typeface="微软雅黑" panose="020B0503020204020204" pitchFamily="34" charset="-122"/>
                </a:rPr>
                <a:t>马克思主义科学社会主义视角下的世界认知与改造》深入探讨了马克思主义理论在解读和改造世界中的科学性和指导性</a:t>
              </a:r>
              <a:r>
                <a:rPr lang="en-US" altLang="ko-KR" sz="1000" dirty="0">
                  <a:solidFill>
                    <a:schemeClr val="bg2"/>
                  </a:solidFill>
                  <a:latin typeface="微软雅黑" panose="020B0503020204020204" pitchFamily="34" charset="-122"/>
                  <a:ea typeface="微软雅黑" panose="020B0503020204020204" pitchFamily="34" charset="-122"/>
                </a:rPr>
                <a:t>。</a:t>
              </a:r>
            </a:p>
          </p:txBody>
        </p:sp>
        <p:sp>
          <p:nvSpPr>
            <p:cNvPr id="22" name="Text14"/>
            <p:cNvSpPr txBox="1"/>
            <p:nvPr/>
          </p:nvSpPr>
          <p:spPr>
            <a:xfrm>
              <a:off x="5614494" y="1449588"/>
              <a:ext cx="4989681" cy="400110"/>
            </a:xfrm>
            <a:prstGeom prst="rect">
              <a:avLst/>
            </a:prstGeom>
          </p:spPr>
          <p:txBody>
            <a:bodyPr wrap="square">
              <a:normAutofit fontScale="95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b="1">
                  <a:latin typeface="微软雅黑" panose="020B0503020204020204" pitchFamily="34" charset="-122"/>
                  <a:ea typeface="微软雅黑" panose="020B0503020204020204" pitchFamily="34" charset="-122"/>
                </a:rPr>
                <a:t>马克思主义科学社会主义视角下的世界认知与改造</a:t>
              </a:r>
            </a:p>
          </p:txBody>
        </p:sp>
        <p:sp>
          <p:nvSpPr>
            <p:cNvPr id="23" name="Text15"/>
            <p:cNvSpPr txBox="1"/>
            <p:nvPr/>
          </p:nvSpPr>
          <p:spPr>
            <a:xfrm>
              <a:off x="4804784" y="1449986"/>
              <a:ext cx="729687" cy="523220"/>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latin typeface="微软雅黑" panose="020B0503020204020204" pitchFamily="34" charset="-122"/>
                  <a:ea typeface="微软雅黑" panose="020B0503020204020204" pitchFamily="34" charset="-122"/>
                </a:rPr>
                <a:t>04.</a:t>
              </a:r>
            </a:p>
          </p:txBody>
        </p:sp>
      </p:grpSp>
      <p:grpSp>
        <p:nvGrpSpPr>
          <p:cNvPr id="24" name="Text20"/>
          <p:cNvGrpSpPr/>
          <p:nvPr/>
        </p:nvGrpSpPr>
        <p:grpSpPr>
          <a:xfrm>
            <a:off x="5725670" y="8823069"/>
            <a:ext cx="5996431" cy="798619"/>
            <a:chOff x="4804784" y="1449588"/>
            <a:chExt cx="5996431" cy="798619"/>
          </a:xfrm>
        </p:grpSpPr>
        <p:sp>
          <p:nvSpPr>
            <p:cNvPr id="25" name="Text17"/>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000" dirty="0" err="1">
                  <a:solidFill>
                    <a:schemeClr val="bg2"/>
                  </a:solidFill>
                  <a:latin typeface="微软雅黑" panose="020B0503020204020204" pitchFamily="34" charset="-122"/>
                  <a:ea typeface="微软雅黑" panose="020B0503020204020204" pitchFamily="34" charset="-122"/>
                </a:rPr>
                <a:t>从马克思主义的实践观视角出发，探讨人类认识世界和改造世界的深刻原理</a:t>
              </a:r>
              <a:r>
                <a:rPr lang="en-US" altLang="ko-KR" sz="1000" dirty="0">
                  <a:solidFill>
                    <a:schemeClr val="bg2"/>
                  </a:solidFill>
                  <a:latin typeface="微软雅黑" panose="020B0503020204020204" pitchFamily="34" charset="-122"/>
                  <a:ea typeface="微软雅黑" panose="020B0503020204020204" pitchFamily="34" charset="-122"/>
                </a:rPr>
                <a:t>。</a:t>
              </a:r>
            </a:p>
          </p:txBody>
        </p:sp>
        <p:sp>
          <p:nvSpPr>
            <p:cNvPr id="26" name="Text18"/>
            <p:cNvSpPr txBox="1"/>
            <p:nvPr/>
          </p:nvSpPr>
          <p:spPr>
            <a:xfrm>
              <a:off x="5614494" y="1449588"/>
              <a:ext cx="4989681" cy="400110"/>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b="1" dirty="0" err="1">
                  <a:latin typeface="微软雅黑" panose="020B0503020204020204" pitchFamily="34" charset="-122"/>
                  <a:ea typeface="微软雅黑" panose="020B0503020204020204" pitchFamily="34" charset="-122"/>
                </a:rPr>
                <a:t>马克思主义的实践观视角下的认识与改造</a:t>
              </a:r>
              <a:endParaRPr lang="en-US" altLang="ko-KR" b="1" dirty="0">
                <a:latin typeface="微软雅黑" panose="020B0503020204020204" pitchFamily="34" charset="-122"/>
                <a:ea typeface="微软雅黑" panose="020B0503020204020204" pitchFamily="34" charset="-122"/>
              </a:endParaRPr>
            </a:p>
          </p:txBody>
        </p:sp>
        <p:sp>
          <p:nvSpPr>
            <p:cNvPr id="27" name="Text19"/>
            <p:cNvSpPr txBox="1"/>
            <p:nvPr/>
          </p:nvSpPr>
          <p:spPr>
            <a:xfrm>
              <a:off x="4804784" y="1449986"/>
              <a:ext cx="729687" cy="523220"/>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dirty="0">
                  <a:latin typeface="微软雅黑" panose="020B0503020204020204" pitchFamily="34" charset="-122"/>
                  <a:ea typeface="微软雅黑" panose="020B0503020204020204" pitchFamily="34" charset="-122"/>
                </a:rPr>
                <a:t>05.</a:t>
              </a:r>
            </a:p>
          </p:txBody>
        </p:sp>
      </p:grpSp>
    </p:spTree>
    <p:extLst>
      <p:ext uri="{BB962C8B-B14F-4D97-AF65-F5344CB8AC3E}">
        <p14:creationId xmlns:p14="http://schemas.microsoft.com/office/powerpoint/2010/main" val="40617466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2"/>
          <p:cNvSpPr/>
          <p:nvPr/>
        </p:nvSpPr>
        <p:spPr>
          <a:xfrm>
            <a:off x="406800" y="0"/>
            <a:ext cx="813600" cy="813600"/>
          </a:xfrm>
          <a:prstGeom prst="rect">
            <a:avLst/>
          </a:prstGeom>
          <a:solidFill>
            <a:schemeClr val="accent1"/>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endParaRPr lang="ko-KR" altLang="en-US" sz="2000">
              <a:latin typeface="+mj-lt"/>
            </a:endParaRPr>
          </a:p>
        </p:txBody>
      </p:sp>
      <p:sp>
        <p:nvSpPr>
          <p:cNvPr id="8" name="Text3"/>
          <p:cNvSpPr txBox="1"/>
          <p:nvPr/>
        </p:nvSpPr>
        <p:spPr>
          <a:xfrm>
            <a:off x="689116" y="2353991"/>
            <a:ext cx="1722527" cy="1866900"/>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altLang="zh-CN" sz="8800" b="1" dirty="0">
                <a:solidFill>
                  <a:schemeClr val="accent1"/>
                </a:solidFill>
                <a:latin typeface="微软雅黑" panose="020B0503020204020204" pitchFamily="34" charset="-122"/>
                <a:ea typeface="微软雅黑" panose="020B0503020204020204" pitchFamily="34" charset="-122"/>
              </a:rPr>
              <a:t>01</a:t>
            </a:r>
          </a:p>
        </p:txBody>
      </p:sp>
      <p:sp>
        <p:nvSpPr>
          <p:cNvPr id="9" name="Shape1"/>
          <p:cNvSpPr txBox="1"/>
          <p:nvPr/>
        </p:nvSpPr>
        <p:spPr>
          <a:xfrm>
            <a:off x="2138713" y="2353991"/>
            <a:ext cx="528447" cy="1866900"/>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altLang="zh-CN" sz="8800" b="1">
                <a:solidFill>
                  <a:schemeClr val="accent1"/>
                </a:solidFill>
                <a:latin typeface="微软雅黑" panose="020B0503020204020204" pitchFamily="34" charset="-122"/>
                <a:ea typeface="微软雅黑" panose="020B0503020204020204" pitchFamily="34" charset="-122"/>
              </a:rPr>
              <a:t>.</a:t>
            </a:r>
            <a:endParaRPr lang="zh-CN" altLang="en-US" sz="8800" b="1">
              <a:solidFill>
                <a:schemeClr val="accent1"/>
              </a:solidFill>
              <a:latin typeface="微软雅黑" panose="020B0503020204020204" pitchFamily="34" charset="-122"/>
              <a:ea typeface="微软雅黑" panose="020B0503020204020204" pitchFamily="34" charset="-122"/>
            </a:endParaRPr>
          </a:p>
        </p:txBody>
      </p:sp>
      <p:grpSp>
        <p:nvGrpSpPr>
          <p:cNvPr id="5" name="Text4">
            <a:extLst>
              <a:ext uri="{FF2B5EF4-FFF2-40B4-BE49-F238E27FC236}">
                <a16:creationId xmlns:a16="http://schemas.microsoft.com/office/drawing/2014/main" id="{63EA981F-C58C-2270-381C-E8835A3D0059}"/>
              </a:ext>
            </a:extLst>
          </p:cNvPr>
          <p:cNvGrpSpPr/>
          <p:nvPr/>
        </p:nvGrpSpPr>
        <p:grpSpPr>
          <a:xfrm>
            <a:off x="3852482" y="2636912"/>
            <a:ext cx="5746782" cy="1866900"/>
            <a:chOff x="5614494" y="1449588"/>
            <a:chExt cx="5186721" cy="798619"/>
          </a:xfrm>
        </p:grpSpPr>
        <p:sp>
          <p:nvSpPr>
            <p:cNvPr id="10" name="Text1">
              <a:extLst>
                <a:ext uri="{FF2B5EF4-FFF2-40B4-BE49-F238E27FC236}">
                  <a16:creationId xmlns:a16="http://schemas.microsoft.com/office/drawing/2014/main" id="{BD199C8E-1B1B-2895-792F-5BDA75600407}"/>
                </a:ext>
              </a:extLst>
            </p:cNvPr>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000" dirty="0">
                  <a:solidFill>
                    <a:schemeClr val="bg2"/>
                  </a:solidFill>
                  <a:latin typeface="微软雅黑" panose="020B0503020204020204" pitchFamily="34" charset="-122"/>
                  <a:ea typeface="微软雅黑" panose="020B0503020204020204" pitchFamily="34" charset="-122"/>
                </a:rPr>
                <a:t>《</a:t>
              </a:r>
              <a:r>
                <a:rPr lang="en-US" altLang="ko-KR" sz="1400" dirty="0" err="1">
                  <a:solidFill>
                    <a:schemeClr val="bg2"/>
                  </a:solidFill>
                  <a:latin typeface="微软雅黑" panose="020B0503020204020204" pitchFamily="34" charset="-122"/>
                  <a:ea typeface="微软雅黑" panose="020B0503020204020204" pitchFamily="34" charset="-122"/>
                </a:rPr>
                <a:t>马克思主义哲学视角下的认识世界》深入剖析了马克思主义哲学对世界观和方法论的科学解读</a:t>
              </a:r>
              <a:r>
                <a:rPr lang="en-US" altLang="ko-KR" sz="1000" dirty="0">
                  <a:solidFill>
                    <a:schemeClr val="bg2"/>
                  </a:solidFill>
                  <a:latin typeface="微软雅黑" panose="020B0503020204020204" pitchFamily="34" charset="-122"/>
                  <a:ea typeface="微软雅黑" panose="020B0503020204020204" pitchFamily="34" charset="-122"/>
                </a:rPr>
                <a:t>。</a:t>
              </a:r>
            </a:p>
          </p:txBody>
        </p:sp>
        <p:sp>
          <p:nvSpPr>
            <p:cNvPr id="11" name="Text2">
              <a:extLst>
                <a:ext uri="{FF2B5EF4-FFF2-40B4-BE49-F238E27FC236}">
                  <a16:creationId xmlns:a16="http://schemas.microsoft.com/office/drawing/2014/main" id="{988E81FE-A897-4389-3801-5024D9FE42AF}"/>
                </a:ext>
              </a:extLst>
            </p:cNvPr>
            <p:cNvSpPr txBox="1"/>
            <p:nvPr/>
          </p:nvSpPr>
          <p:spPr>
            <a:xfrm>
              <a:off x="5614494" y="1449588"/>
              <a:ext cx="4989681" cy="400110"/>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dirty="0" err="1">
                  <a:latin typeface="微软雅黑" panose="020B0503020204020204" pitchFamily="34" charset="-122"/>
                  <a:ea typeface="微软雅黑" panose="020B0503020204020204" pitchFamily="34" charset="-122"/>
                </a:rPr>
                <a:t>马克思主义哲学视角下的认识世界</a:t>
              </a:r>
              <a:endParaRPr lang="en-US" altLang="ko-KR" sz="2800" b="1" dirty="0">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2"/>
          <p:cNvSpPr/>
          <p:nvPr/>
        </p:nvSpPr>
        <p:spPr>
          <a:xfrm>
            <a:off x="5735676" y="3046648"/>
            <a:ext cx="720648" cy="764704"/>
          </a:xfrm>
          <a:prstGeom prst="rect">
            <a:avLst/>
          </a:prstGeom>
          <a:solidFill>
            <a:schemeClr val="accent1"/>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endParaRPr lang="ko-KR" altLang="en-US" sz="2000" dirty="0">
              <a:latin typeface="+mj-lt"/>
            </a:endParaRPr>
          </a:p>
        </p:txBody>
      </p:sp>
      <p:sp>
        <p:nvSpPr>
          <p:cNvPr id="2" name="椭圆 1">
            <a:extLst>
              <a:ext uri="{FF2B5EF4-FFF2-40B4-BE49-F238E27FC236}">
                <a16:creationId xmlns:a16="http://schemas.microsoft.com/office/drawing/2014/main" id="{60730DD6-17C6-1F3C-CB1F-11B400417197}"/>
              </a:ext>
            </a:extLst>
          </p:cNvPr>
          <p:cNvSpPr/>
          <p:nvPr/>
        </p:nvSpPr>
        <p:spPr>
          <a:xfrm>
            <a:off x="5627948" y="2960948"/>
            <a:ext cx="936104" cy="93610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Text2">
            <a:extLst>
              <a:ext uri="{FF2B5EF4-FFF2-40B4-BE49-F238E27FC236}">
                <a16:creationId xmlns:a16="http://schemas.microsoft.com/office/drawing/2014/main" id="{938FA762-7B4B-51FE-D775-8C5094A33CA8}"/>
              </a:ext>
            </a:extLst>
          </p:cNvPr>
          <p:cNvSpPr txBox="1"/>
          <p:nvPr/>
        </p:nvSpPr>
        <p:spPr>
          <a:xfrm>
            <a:off x="2999656" y="260648"/>
            <a:ext cx="6580657" cy="935321"/>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noProof="0" dirty="0" err="1">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马克思主义哲学的基本原理和核心观点</a:t>
            </a:r>
            <a:endParaRPr lang="en-US" altLang="zh-CN" sz="28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a:p>
            <a:endParaRPr lang="en-US" altLang="ko-KR"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383855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2"/>
          <p:cNvSpPr/>
          <p:nvPr/>
        </p:nvSpPr>
        <p:spPr>
          <a:xfrm rot="2669455">
            <a:off x="5417030" y="2664747"/>
            <a:ext cx="1440444" cy="1528504"/>
          </a:xfrm>
          <a:prstGeom prst="rect">
            <a:avLst/>
          </a:prstGeom>
          <a:solidFill>
            <a:schemeClr val="accent1"/>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endParaRPr lang="ko-KR" altLang="en-US" sz="2000" dirty="0">
              <a:latin typeface="+mj-lt"/>
            </a:endParaRPr>
          </a:p>
        </p:txBody>
      </p:sp>
      <p:sp>
        <p:nvSpPr>
          <p:cNvPr id="2" name="椭圆 1">
            <a:extLst>
              <a:ext uri="{FF2B5EF4-FFF2-40B4-BE49-F238E27FC236}">
                <a16:creationId xmlns:a16="http://schemas.microsoft.com/office/drawing/2014/main" id="{60730DD6-17C6-1F3C-CB1F-11B400417197}"/>
              </a:ext>
            </a:extLst>
          </p:cNvPr>
          <p:cNvSpPr/>
          <p:nvPr/>
        </p:nvSpPr>
        <p:spPr>
          <a:xfrm>
            <a:off x="5291158" y="2582905"/>
            <a:ext cx="1692188" cy="16921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9" name="Freeform 29">
            <a:extLst>
              <a:ext uri="{FF2B5EF4-FFF2-40B4-BE49-F238E27FC236}">
                <a16:creationId xmlns:a16="http://schemas.microsoft.com/office/drawing/2014/main" id="{B9A24821-9FFB-3F3C-E9E2-0BF6FE7EC913}"/>
              </a:ext>
            </a:extLst>
          </p:cNvPr>
          <p:cNvSpPr/>
          <p:nvPr/>
        </p:nvSpPr>
        <p:spPr bwMode="auto">
          <a:xfrm>
            <a:off x="4018055" y="1568580"/>
            <a:ext cx="4060934" cy="4060934"/>
          </a:xfrm>
          <a:prstGeom prst="ellipse">
            <a:avLst/>
          </a:prstGeom>
          <a:noFill/>
          <a:ln>
            <a:gradFill flip="none" rotWithShape="1">
              <a:gsLst>
                <a:gs pos="0">
                  <a:schemeClr val="accent1">
                    <a:alpha val="15000"/>
                  </a:schemeClr>
                </a:gs>
                <a:gs pos="100000">
                  <a:schemeClr val="accent1">
                    <a:alpha val="0"/>
                  </a:schemeClr>
                </a:gs>
              </a:gsLst>
              <a:lin ang="0" scaled="1"/>
            </a:gradFill>
            <a:prstDash val="sysDot"/>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90" name="Freeform 17">
            <a:extLst>
              <a:ext uri="{FF2B5EF4-FFF2-40B4-BE49-F238E27FC236}">
                <a16:creationId xmlns:a16="http://schemas.microsoft.com/office/drawing/2014/main" id="{A6DD7C15-3547-295D-EF04-484C0A4EEF97}"/>
              </a:ext>
            </a:extLst>
          </p:cNvPr>
          <p:cNvSpPr/>
          <p:nvPr/>
        </p:nvSpPr>
        <p:spPr bwMode="auto">
          <a:xfrm>
            <a:off x="9974449" y="4321409"/>
            <a:ext cx="207861" cy="207861"/>
          </a:xfrm>
          <a:prstGeom prst="ellipse">
            <a:avLst/>
          </a:prstGeom>
          <a:solidFill>
            <a:schemeClr val="accent1">
              <a:alpha val="16000"/>
            </a:schemeClr>
          </a:soli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92" name="Oval 26">
            <a:extLst>
              <a:ext uri="{FF2B5EF4-FFF2-40B4-BE49-F238E27FC236}">
                <a16:creationId xmlns:a16="http://schemas.microsoft.com/office/drawing/2014/main" id="{B0103C87-3DF4-26B4-324D-F71901F2A0D1}"/>
              </a:ext>
            </a:extLst>
          </p:cNvPr>
          <p:cNvSpPr>
            <a:spLocks noChangeArrowheads="1"/>
          </p:cNvSpPr>
          <p:nvPr/>
        </p:nvSpPr>
        <p:spPr bwMode="auto">
          <a:xfrm>
            <a:off x="8578367" y="2865179"/>
            <a:ext cx="148601" cy="153394"/>
          </a:xfrm>
          <a:prstGeom prst="ellipse">
            <a:avLst/>
          </a:prstGeom>
          <a:solidFill>
            <a:schemeClr val="accent1"/>
          </a:soli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95" name="Freeform 61">
            <a:extLst>
              <a:ext uri="{FF2B5EF4-FFF2-40B4-BE49-F238E27FC236}">
                <a16:creationId xmlns:a16="http://schemas.microsoft.com/office/drawing/2014/main" id="{FF64B2AC-B642-E393-A186-58B6D594EA6C}"/>
              </a:ext>
            </a:extLst>
          </p:cNvPr>
          <p:cNvSpPr/>
          <p:nvPr/>
        </p:nvSpPr>
        <p:spPr bwMode="auto">
          <a:xfrm>
            <a:off x="9093896" y="2979407"/>
            <a:ext cx="797796" cy="801058"/>
          </a:xfrm>
          <a:prstGeom prst="ellipse">
            <a:avLst/>
          </a:prstGeom>
          <a:noFill/>
          <a:ln>
            <a:gradFill>
              <a:gsLst>
                <a:gs pos="0">
                  <a:schemeClr val="accent1"/>
                </a:gs>
                <a:gs pos="100000">
                  <a:schemeClr val="accent1">
                    <a:alpha val="0"/>
                  </a:schemeClr>
                </a:gs>
              </a:gsLst>
              <a:lin ang="5400000" scaled="1"/>
            </a:grad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96" name="Freeform 62">
            <a:extLst>
              <a:ext uri="{FF2B5EF4-FFF2-40B4-BE49-F238E27FC236}">
                <a16:creationId xmlns:a16="http://schemas.microsoft.com/office/drawing/2014/main" id="{B4242862-2FD6-F69B-9451-3DCE3A5F9D85}"/>
              </a:ext>
            </a:extLst>
          </p:cNvPr>
          <p:cNvSpPr/>
          <p:nvPr/>
        </p:nvSpPr>
        <p:spPr bwMode="auto">
          <a:xfrm>
            <a:off x="9202390" y="3087085"/>
            <a:ext cx="580808" cy="585702"/>
          </a:xfrm>
          <a:prstGeom prst="ellipse">
            <a:avLst/>
          </a:prstGeom>
          <a:solidFill>
            <a:schemeClr val="accent1"/>
          </a:solidFill>
          <a:ln>
            <a:gradFill flip="none" rotWithShape="1">
              <a:gsLst>
                <a:gs pos="13000">
                  <a:schemeClr val="accent1">
                    <a:alpha val="0"/>
                  </a:schemeClr>
                </a:gs>
                <a:gs pos="100000">
                  <a:schemeClr val="accent1"/>
                </a:gs>
              </a:gsLst>
              <a:lin ang="5400000" scaled="1"/>
            </a:grad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00" name="任意多边形: 形状 99">
            <a:extLst>
              <a:ext uri="{FF2B5EF4-FFF2-40B4-BE49-F238E27FC236}">
                <a16:creationId xmlns:a16="http://schemas.microsoft.com/office/drawing/2014/main" id="{23D91DEC-7B20-6775-05AE-858D19337D2F}"/>
              </a:ext>
            </a:extLst>
          </p:cNvPr>
          <p:cNvSpPr/>
          <p:nvPr/>
        </p:nvSpPr>
        <p:spPr>
          <a:xfrm>
            <a:off x="5627171" y="3390426"/>
            <a:ext cx="3366926" cy="766495"/>
          </a:xfrm>
          <a:custGeom>
            <a:avLst/>
            <a:gdLst>
              <a:gd name="connsiteX0" fmla="*/ 1381125 w 1381125"/>
              <a:gd name="connsiteY0" fmla="*/ 0 h 609600"/>
              <a:gd name="connsiteX1" fmla="*/ 609600 w 1381125"/>
              <a:gd name="connsiteY1" fmla="*/ 0 h 609600"/>
              <a:gd name="connsiteX2" fmla="*/ 0 w 1381125"/>
              <a:gd name="connsiteY2" fmla="*/ 609600 h 609600"/>
            </a:gdLst>
            <a:ahLst/>
            <a:cxnLst>
              <a:cxn ang="0">
                <a:pos x="connsiteX0" y="connsiteY0"/>
              </a:cxn>
              <a:cxn ang="0">
                <a:pos x="connsiteX1" y="connsiteY1"/>
              </a:cxn>
              <a:cxn ang="0">
                <a:pos x="connsiteX2" y="connsiteY2"/>
              </a:cxn>
            </a:cxnLst>
            <a:rect l="l" t="t" r="r" b="b"/>
            <a:pathLst>
              <a:path w="1381125" h="609600">
                <a:moveTo>
                  <a:pt x="1381125" y="0"/>
                </a:moveTo>
                <a:lnTo>
                  <a:pt x="609600" y="0"/>
                </a:lnTo>
                <a:lnTo>
                  <a:pt x="0" y="609600"/>
                </a:lnTo>
              </a:path>
            </a:pathLst>
          </a:custGeom>
          <a:noFill/>
          <a:ln w="31750" cap="rnd">
            <a:gradFill flip="none" rotWithShape="1">
              <a:gsLst>
                <a:gs pos="0">
                  <a:schemeClr val="accent1">
                    <a:alpha val="0"/>
                  </a:schemeClr>
                </a:gs>
                <a:gs pos="100000">
                  <a:schemeClr val="accent1"/>
                </a:gs>
              </a:gsLst>
              <a:lin ang="189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102" name="Freeform 17">
            <a:extLst>
              <a:ext uri="{FF2B5EF4-FFF2-40B4-BE49-F238E27FC236}">
                <a16:creationId xmlns:a16="http://schemas.microsoft.com/office/drawing/2014/main" id="{27282BF4-F297-E3B6-B54F-170983B0CE82}"/>
              </a:ext>
            </a:extLst>
          </p:cNvPr>
          <p:cNvSpPr/>
          <p:nvPr/>
        </p:nvSpPr>
        <p:spPr bwMode="auto">
          <a:xfrm flipH="1" flipV="1">
            <a:off x="3840782" y="2420968"/>
            <a:ext cx="207861" cy="207861"/>
          </a:xfrm>
          <a:prstGeom prst="ellipse">
            <a:avLst/>
          </a:prstGeom>
          <a:solidFill>
            <a:schemeClr val="accent1">
              <a:alpha val="16000"/>
            </a:schemeClr>
          </a:soli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03" name="Freeform 25">
            <a:extLst>
              <a:ext uri="{FF2B5EF4-FFF2-40B4-BE49-F238E27FC236}">
                <a16:creationId xmlns:a16="http://schemas.microsoft.com/office/drawing/2014/main" id="{4AC4C71D-34DF-D6B3-FF5B-BD11D8027315}"/>
              </a:ext>
            </a:extLst>
          </p:cNvPr>
          <p:cNvSpPr/>
          <p:nvPr/>
        </p:nvSpPr>
        <p:spPr bwMode="auto">
          <a:xfrm flipH="1" flipV="1">
            <a:off x="3847165" y="4338690"/>
            <a:ext cx="106116" cy="106116"/>
          </a:xfrm>
          <a:prstGeom prst="ellipse">
            <a:avLst/>
          </a:prstGeom>
          <a:solidFill>
            <a:schemeClr val="accent1">
              <a:alpha val="16000"/>
            </a:schemeClr>
          </a:soli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04" name="Oval 26">
            <a:extLst>
              <a:ext uri="{FF2B5EF4-FFF2-40B4-BE49-F238E27FC236}">
                <a16:creationId xmlns:a16="http://schemas.microsoft.com/office/drawing/2014/main" id="{12792BFD-AEB7-DE4E-657E-8F31299E9A09}"/>
              </a:ext>
            </a:extLst>
          </p:cNvPr>
          <p:cNvSpPr>
            <a:spLocks noChangeArrowheads="1"/>
          </p:cNvSpPr>
          <p:nvPr/>
        </p:nvSpPr>
        <p:spPr bwMode="auto">
          <a:xfrm flipH="1" flipV="1">
            <a:off x="3242028" y="4082317"/>
            <a:ext cx="148601" cy="153394"/>
          </a:xfrm>
          <a:prstGeom prst="ellipse">
            <a:avLst/>
          </a:prstGeom>
          <a:solidFill>
            <a:schemeClr val="accent1"/>
          </a:soli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10" name="Freeform 61">
            <a:extLst>
              <a:ext uri="{FF2B5EF4-FFF2-40B4-BE49-F238E27FC236}">
                <a16:creationId xmlns:a16="http://schemas.microsoft.com/office/drawing/2014/main" id="{DA83D40F-F155-B984-C040-5A14397248AE}"/>
              </a:ext>
            </a:extLst>
          </p:cNvPr>
          <p:cNvSpPr/>
          <p:nvPr/>
        </p:nvSpPr>
        <p:spPr bwMode="auto">
          <a:xfrm flipH="1">
            <a:off x="2199616" y="3025986"/>
            <a:ext cx="797796" cy="801058"/>
          </a:xfrm>
          <a:prstGeom prst="ellipse">
            <a:avLst/>
          </a:prstGeom>
          <a:noFill/>
          <a:ln>
            <a:gradFill>
              <a:gsLst>
                <a:gs pos="0">
                  <a:schemeClr val="accent1"/>
                </a:gs>
                <a:gs pos="100000">
                  <a:schemeClr val="accent1">
                    <a:alpha val="0"/>
                  </a:schemeClr>
                </a:gs>
              </a:gsLst>
              <a:lin ang="5400000" scaled="1"/>
            </a:grad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11" name="Freeform 62">
            <a:extLst>
              <a:ext uri="{FF2B5EF4-FFF2-40B4-BE49-F238E27FC236}">
                <a16:creationId xmlns:a16="http://schemas.microsoft.com/office/drawing/2014/main" id="{19B0E990-4249-8130-D291-0E82F9365BA7}"/>
              </a:ext>
            </a:extLst>
          </p:cNvPr>
          <p:cNvSpPr/>
          <p:nvPr/>
        </p:nvSpPr>
        <p:spPr bwMode="auto">
          <a:xfrm flipH="1">
            <a:off x="2308110" y="3133664"/>
            <a:ext cx="580808" cy="585702"/>
          </a:xfrm>
          <a:prstGeom prst="ellipse">
            <a:avLst/>
          </a:prstGeom>
          <a:solidFill>
            <a:schemeClr val="accent1"/>
          </a:solidFill>
          <a:ln>
            <a:gradFill flip="none" rotWithShape="1">
              <a:gsLst>
                <a:gs pos="13000">
                  <a:schemeClr val="accent1">
                    <a:alpha val="0"/>
                  </a:schemeClr>
                </a:gs>
                <a:gs pos="100000">
                  <a:schemeClr val="accent1"/>
                </a:gs>
              </a:gsLst>
              <a:lin ang="5400000" scaled="1"/>
            </a:grad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12" name="任意多边形: 形状 111">
            <a:extLst>
              <a:ext uri="{FF2B5EF4-FFF2-40B4-BE49-F238E27FC236}">
                <a16:creationId xmlns:a16="http://schemas.microsoft.com/office/drawing/2014/main" id="{B26B4FE1-1676-8361-E009-4726A7B70CA3}"/>
              </a:ext>
            </a:extLst>
          </p:cNvPr>
          <p:cNvSpPr/>
          <p:nvPr/>
        </p:nvSpPr>
        <p:spPr>
          <a:xfrm flipH="1">
            <a:off x="3117240" y="3437779"/>
            <a:ext cx="3763481" cy="609600"/>
          </a:xfrm>
          <a:custGeom>
            <a:avLst/>
            <a:gdLst>
              <a:gd name="connsiteX0" fmla="*/ 1381125 w 1381125"/>
              <a:gd name="connsiteY0" fmla="*/ 0 h 609600"/>
              <a:gd name="connsiteX1" fmla="*/ 609600 w 1381125"/>
              <a:gd name="connsiteY1" fmla="*/ 0 h 609600"/>
              <a:gd name="connsiteX2" fmla="*/ 0 w 1381125"/>
              <a:gd name="connsiteY2" fmla="*/ 609600 h 609600"/>
            </a:gdLst>
            <a:ahLst/>
            <a:cxnLst>
              <a:cxn ang="0">
                <a:pos x="connsiteX0" y="connsiteY0"/>
              </a:cxn>
              <a:cxn ang="0">
                <a:pos x="connsiteX1" y="connsiteY1"/>
              </a:cxn>
              <a:cxn ang="0">
                <a:pos x="connsiteX2" y="connsiteY2"/>
              </a:cxn>
            </a:cxnLst>
            <a:rect l="l" t="t" r="r" b="b"/>
            <a:pathLst>
              <a:path w="1381125" h="609600">
                <a:moveTo>
                  <a:pt x="1381125" y="0"/>
                </a:moveTo>
                <a:lnTo>
                  <a:pt x="609600" y="0"/>
                </a:lnTo>
                <a:lnTo>
                  <a:pt x="0" y="609600"/>
                </a:lnTo>
              </a:path>
            </a:pathLst>
          </a:custGeom>
          <a:noFill/>
          <a:ln w="31750" cap="rnd">
            <a:gradFill flip="none" rotWithShape="1">
              <a:gsLst>
                <a:gs pos="0">
                  <a:schemeClr val="accent1">
                    <a:alpha val="0"/>
                  </a:schemeClr>
                </a:gs>
                <a:gs pos="100000">
                  <a:schemeClr val="accent1"/>
                </a:gs>
              </a:gsLst>
              <a:lin ang="189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cxnSp>
        <p:nvCxnSpPr>
          <p:cNvPr id="116" name="直接连接符 115">
            <a:extLst>
              <a:ext uri="{FF2B5EF4-FFF2-40B4-BE49-F238E27FC236}">
                <a16:creationId xmlns:a16="http://schemas.microsoft.com/office/drawing/2014/main" id="{5EE787B5-6775-E836-E9A0-7FDA49359E0A}"/>
              </a:ext>
            </a:extLst>
          </p:cNvPr>
          <p:cNvCxnSpPr/>
          <p:nvPr/>
        </p:nvCxnSpPr>
        <p:spPr>
          <a:xfrm>
            <a:off x="8256269" y="3308365"/>
            <a:ext cx="393479" cy="0"/>
          </a:xfrm>
          <a:prstGeom prst="line">
            <a:avLst/>
          </a:prstGeom>
          <a:noFill/>
          <a:ln w="12700" cap="rnd">
            <a:gradFill flip="none" rotWithShape="1">
              <a:gsLst>
                <a:gs pos="0">
                  <a:schemeClr val="accent1">
                    <a:alpha val="0"/>
                  </a:schemeClr>
                </a:gs>
                <a:gs pos="100000">
                  <a:schemeClr val="accent1">
                    <a:alpha val="20000"/>
                  </a:schemeClr>
                </a:gs>
              </a:gsLst>
              <a:lin ang="0" scaled="1"/>
            </a:gradFill>
            <a:round/>
          </a:ln>
        </p:spPr>
        <p:style>
          <a:lnRef idx="2">
            <a:schemeClr val="accent1">
              <a:shade val="50000"/>
            </a:schemeClr>
          </a:lnRef>
          <a:fillRef idx="1">
            <a:schemeClr val="accent1"/>
          </a:fillRef>
          <a:effectRef idx="0">
            <a:schemeClr val="accent1"/>
          </a:effectRef>
          <a:fontRef idx="minor">
            <a:schemeClr val="lt1"/>
          </a:fontRef>
        </p:style>
      </p:cxnSp>
      <p:cxnSp>
        <p:nvCxnSpPr>
          <p:cNvPr id="117" name="直接连接符 116">
            <a:extLst>
              <a:ext uri="{FF2B5EF4-FFF2-40B4-BE49-F238E27FC236}">
                <a16:creationId xmlns:a16="http://schemas.microsoft.com/office/drawing/2014/main" id="{DF6CF074-86E1-58E1-3BE8-A8AB1EA42769}"/>
              </a:ext>
            </a:extLst>
          </p:cNvPr>
          <p:cNvCxnSpPr/>
          <p:nvPr/>
        </p:nvCxnSpPr>
        <p:spPr>
          <a:xfrm>
            <a:off x="8453008" y="3466065"/>
            <a:ext cx="393479" cy="0"/>
          </a:xfrm>
          <a:prstGeom prst="line">
            <a:avLst/>
          </a:prstGeom>
          <a:noFill/>
          <a:ln w="12700" cap="rnd">
            <a:gradFill flip="none" rotWithShape="1">
              <a:gsLst>
                <a:gs pos="0">
                  <a:schemeClr val="accent1">
                    <a:alpha val="0"/>
                  </a:schemeClr>
                </a:gs>
                <a:gs pos="100000">
                  <a:schemeClr val="accent1">
                    <a:alpha val="50000"/>
                  </a:schemeClr>
                </a:gs>
              </a:gsLst>
              <a:lin ang="0" scaled="1"/>
            </a:gradFill>
            <a:round/>
          </a:ln>
        </p:spPr>
        <p:style>
          <a:lnRef idx="2">
            <a:schemeClr val="accent1">
              <a:shade val="50000"/>
            </a:schemeClr>
          </a:lnRef>
          <a:fillRef idx="1">
            <a:schemeClr val="accent1"/>
          </a:fillRef>
          <a:effectRef idx="0">
            <a:schemeClr val="accent1"/>
          </a:effectRef>
          <a:fontRef idx="minor">
            <a:schemeClr val="lt1"/>
          </a:fontRef>
        </p:style>
      </p:cxnSp>
      <p:grpSp>
        <p:nvGrpSpPr>
          <p:cNvPr id="121" name="组合 120">
            <a:extLst>
              <a:ext uri="{FF2B5EF4-FFF2-40B4-BE49-F238E27FC236}">
                <a16:creationId xmlns:a16="http://schemas.microsoft.com/office/drawing/2014/main" id="{F303573B-10BC-C4C7-38E1-95198F50B52E}"/>
              </a:ext>
            </a:extLst>
          </p:cNvPr>
          <p:cNvGrpSpPr/>
          <p:nvPr/>
        </p:nvGrpSpPr>
        <p:grpSpPr>
          <a:xfrm>
            <a:off x="3185980" y="3367281"/>
            <a:ext cx="707509" cy="159675"/>
            <a:chOff x="3230381" y="2822833"/>
            <a:chExt cx="707509" cy="159675"/>
          </a:xfrm>
        </p:grpSpPr>
        <p:cxnSp>
          <p:nvCxnSpPr>
            <p:cNvPr id="142" name="直接连接符 141">
              <a:extLst>
                <a:ext uri="{FF2B5EF4-FFF2-40B4-BE49-F238E27FC236}">
                  <a16:creationId xmlns:a16="http://schemas.microsoft.com/office/drawing/2014/main" id="{61F12F1B-BC84-BF8D-76F0-BE512C1FF0CD}"/>
                </a:ext>
              </a:extLst>
            </p:cNvPr>
            <p:cNvCxnSpPr/>
            <p:nvPr/>
          </p:nvCxnSpPr>
          <p:spPr>
            <a:xfrm flipH="1">
              <a:off x="3230381" y="2822833"/>
              <a:ext cx="393479" cy="0"/>
            </a:xfrm>
            <a:prstGeom prst="line">
              <a:avLst/>
            </a:prstGeom>
            <a:noFill/>
            <a:ln w="12700" cap="rnd">
              <a:gradFill flip="none" rotWithShape="1">
                <a:gsLst>
                  <a:gs pos="0">
                    <a:schemeClr val="accent1">
                      <a:alpha val="0"/>
                    </a:schemeClr>
                  </a:gs>
                  <a:gs pos="100000">
                    <a:schemeClr val="accent1">
                      <a:alpha val="20000"/>
                    </a:schemeClr>
                  </a:gs>
                </a:gsLst>
                <a:lin ang="0" scaled="1"/>
              </a:gradFill>
              <a:round/>
            </a:ln>
          </p:spPr>
          <p:style>
            <a:lnRef idx="2">
              <a:schemeClr val="accent1">
                <a:shade val="50000"/>
              </a:schemeClr>
            </a:lnRef>
            <a:fillRef idx="1">
              <a:schemeClr val="accent1"/>
            </a:fillRef>
            <a:effectRef idx="0">
              <a:schemeClr val="accent1"/>
            </a:effectRef>
            <a:fontRef idx="minor">
              <a:schemeClr val="lt1"/>
            </a:fontRef>
          </p:style>
        </p:cxnSp>
        <p:cxnSp>
          <p:nvCxnSpPr>
            <p:cNvPr id="143" name="直接连接符 142">
              <a:extLst>
                <a:ext uri="{FF2B5EF4-FFF2-40B4-BE49-F238E27FC236}">
                  <a16:creationId xmlns:a16="http://schemas.microsoft.com/office/drawing/2014/main" id="{85DF68F0-AD92-B4BB-F443-D2A3AC369429}"/>
                </a:ext>
              </a:extLst>
            </p:cNvPr>
            <p:cNvCxnSpPr/>
            <p:nvPr/>
          </p:nvCxnSpPr>
          <p:spPr>
            <a:xfrm flipH="1">
              <a:off x="3544411" y="2982508"/>
              <a:ext cx="393479" cy="0"/>
            </a:xfrm>
            <a:prstGeom prst="line">
              <a:avLst/>
            </a:prstGeom>
            <a:noFill/>
            <a:ln w="12700" cap="rnd">
              <a:gradFill flip="none" rotWithShape="1">
                <a:gsLst>
                  <a:gs pos="0">
                    <a:schemeClr val="accent1">
                      <a:alpha val="0"/>
                    </a:schemeClr>
                  </a:gs>
                  <a:gs pos="100000">
                    <a:schemeClr val="accent1">
                      <a:alpha val="50000"/>
                    </a:schemeClr>
                  </a:gs>
                </a:gsLst>
                <a:lin ang="0" scaled="1"/>
              </a:gradFill>
              <a:round/>
            </a:ln>
          </p:spPr>
          <p:style>
            <a:lnRef idx="2">
              <a:schemeClr val="accent1">
                <a:shade val="50000"/>
              </a:schemeClr>
            </a:lnRef>
            <a:fillRef idx="1">
              <a:schemeClr val="accent1"/>
            </a:fillRef>
            <a:effectRef idx="0">
              <a:schemeClr val="accent1"/>
            </a:effectRef>
            <a:fontRef idx="minor">
              <a:schemeClr val="lt1"/>
            </a:fontRef>
          </p:style>
        </p:cxnSp>
      </p:grpSp>
      <p:sp>
        <p:nvSpPr>
          <p:cNvPr id="124" name="Text1">
            <a:extLst>
              <a:ext uri="{FF2B5EF4-FFF2-40B4-BE49-F238E27FC236}">
                <a16:creationId xmlns:a16="http://schemas.microsoft.com/office/drawing/2014/main" id="{B1C6C225-EF37-E838-C5C5-4D0A10DF1621}"/>
              </a:ext>
            </a:extLst>
          </p:cNvPr>
          <p:cNvSpPr txBox="1"/>
          <p:nvPr/>
        </p:nvSpPr>
        <p:spPr>
          <a:xfrm>
            <a:off x="555161" y="3078190"/>
            <a:ext cx="1569485" cy="424682"/>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页面生成</a:t>
            </a:r>
          </a:p>
        </p:txBody>
      </p:sp>
      <p:sp>
        <p:nvSpPr>
          <p:cNvPr id="129" name="Text6">
            <a:extLst>
              <a:ext uri="{FF2B5EF4-FFF2-40B4-BE49-F238E27FC236}">
                <a16:creationId xmlns:a16="http://schemas.microsoft.com/office/drawing/2014/main" id="{A1CC9F17-E5FC-AC64-85FA-F264D1F68955}"/>
              </a:ext>
            </a:extLst>
          </p:cNvPr>
          <p:cNvSpPr txBox="1"/>
          <p:nvPr/>
        </p:nvSpPr>
        <p:spPr>
          <a:xfrm>
            <a:off x="10078380" y="3005166"/>
            <a:ext cx="2257736" cy="424682"/>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AI</a:t>
            </a:r>
            <a:r>
              <a:rPr kumimoji="0" lang="zh-CN" altLang="en-US" sz="18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绘图</a:t>
            </a:r>
          </a:p>
        </p:txBody>
      </p:sp>
      <p:sp>
        <p:nvSpPr>
          <p:cNvPr id="130" name="Shape2">
            <a:extLst>
              <a:ext uri="{FF2B5EF4-FFF2-40B4-BE49-F238E27FC236}">
                <a16:creationId xmlns:a16="http://schemas.microsoft.com/office/drawing/2014/main" id="{9C17B21C-160F-190B-E3E6-551B0A1B652C}"/>
              </a:ext>
            </a:extLst>
          </p:cNvPr>
          <p:cNvSpPr>
            <a:spLocks noChangeAspect="1"/>
          </p:cNvSpPr>
          <p:nvPr/>
        </p:nvSpPr>
        <p:spPr>
          <a:xfrm>
            <a:off x="2427918" y="3259356"/>
            <a:ext cx="341193" cy="334318"/>
          </a:xfrm>
          <a:custGeom>
            <a:avLst/>
            <a:gdLst>
              <a:gd name="connsiteX0" fmla="*/ 1376243 w 1512887"/>
              <a:gd name="connsiteY0" fmla="*/ 993974 h 1482407"/>
              <a:gd name="connsiteX1" fmla="*/ 1495901 w 1512887"/>
              <a:gd name="connsiteY1" fmla="*/ 1060490 h 1482407"/>
              <a:gd name="connsiteX2" fmla="*/ 756444 w 1512887"/>
              <a:gd name="connsiteY2" fmla="*/ 1482408 h 1482407"/>
              <a:gd name="connsiteX3" fmla="*/ 4167 w 1512887"/>
              <a:gd name="connsiteY3" fmla="*/ 1060490 h 1482407"/>
              <a:gd name="connsiteX4" fmla="*/ 124698 w 1512887"/>
              <a:gd name="connsiteY4" fmla="*/ 993974 h 1482407"/>
              <a:gd name="connsiteX5" fmla="*/ 756404 w 1512887"/>
              <a:gd name="connsiteY5" fmla="*/ 1344970 h 1482407"/>
              <a:gd name="connsiteX6" fmla="*/ 1376243 w 1512887"/>
              <a:gd name="connsiteY6" fmla="*/ 993974 h 1482407"/>
              <a:gd name="connsiteX7" fmla="*/ 1376243 w 1512887"/>
              <a:gd name="connsiteY7" fmla="*/ 676473 h 1482407"/>
              <a:gd name="connsiteX8" fmla="*/ 1495901 w 1512887"/>
              <a:gd name="connsiteY8" fmla="*/ 742990 h 1482407"/>
              <a:gd name="connsiteX9" fmla="*/ 756444 w 1512887"/>
              <a:gd name="connsiteY9" fmla="*/ 1164908 h 1482407"/>
              <a:gd name="connsiteX10" fmla="*/ 4167 w 1512887"/>
              <a:gd name="connsiteY10" fmla="*/ 742990 h 1482407"/>
              <a:gd name="connsiteX11" fmla="*/ 124698 w 1512887"/>
              <a:gd name="connsiteY11" fmla="*/ 676473 h 1482407"/>
              <a:gd name="connsiteX12" fmla="*/ 756404 w 1512887"/>
              <a:gd name="connsiteY12" fmla="*/ 1027470 h 1482407"/>
              <a:gd name="connsiteX13" fmla="*/ 1376243 w 1512887"/>
              <a:gd name="connsiteY13" fmla="*/ 676473 h 1482407"/>
              <a:gd name="connsiteX14" fmla="*/ 756444 w 1512887"/>
              <a:gd name="connsiteY14" fmla="*/ 40 h 1482407"/>
              <a:gd name="connsiteX15" fmla="*/ 1512888 w 1512887"/>
              <a:gd name="connsiteY15" fmla="*/ 425490 h 1482407"/>
              <a:gd name="connsiteX16" fmla="*/ 756444 w 1512887"/>
              <a:gd name="connsiteY16" fmla="*/ 850979 h 1482407"/>
              <a:gd name="connsiteX17" fmla="*/ 0 w 1512887"/>
              <a:gd name="connsiteY17" fmla="*/ 425490 h 1482407"/>
              <a:gd name="connsiteX18" fmla="*/ 756444 w 1512887"/>
              <a:gd name="connsiteY18" fmla="*/ 0 h 1482407"/>
              <a:gd name="connsiteX19" fmla="*/ 756444 w 1512887"/>
              <a:gd name="connsiteY19" fmla="*/ 136644 h 1482407"/>
              <a:gd name="connsiteX20" fmla="*/ 242848 w 1512887"/>
              <a:gd name="connsiteY20" fmla="*/ 425490 h 1482407"/>
              <a:gd name="connsiteX21" fmla="*/ 756444 w 1512887"/>
              <a:gd name="connsiteY21" fmla="*/ 714335 h 1482407"/>
              <a:gd name="connsiteX22" fmla="*/ 1270000 w 1512887"/>
              <a:gd name="connsiteY22" fmla="*/ 425490 h 1482407"/>
              <a:gd name="connsiteX23" fmla="*/ 756444 w 1512887"/>
              <a:gd name="connsiteY23" fmla="*/ 136604 h 148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2887" h="1482407">
                <a:moveTo>
                  <a:pt x="1376243" y="993974"/>
                </a:moveTo>
                <a:lnTo>
                  <a:pt x="1495901" y="1060490"/>
                </a:lnTo>
                <a:lnTo>
                  <a:pt x="756444" y="1482408"/>
                </a:lnTo>
                <a:lnTo>
                  <a:pt x="4167" y="1060490"/>
                </a:lnTo>
                <a:lnTo>
                  <a:pt x="124698" y="993974"/>
                </a:lnTo>
                <a:lnTo>
                  <a:pt x="756404" y="1344970"/>
                </a:lnTo>
                <a:lnTo>
                  <a:pt x="1376243" y="993974"/>
                </a:lnTo>
                <a:close/>
                <a:moveTo>
                  <a:pt x="1376243" y="676473"/>
                </a:moveTo>
                <a:lnTo>
                  <a:pt x="1495901" y="742990"/>
                </a:lnTo>
                <a:lnTo>
                  <a:pt x="756444" y="1164908"/>
                </a:lnTo>
                <a:lnTo>
                  <a:pt x="4167" y="742990"/>
                </a:lnTo>
                <a:lnTo>
                  <a:pt x="124698" y="676473"/>
                </a:lnTo>
                <a:lnTo>
                  <a:pt x="756404" y="1027470"/>
                </a:lnTo>
                <a:lnTo>
                  <a:pt x="1376243" y="676473"/>
                </a:lnTo>
                <a:close/>
                <a:moveTo>
                  <a:pt x="756444" y="40"/>
                </a:moveTo>
                <a:lnTo>
                  <a:pt x="1512888" y="425490"/>
                </a:lnTo>
                <a:lnTo>
                  <a:pt x="756444" y="850979"/>
                </a:lnTo>
                <a:lnTo>
                  <a:pt x="0" y="425490"/>
                </a:lnTo>
                <a:lnTo>
                  <a:pt x="756444" y="0"/>
                </a:lnTo>
                <a:close/>
                <a:moveTo>
                  <a:pt x="756444" y="136644"/>
                </a:moveTo>
                <a:lnTo>
                  <a:pt x="242848" y="425490"/>
                </a:lnTo>
                <a:lnTo>
                  <a:pt x="756444" y="714335"/>
                </a:lnTo>
                <a:lnTo>
                  <a:pt x="1270000" y="425490"/>
                </a:lnTo>
                <a:lnTo>
                  <a:pt x="756444" y="136604"/>
                </a:lnTo>
                <a:close/>
              </a:path>
            </a:pathLst>
          </a:custGeom>
          <a:solidFill>
            <a:schemeClr val="tx2"/>
          </a:solidFill>
          <a:ln w="1860" cap="flat">
            <a:noFill/>
            <a:prstDash val="solid"/>
            <a:miter/>
          </a:ln>
        </p:spPr>
        <p:txBody>
          <a:bodyPr wrap="square" rtlCol="0" anchor="ctr">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b="1">
              <a:latin typeface="微软雅黑" panose="020B0503020204020204" pitchFamily="34" charset="-122"/>
              <a:ea typeface="微软雅黑" panose="020B0503020204020204" pitchFamily="34" charset="-122"/>
            </a:endParaRPr>
          </a:p>
        </p:txBody>
      </p:sp>
      <p:sp>
        <p:nvSpPr>
          <p:cNvPr id="133" name="Shape5">
            <a:extLst>
              <a:ext uri="{FF2B5EF4-FFF2-40B4-BE49-F238E27FC236}">
                <a16:creationId xmlns:a16="http://schemas.microsoft.com/office/drawing/2014/main" id="{A6A78BA3-77EB-3A1A-E491-36069BB67C35}"/>
              </a:ext>
            </a:extLst>
          </p:cNvPr>
          <p:cNvSpPr>
            <a:spLocks noChangeAspect="1"/>
          </p:cNvSpPr>
          <p:nvPr/>
        </p:nvSpPr>
        <p:spPr>
          <a:xfrm>
            <a:off x="9322198" y="3212777"/>
            <a:ext cx="341193" cy="334318"/>
          </a:xfrm>
          <a:custGeom>
            <a:avLst/>
            <a:gdLst>
              <a:gd name="connsiteX0" fmla="*/ 1376243 w 1512887"/>
              <a:gd name="connsiteY0" fmla="*/ 993974 h 1482407"/>
              <a:gd name="connsiteX1" fmla="*/ 1495901 w 1512887"/>
              <a:gd name="connsiteY1" fmla="*/ 1060490 h 1482407"/>
              <a:gd name="connsiteX2" fmla="*/ 756444 w 1512887"/>
              <a:gd name="connsiteY2" fmla="*/ 1482408 h 1482407"/>
              <a:gd name="connsiteX3" fmla="*/ 4167 w 1512887"/>
              <a:gd name="connsiteY3" fmla="*/ 1060490 h 1482407"/>
              <a:gd name="connsiteX4" fmla="*/ 124698 w 1512887"/>
              <a:gd name="connsiteY4" fmla="*/ 993974 h 1482407"/>
              <a:gd name="connsiteX5" fmla="*/ 756404 w 1512887"/>
              <a:gd name="connsiteY5" fmla="*/ 1344970 h 1482407"/>
              <a:gd name="connsiteX6" fmla="*/ 1376243 w 1512887"/>
              <a:gd name="connsiteY6" fmla="*/ 993974 h 1482407"/>
              <a:gd name="connsiteX7" fmla="*/ 1376243 w 1512887"/>
              <a:gd name="connsiteY7" fmla="*/ 676473 h 1482407"/>
              <a:gd name="connsiteX8" fmla="*/ 1495901 w 1512887"/>
              <a:gd name="connsiteY8" fmla="*/ 742990 h 1482407"/>
              <a:gd name="connsiteX9" fmla="*/ 756444 w 1512887"/>
              <a:gd name="connsiteY9" fmla="*/ 1164908 h 1482407"/>
              <a:gd name="connsiteX10" fmla="*/ 4167 w 1512887"/>
              <a:gd name="connsiteY10" fmla="*/ 742990 h 1482407"/>
              <a:gd name="connsiteX11" fmla="*/ 124698 w 1512887"/>
              <a:gd name="connsiteY11" fmla="*/ 676473 h 1482407"/>
              <a:gd name="connsiteX12" fmla="*/ 756404 w 1512887"/>
              <a:gd name="connsiteY12" fmla="*/ 1027470 h 1482407"/>
              <a:gd name="connsiteX13" fmla="*/ 1376243 w 1512887"/>
              <a:gd name="connsiteY13" fmla="*/ 676473 h 1482407"/>
              <a:gd name="connsiteX14" fmla="*/ 756444 w 1512887"/>
              <a:gd name="connsiteY14" fmla="*/ 40 h 1482407"/>
              <a:gd name="connsiteX15" fmla="*/ 1512888 w 1512887"/>
              <a:gd name="connsiteY15" fmla="*/ 425490 h 1482407"/>
              <a:gd name="connsiteX16" fmla="*/ 756444 w 1512887"/>
              <a:gd name="connsiteY16" fmla="*/ 850979 h 1482407"/>
              <a:gd name="connsiteX17" fmla="*/ 0 w 1512887"/>
              <a:gd name="connsiteY17" fmla="*/ 425490 h 1482407"/>
              <a:gd name="connsiteX18" fmla="*/ 756444 w 1512887"/>
              <a:gd name="connsiteY18" fmla="*/ 0 h 1482407"/>
              <a:gd name="connsiteX19" fmla="*/ 756444 w 1512887"/>
              <a:gd name="connsiteY19" fmla="*/ 136644 h 1482407"/>
              <a:gd name="connsiteX20" fmla="*/ 242848 w 1512887"/>
              <a:gd name="connsiteY20" fmla="*/ 425490 h 1482407"/>
              <a:gd name="connsiteX21" fmla="*/ 756444 w 1512887"/>
              <a:gd name="connsiteY21" fmla="*/ 714335 h 1482407"/>
              <a:gd name="connsiteX22" fmla="*/ 1270000 w 1512887"/>
              <a:gd name="connsiteY22" fmla="*/ 425490 h 1482407"/>
              <a:gd name="connsiteX23" fmla="*/ 756444 w 1512887"/>
              <a:gd name="connsiteY23" fmla="*/ 136604 h 148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2887" h="1482407">
                <a:moveTo>
                  <a:pt x="1376243" y="993974"/>
                </a:moveTo>
                <a:lnTo>
                  <a:pt x="1495901" y="1060490"/>
                </a:lnTo>
                <a:lnTo>
                  <a:pt x="756444" y="1482408"/>
                </a:lnTo>
                <a:lnTo>
                  <a:pt x="4167" y="1060490"/>
                </a:lnTo>
                <a:lnTo>
                  <a:pt x="124698" y="993974"/>
                </a:lnTo>
                <a:lnTo>
                  <a:pt x="756404" y="1344970"/>
                </a:lnTo>
                <a:lnTo>
                  <a:pt x="1376243" y="993974"/>
                </a:lnTo>
                <a:close/>
                <a:moveTo>
                  <a:pt x="1376243" y="676473"/>
                </a:moveTo>
                <a:lnTo>
                  <a:pt x="1495901" y="742990"/>
                </a:lnTo>
                <a:lnTo>
                  <a:pt x="756444" y="1164908"/>
                </a:lnTo>
                <a:lnTo>
                  <a:pt x="4167" y="742990"/>
                </a:lnTo>
                <a:lnTo>
                  <a:pt x="124698" y="676473"/>
                </a:lnTo>
                <a:lnTo>
                  <a:pt x="756404" y="1027470"/>
                </a:lnTo>
                <a:lnTo>
                  <a:pt x="1376243" y="676473"/>
                </a:lnTo>
                <a:close/>
                <a:moveTo>
                  <a:pt x="756444" y="40"/>
                </a:moveTo>
                <a:lnTo>
                  <a:pt x="1512888" y="425490"/>
                </a:lnTo>
                <a:lnTo>
                  <a:pt x="756444" y="850979"/>
                </a:lnTo>
                <a:lnTo>
                  <a:pt x="0" y="425490"/>
                </a:lnTo>
                <a:lnTo>
                  <a:pt x="756444" y="0"/>
                </a:lnTo>
                <a:close/>
                <a:moveTo>
                  <a:pt x="756444" y="136644"/>
                </a:moveTo>
                <a:lnTo>
                  <a:pt x="242848" y="425490"/>
                </a:lnTo>
                <a:lnTo>
                  <a:pt x="756444" y="714335"/>
                </a:lnTo>
                <a:lnTo>
                  <a:pt x="1270000" y="425490"/>
                </a:lnTo>
                <a:lnTo>
                  <a:pt x="756444" y="136604"/>
                </a:lnTo>
                <a:close/>
              </a:path>
            </a:pathLst>
          </a:custGeom>
          <a:solidFill>
            <a:schemeClr val="tx2"/>
          </a:solidFill>
          <a:ln w="1860" cap="flat">
            <a:noFill/>
            <a:prstDash val="solid"/>
            <a:miter/>
          </a:ln>
        </p:spPr>
        <p:txBody>
          <a:bodyPr wrap="square" rtlCol="0" anchor="ctr">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b="1">
              <a:latin typeface="微软雅黑" panose="020B0503020204020204" pitchFamily="34" charset="-122"/>
              <a:ea typeface="微软雅黑" panose="020B0503020204020204" pitchFamily="34" charset="-122"/>
            </a:endParaRPr>
          </a:p>
        </p:txBody>
      </p:sp>
      <p:sp>
        <p:nvSpPr>
          <p:cNvPr id="137" name="Text9">
            <a:extLst>
              <a:ext uri="{FF2B5EF4-FFF2-40B4-BE49-F238E27FC236}">
                <a16:creationId xmlns:a16="http://schemas.microsoft.com/office/drawing/2014/main" id="{554B4EE2-D211-6CDE-C7EF-67D724D7DAA1}"/>
              </a:ext>
            </a:extLst>
          </p:cNvPr>
          <p:cNvSpPr txBox="1"/>
          <p:nvPr/>
        </p:nvSpPr>
        <p:spPr>
          <a:xfrm>
            <a:off x="407368" y="3548896"/>
            <a:ext cx="1705856" cy="1335378"/>
          </a:xfrm>
          <a:prstGeom prst="rect">
            <a:avLst/>
          </a:prstGeom>
          <a:noFill/>
          <a:effectLst/>
        </p:spPr>
        <p:txBody>
          <a:bodyPr wrap="square" lIns="75895" tIns="37948" rIns="75895" bIns="37948"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党以马克思主义为指导，结合中国</a:t>
            </a:r>
            <a:endParaRPr lang="zh-CN" altLang="en-US" sz="1400">
              <a:latin typeface="微软雅黑" panose="020B0503020204020204" pitchFamily="34" charset="-122"/>
              <a:ea typeface="微软雅黑" panose="020B0503020204020204" pitchFamily="34" charset="-122"/>
            </a:endParaRPr>
          </a:p>
        </p:txBody>
      </p:sp>
      <p:sp>
        <p:nvSpPr>
          <p:cNvPr id="146" name="Shape2">
            <a:extLst>
              <a:ext uri="{FF2B5EF4-FFF2-40B4-BE49-F238E27FC236}">
                <a16:creationId xmlns:a16="http://schemas.microsoft.com/office/drawing/2014/main" id="{2F1E0F55-F328-7A21-D007-385687906A07}"/>
              </a:ext>
            </a:extLst>
          </p:cNvPr>
          <p:cNvSpPr>
            <a:spLocks noChangeAspect="1"/>
          </p:cNvSpPr>
          <p:nvPr/>
        </p:nvSpPr>
        <p:spPr>
          <a:xfrm>
            <a:off x="5640303" y="2899032"/>
            <a:ext cx="993898" cy="973871"/>
          </a:xfrm>
          <a:custGeom>
            <a:avLst/>
            <a:gdLst>
              <a:gd name="connsiteX0" fmla="*/ 1376243 w 1512887"/>
              <a:gd name="connsiteY0" fmla="*/ 993974 h 1482407"/>
              <a:gd name="connsiteX1" fmla="*/ 1495901 w 1512887"/>
              <a:gd name="connsiteY1" fmla="*/ 1060490 h 1482407"/>
              <a:gd name="connsiteX2" fmla="*/ 756444 w 1512887"/>
              <a:gd name="connsiteY2" fmla="*/ 1482408 h 1482407"/>
              <a:gd name="connsiteX3" fmla="*/ 4167 w 1512887"/>
              <a:gd name="connsiteY3" fmla="*/ 1060490 h 1482407"/>
              <a:gd name="connsiteX4" fmla="*/ 124698 w 1512887"/>
              <a:gd name="connsiteY4" fmla="*/ 993974 h 1482407"/>
              <a:gd name="connsiteX5" fmla="*/ 756404 w 1512887"/>
              <a:gd name="connsiteY5" fmla="*/ 1344970 h 1482407"/>
              <a:gd name="connsiteX6" fmla="*/ 1376243 w 1512887"/>
              <a:gd name="connsiteY6" fmla="*/ 993974 h 1482407"/>
              <a:gd name="connsiteX7" fmla="*/ 1376243 w 1512887"/>
              <a:gd name="connsiteY7" fmla="*/ 676473 h 1482407"/>
              <a:gd name="connsiteX8" fmla="*/ 1495901 w 1512887"/>
              <a:gd name="connsiteY8" fmla="*/ 742990 h 1482407"/>
              <a:gd name="connsiteX9" fmla="*/ 756444 w 1512887"/>
              <a:gd name="connsiteY9" fmla="*/ 1164908 h 1482407"/>
              <a:gd name="connsiteX10" fmla="*/ 4167 w 1512887"/>
              <a:gd name="connsiteY10" fmla="*/ 742990 h 1482407"/>
              <a:gd name="connsiteX11" fmla="*/ 124698 w 1512887"/>
              <a:gd name="connsiteY11" fmla="*/ 676473 h 1482407"/>
              <a:gd name="connsiteX12" fmla="*/ 756404 w 1512887"/>
              <a:gd name="connsiteY12" fmla="*/ 1027470 h 1482407"/>
              <a:gd name="connsiteX13" fmla="*/ 1376243 w 1512887"/>
              <a:gd name="connsiteY13" fmla="*/ 676473 h 1482407"/>
              <a:gd name="connsiteX14" fmla="*/ 756444 w 1512887"/>
              <a:gd name="connsiteY14" fmla="*/ 40 h 1482407"/>
              <a:gd name="connsiteX15" fmla="*/ 1512888 w 1512887"/>
              <a:gd name="connsiteY15" fmla="*/ 425490 h 1482407"/>
              <a:gd name="connsiteX16" fmla="*/ 756444 w 1512887"/>
              <a:gd name="connsiteY16" fmla="*/ 850979 h 1482407"/>
              <a:gd name="connsiteX17" fmla="*/ 0 w 1512887"/>
              <a:gd name="connsiteY17" fmla="*/ 425490 h 1482407"/>
              <a:gd name="connsiteX18" fmla="*/ 756444 w 1512887"/>
              <a:gd name="connsiteY18" fmla="*/ 0 h 1482407"/>
              <a:gd name="connsiteX19" fmla="*/ 756444 w 1512887"/>
              <a:gd name="connsiteY19" fmla="*/ 136644 h 1482407"/>
              <a:gd name="connsiteX20" fmla="*/ 242848 w 1512887"/>
              <a:gd name="connsiteY20" fmla="*/ 425490 h 1482407"/>
              <a:gd name="connsiteX21" fmla="*/ 756444 w 1512887"/>
              <a:gd name="connsiteY21" fmla="*/ 714335 h 1482407"/>
              <a:gd name="connsiteX22" fmla="*/ 1270000 w 1512887"/>
              <a:gd name="connsiteY22" fmla="*/ 425490 h 1482407"/>
              <a:gd name="connsiteX23" fmla="*/ 756444 w 1512887"/>
              <a:gd name="connsiteY23" fmla="*/ 136604 h 148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2887" h="1482407">
                <a:moveTo>
                  <a:pt x="1376243" y="993974"/>
                </a:moveTo>
                <a:lnTo>
                  <a:pt x="1495901" y="1060490"/>
                </a:lnTo>
                <a:lnTo>
                  <a:pt x="756444" y="1482408"/>
                </a:lnTo>
                <a:lnTo>
                  <a:pt x="4167" y="1060490"/>
                </a:lnTo>
                <a:lnTo>
                  <a:pt x="124698" y="993974"/>
                </a:lnTo>
                <a:lnTo>
                  <a:pt x="756404" y="1344970"/>
                </a:lnTo>
                <a:lnTo>
                  <a:pt x="1376243" y="993974"/>
                </a:lnTo>
                <a:close/>
                <a:moveTo>
                  <a:pt x="1376243" y="676473"/>
                </a:moveTo>
                <a:lnTo>
                  <a:pt x="1495901" y="742990"/>
                </a:lnTo>
                <a:lnTo>
                  <a:pt x="756444" y="1164908"/>
                </a:lnTo>
                <a:lnTo>
                  <a:pt x="4167" y="742990"/>
                </a:lnTo>
                <a:lnTo>
                  <a:pt x="124698" y="676473"/>
                </a:lnTo>
                <a:lnTo>
                  <a:pt x="756404" y="1027470"/>
                </a:lnTo>
                <a:lnTo>
                  <a:pt x="1376243" y="676473"/>
                </a:lnTo>
                <a:close/>
                <a:moveTo>
                  <a:pt x="756444" y="40"/>
                </a:moveTo>
                <a:lnTo>
                  <a:pt x="1512888" y="425490"/>
                </a:lnTo>
                <a:lnTo>
                  <a:pt x="756444" y="850979"/>
                </a:lnTo>
                <a:lnTo>
                  <a:pt x="0" y="425490"/>
                </a:lnTo>
                <a:lnTo>
                  <a:pt x="756444" y="0"/>
                </a:lnTo>
                <a:close/>
                <a:moveTo>
                  <a:pt x="756444" y="136644"/>
                </a:moveTo>
                <a:lnTo>
                  <a:pt x="242848" y="425490"/>
                </a:lnTo>
                <a:lnTo>
                  <a:pt x="756444" y="714335"/>
                </a:lnTo>
                <a:lnTo>
                  <a:pt x="1270000" y="425490"/>
                </a:lnTo>
                <a:lnTo>
                  <a:pt x="756444" y="136604"/>
                </a:lnTo>
                <a:close/>
              </a:path>
            </a:pathLst>
          </a:custGeom>
          <a:solidFill>
            <a:schemeClr val="tx2"/>
          </a:solidFill>
          <a:ln w="1860" cap="flat">
            <a:noFill/>
            <a:prstDash val="solid"/>
            <a:miter/>
          </a:ln>
        </p:spPr>
        <p:txBody>
          <a:bodyPr wrap="square"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b="1">
              <a:latin typeface="微软雅黑" panose="020B0503020204020204" pitchFamily="34" charset="-122"/>
              <a:ea typeface="微软雅黑" panose="020B0503020204020204" pitchFamily="34" charset="-122"/>
            </a:endParaRPr>
          </a:p>
        </p:txBody>
      </p:sp>
      <p:sp>
        <p:nvSpPr>
          <p:cNvPr id="147" name="Text2">
            <a:extLst>
              <a:ext uri="{FF2B5EF4-FFF2-40B4-BE49-F238E27FC236}">
                <a16:creationId xmlns:a16="http://schemas.microsoft.com/office/drawing/2014/main" id="{B6427889-5306-1BCF-DC6E-27CABEE1ADA6}"/>
              </a:ext>
            </a:extLst>
          </p:cNvPr>
          <p:cNvSpPr txBox="1"/>
          <p:nvPr/>
        </p:nvSpPr>
        <p:spPr>
          <a:xfrm>
            <a:off x="2999656" y="260648"/>
            <a:ext cx="6580657" cy="935321"/>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noProof="0" dirty="0" err="1">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马克思主义哲学的基本原理和核心观点</a:t>
            </a:r>
            <a:endParaRPr lang="en-US" altLang="zh-CN" sz="28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a:p>
            <a:endParaRPr lang="en-US" altLang="ko-KR" sz="2800" b="1" dirty="0">
              <a:latin typeface="微软雅黑" panose="020B0503020204020204" pitchFamily="34" charset="-122"/>
              <a:ea typeface="微软雅黑" panose="020B0503020204020204" pitchFamily="34" charset="-122"/>
            </a:endParaRPr>
          </a:p>
        </p:txBody>
      </p:sp>
      <p:sp>
        <p:nvSpPr>
          <p:cNvPr id="5" name="Text12">
            <a:extLst>
              <a:ext uri="{FF2B5EF4-FFF2-40B4-BE49-F238E27FC236}">
                <a16:creationId xmlns:a16="http://schemas.microsoft.com/office/drawing/2014/main" id="{97BF24C7-89E3-D5CF-2B34-C551FCB7D919}"/>
              </a:ext>
            </a:extLst>
          </p:cNvPr>
          <p:cNvSpPr txBox="1"/>
          <p:nvPr/>
        </p:nvSpPr>
        <p:spPr>
          <a:xfrm>
            <a:off x="9777730" y="3525915"/>
            <a:ext cx="2257737" cy="720348"/>
          </a:xfrm>
          <a:prstGeom prst="rect">
            <a:avLst/>
          </a:prstGeom>
          <a:noFill/>
          <a:effectLst/>
        </p:spPr>
        <p:txBody>
          <a:bodyPr wrap="square" lIns="75895" tIns="37948" rIns="75895" bIns="37948"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0" lang="zh-CN" altLang="en-US" sz="14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党以马克思主义为</a:t>
            </a:r>
            <a:endParaRPr kumimoji="0" lang="en-US" altLang="zh-CN" sz="14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algn="ctr"/>
            <a:r>
              <a:rPr kumimoji="0" lang="zh-CN" altLang="en-US" sz="14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指导，结合中国</a:t>
            </a:r>
            <a:endParaRPr lang="zh-CN" altLang="en-US"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638942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2"/>
          <p:cNvSpPr/>
          <p:nvPr/>
        </p:nvSpPr>
        <p:spPr>
          <a:xfrm rot="2669455">
            <a:off x="5417030" y="2664747"/>
            <a:ext cx="1440444" cy="1528504"/>
          </a:xfrm>
          <a:prstGeom prst="rect">
            <a:avLst/>
          </a:prstGeom>
          <a:solidFill>
            <a:schemeClr val="accent1"/>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endParaRPr lang="ko-KR" altLang="en-US" sz="2000" dirty="0">
              <a:latin typeface="+mj-lt"/>
            </a:endParaRPr>
          </a:p>
        </p:txBody>
      </p:sp>
      <p:sp>
        <p:nvSpPr>
          <p:cNvPr id="2" name="椭圆 1">
            <a:extLst>
              <a:ext uri="{FF2B5EF4-FFF2-40B4-BE49-F238E27FC236}">
                <a16:creationId xmlns:a16="http://schemas.microsoft.com/office/drawing/2014/main" id="{60730DD6-17C6-1F3C-CB1F-11B400417197}"/>
              </a:ext>
            </a:extLst>
          </p:cNvPr>
          <p:cNvSpPr/>
          <p:nvPr/>
        </p:nvSpPr>
        <p:spPr>
          <a:xfrm>
            <a:off x="5291158" y="2582905"/>
            <a:ext cx="1692188" cy="16921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9" name="Freeform 29">
            <a:extLst>
              <a:ext uri="{FF2B5EF4-FFF2-40B4-BE49-F238E27FC236}">
                <a16:creationId xmlns:a16="http://schemas.microsoft.com/office/drawing/2014/main" id="{B9A24821-9FFB-3F3C-E9E2-0BF6FE7EC913}"/>
              </a:ext>
            </a:extLst>
          </p:cNvPr>
          <p:cNvSpPr/>
          <p:nvPr/>
        </p:nvSpPr>
        <p:spPr bwMode="auto">
          <a:xfrm>
            <a:off x="4018055" y="1568580"/>
            <a:ext cx="4060934" cy="4060934"/>
          </a:xfrm>
          <a:prstGeom prst="ellipse">
            <a:avLst/>
          </a:prstGeom>
          <a:noFill/>
          <a:ln>
            <a:gradFill flip="none" rotWithShape="1">
              <a:gsLst>
                <a:gs pos="0">
                  <a:schemeClr val="accent1">
                    <a:alpha val="15000"/>
                  </a:schemeClr>
                </a:gs>
                <a:gs pos="100000">
                  <a:schemeClr val="accent1">
                    <a:alpha val="0"/>
                  </a:schemeClr>
                </a:gs>
              </a:gsLst>
              <a:lin ang="0" scaled="1"/>
            </a:gradFill>
            <a:prstDash val="sysDot"/>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90" name="Freeform 17">
            <a:extLst>
              <a:ext uri="{FF2B5EF4-FFF2-40B4-BE49-F238E27FC236}">
                <a16:creationId xmlns:a16="http://schemas.microsoft.com/office/drawing/2014/main" id="{A6DD7C15-3547-295D-EF04-484C0A4EEF97}"/>
              </a:ext>
            </a:extLst>
          </p:cNvPr>
          <p:cNvSpPr/>
          <p:nvPr/>
        </p:nvSpPr>
        <p:spPr bwMode="auto">
          <a:xfrm>
            <a:off x="9974449" y="4321409"/>
            <a:ext cx="207861" cy="207861"/>
          </a:xfrm>
          <a:prstGeom prst="ellipse">
            <a:avLst/>
          </a:prstGeom>
          <a:solidFill>
            <a:schemeClr val="accent1">
              <a:alpha val="16000"/>
            </a:schemeClr>
          </a:soli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91" name="Freeform 25">
            <a:extLst>
              <a:ext uri="{FF2B5EF4-FFF2-40B4-BE49-F238E27FC236}">
                <a16:creationId xmlns:a16="http://schemas.microsoft.com/office/drawing/2014/main" id="{23A47224-977B-DAAC-17EF-5EA0293E23AF}"/>
              </a:ext>
            </a:extLst>
          </p:cNvPr>
          <p:cNvSpPr/>
          <p:nvPr/>
        </p:nvSpPr>
        <p:spPr bwMode="auto">
          <a:xfrm>
            <a:off x="8021469" y="2628829"/>
            <a:ext cx="106116" cy="106116"/>
          </a:xfrm>
          <a:prstGeom prst="ellipse">
            <a:avLst/>
          </a:prstGeom>
          <a:solidFill>
            <a:schemeClr val="accent1">
              <a:alpha val="16000"/>
            </a:schemeClr>
          </a:soli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92" name="Oval 26">
            <a:extLst>
              <a:ext uri="{FF2B5EF4-FFF2-40B4-BE49-F238E27FC236}">
                <a16:creationId xmlns:a16="http://schemas.microsoft.com/office/drawing/2014/main" id="{B0103C87-3DF4-26B4-324D-F71901F2A0D1}"/>
              </a:ext>
            </a:extLst>
          </p:cNvPr>
          <p:cNvSpPr>
            <a:spLocks noChangeArrowheads="1"/>
          </p:cNvSpPr>
          <p:nvPr/>
        </p:nvSpPr>
        <p:spPr bwMode="auto">
          <a:xfrm>
            <a:off x="8578367" y="2865179"/>
            <a:ext cx="148601" cy="153394"/>
          </a:xfrm>
          <a:prstGeom prst="ellipse">
            <a:avLst/>
          </a:prstGeom>
          <a:solidFill>
            <a:schemeClr val="accent1"/>
          </a:soli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93" name="Freeform 51">
            <a:extLst>
              <a:ext uri="{FF2B5EF4-FFF2-40B4-BE49-F238E27FC236}">
                <a16:creationId xmlns:a16="http://schemas.microsoft.com/office/drawing/2014/main" id="{897BEDF3-2AB5-769E-9189-5B8F8E285F59}"/>
              </a:ext>
            </a:extLst>
          </p:cNvPr>
          <p:cNvSpPr/>
          <p:nvPr/>
        </p:nvSpPr>
        <p:spPr bwMode="auto">
          <a:xfrm>
            <a:off x="8094113" y="1250916"/>
            <a:ext cx="797796" cy="799426"/>
          </a:xfrm>
          <a:prstGeom prst="ellipse">
            <a:avLst/>
          </a:prstGeom>
          <a:noFill/>
          <a:ln>
            <a:gradFill>
              <a:gsLst>
                <a:gs pos="0">
                  <a:schemeClr val="accent1"/>
                </a:gs>
                <a:gs pos="100000">
                  <a:schemeClr val="accent1">
                    <a:alpha val="0"/>
                  </a:schemeClr>
                </a:gs>
              </a:gsLst>
              <a:lin ang="5400000" scaled="1"/>
            </a:grad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94" name="Freeform 52">
            <a:extLst>
              <a:ext uri="{FF2B5EF4-FFF2-40B4-BE49-F238E27FC236}">
                <a16:creationId xmlns:a16="http://schemas.microsoft.com/office/drawing/2014/main" id="{B9EB1A12-44C5-ECE9-AA93-F03FD16425DA}"/>
              </a:ext>
            </a:extLst>
          </p:cNvPr>
          <p:cNvSpPr/>
          <p:nvPr/>
        </p:nvSpPr>
        <p:spPr bwMode="auto">
          <a:xfrm>
            <a:off x="8201847" y="1360222"/>
            <a:ext cx="580808" cy="580808"/>
          </a:xfrm>
          <a:prstGeom prst="ellipse">
            <a:avLst/>
          </a:prstGeom>
          <a:solidFill>
            <a:schemeClr val="accent1"/>
          </a:solidFill>
          <a:ln>
            <a:gradFill flip="none" rotWithShape="1">
              <a:gsLst>
                <a:gs pos="13000">
                  <a:schemeClr val="accent1">
                    <a:alpha val="0"/>
                  </a:schemeClr>
                </a:gs>
                <a:gs pos="100000">
                  <a:schemeClr val="accent1"/>
                </a:gs>
              </a:gsLst>
              <a:lin ang="5400000" scaled="1"/>
            </a:grad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95" name="Freeform 61">
            <a:extLst>
              <a:ext uri="{FF2B5EF4-FFF2-40B4-BE49-F238E27FC236}">
                <a16:creationId xmlns:a16="http://schemas.microsoft.com/office/drawing/2014/main" id="{FF64B2AC-B642-E393-A186-58B6D594EA6C}"/>
              </a:ext>
            </a:extLst>
          </p:cNvPr>
          <p:cNvSpPr/>
          <p:nvPr/>
        </p:nvSpPr>
        <p:spPr bwMode="auto">
          <a:xfrm>
            <a:off x="9093896" y="2979407"/>
            <a:ext cx="797796" cy="801058"/>
          </a:xfrm>
          <a:prstGeom prst="ellipse">
            <a:avLst/>
          </a:prstGeom>
          <a:noFill/>
          <a:ln>
            <a:gradFill>
              <a:gsLst>
                <a:gs pos="0">
                  <a:schemeClr val="accent1"/>
                </a:gs>
                <a:gs pos="100000">
                  <a:schemeClr val="accent1">
                    <a:alpha val="0"/>
                  </a:schemeClr>
                </a:gs>
              </a:gsLst>
              <a:lin ang="5400000" scaled="1"/>
            </a:grad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96" name="Freeform 62">
            <a:extLst>
              <a:ext uri="{FF2B5EF4-FFF2-40B4-BE49-F238E27FC236}">
                <a16:creationId xmlns:a16="http://schemas.microsoft.com/office/drawing/2014/main" id="{B4242862-2FD6-F69B-9451-3DCE3A5F9D85}"/>
              </a:ext>
            </a:extLst>
          </p:cNvPr>
          <p:cNvSpPr/>
          <p:nvPr/>
        </p:nvSpPr>
        <p:spPr bwMode="auto">
          <a:xfrm>
            <a:off x="9202390" y="3087085"/>
            <a:ext cx="580808" cy="585702"/>
          </a:xfrm>
          <a:prstGeom prst="ellipse">
            <a:avLst/>
          </a:prstGeom>
          <a:solidFill>
            <a:schemeClr val="accent1"/>
          </a:solidFill>
          <a:ln>
            <a:gradFill flip="none" rotWithShape="1">
              <a:gsLst>
                <a:gs pos="13000">
                  <a:schemeClr val="accent1">
                    <a:alpha val="0"/>
                  </a:schemeClr>
                </a:gs>
                <a:gs pos="100000">
                  <a:schemeClr val="accent1"/>
                </a:gs>
              </a:gsLst>
              <a:lin ang="5400000" scaled="1"/>
            </a:grad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97" name="Freeform 67">
            <a:extLst>
              <a:ext uri="{FF2B5EF4-FFF2-40B4-BE49-F238E27FC236}">
                <a16:creationId xmlns:a16="http://schemas.microsoft.com/office/drawing/2014/main" id="{F39B19D1-1A7D-0A5A-FF00-D67C31FB7073}"/>
              </a:ext>
            </a:extLst>
          </p:cNvPr>
          <p:cNvSpPr/>
          <p:nvPr/>
        </p:nvSpPr>
        <p:spPr bwMode="auto">
          <a:xfrm>
            <a:off x="8057220" y="5175582"/>
            <a:ext cx="797796" cy="802688"/>
          </a:xfrm>
          <a:prstGeom prst="ellipse">
            <a:avLst/>
          </a:prstGeom>
          <a:noFill/>
          <a:ln>
            <a:gradFill>
              <a:gsLst>
                <a:gs pos="0">
                  <a:schemeClr val="accent1"/>
                </a:gs>
                <a:gs pos="100000">
                  <a:schemeClr val="accent1">
                    <a:alpha val="0"/>
                  </a:schemeClr>
                </a:gs>
              </a:gsLst>
              <a:lin ang="5400000" scaled="1"/>
            </a:grad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98" name="Freeform 68">
            <a:extLst>
              <a:ext uri="{FF2B5EF4-FFF2-40B4-BE49-F238E27FC236}">
                <a16:creationId xmlns:a16="http://schemas.microsoft.com/office/drawing/2014/main" id="{C91B4BD1-6B2C-038B-1B21-C6FE5FAB9FC0}"/>
              </a:ext>
            </a:extLst>
          </p:cNvPr>
          <p:cNvSpPr/>
          <p:nvPr/>
        </p:nvSpPr>
        <p:spPr bwMode="auto">
          <a:xfrm>
            <a:off x="8166471" y="5285004"/>
            <a:ext cx="580808" cy="580808"/>
          </a:xfrm>
          <a:prstGeom prst="ellipse">
            <a:avLst/>
          </a:prstGeom>
          <a:solidFill>
            <a:schemeClr val="accent1"/>
          </a:solidFill>
          <a:ln>
            <a:gradFill flip="none" rotWithShape="1">
              <a:gsLst>
                <a:gs pos="13000">
                  <a:schemeClr val="accent1">
                    <a:alpha val="0"/>
                  </a:schemeClr>
                </a:gs>
                <a:gs pos="100000">
                  <a:schemeClr val="accent1"/>
                </a:gs>
              </a:gsLst>
              <a:lin ang="5400000" scaled="1"/>
            </a:grad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99" name="任意多边形: 形状 98">
            <a:extLst>
              <a:ext uri="{FF2B5EF4-FFF2-40B4-BE49-F238E27FC236}">
                <a16:creationId xmlns:a16="http://schemas.microsoft.com/office/drawing/2014/main" id="{7C175821-3B77-D070-888B-9F0582AC9821}"/>
              </a:ext>
            </a:extLst>
          </p:cNvPr>
          <p:cNvSpPr/>
          <p:nvPr/>
        </p:nvSpPr>
        <p:spPr>
          <a:xfrm>
            <a:off x="6908339" y="1655647"/>
            <a:ext cx="1041400" cy="589280"/>
          </a:xfrm>
          <a:custGeom>
            <a:avLst/>
            <a:gdLst>
              <a:gd name="connsiteX0" fmla="*/ 0 w 1041400"/>
              <a:gd name="connsiteY0" fmla="*/ 589280 h 589280"/>
              <a:gd name="connsiteX1" fmla="*/ 264160 w 1041400"/>
              <a:gd name="connsiteY1" fmla="*/ 0 h 589280"/>
              <a:gd name="connsiteX2" fmla="*/ 1041400 w 1041400"/>
              <a:gd name="connsiteY2" fmla="*/ 0 h 589280"/>
            </a:gdLst>
            <a:ahLst/>
            <a:cxnLst>
              <a:cxn ang="0">
                <a:pos x="connsiteX0" y="connsiteY0"/>
              </a:cxn>
              <a:cxn ang="0">
                <a:pos x="connsiteX1" y="connsiteY1"/>
              </a:cxn>
              <a:cxn ang="0">
                <a:pos x="connsiteX2" y="connsiteY2"/>
              </a:cxn>
            </a:cxnLst>
            <a:rect l="l" t="t" r="r" b="b"/>
            <a:pathLst>
              <a:path w="1041400" h="589280">
                <a:moveTo>
                  <a:pt x="0" y="589280"/>
                </a:moveTo>
                <a:lnTo>
                  <a:pt x="264160" y="0"/>
                </a:lnTo>
                <a:lnTo>
                  <a:pt x="1041400" y="0"/>
                </a:lnTo>
              </a:path>
            </a:pathLst>
          </a:custGeom>
          <a:noFill/>
          <a:ln w="31750" cap="rnd">
            <a:gradFill flip="none" rotWithShape="1">
              <a:gsLst>
                <a:gs pos="0">
                  <a:schemeClr val="accent1">
                    <a:alpha val="0"/>
                  </a:schemeClr>
                </a:gs>
                <a:gs pos="100000">
                  <a:schemeClr val="accent1"/>
                </a:gs>
              </a:gsLst>
              <a:lin ang="189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100" name="任意多边形: 形状 99">
            <a:extLst>
              <a:ext uri="{FF2B5EF4-FFF2-40B4-BE49-F238E27FC236}">
                <a16:creationId xmlns:a16="http://schemas.microsoft.com/office/drawing/2014/main" id="{23D91DEC-7B20-6775-05AE-858D19337D2F}"/>
              </a:ext>
            </a:extLst>
          </p:cNvPr>
          <p:cNvSpPr/>
          <p:nvPr/>
        </p:nvSpPr>
        <p:spPr>
          <a:xfrm>
            <a:off x="5627171" y="3390426"/>
            <a:ext cx="3366926" cy="766495"/>
          </a:xfrm>
          <a:custGeom>
            <a:avLst/>
            <a:gdLst>
              <a:gd name="connsiteX0" fmla="*/ 1381125 w 1381125"/>
              <a:gd name="connsiteY0" fmla="*/ 0 h 609600"/>
              <a:gd name="connsiteX1" fmla="*/ 609600 w 1381125"/>
              <a:gd name="connsiteY1" fmla="*/ 0 h 609600"/>
              <a:gd name="connsiteX2" fmla="*/ 0 w 1381125"/>
              <a:gd name="connsiteY2" fmla="*/ 609600 h 609600"/>
            </a:gdLst>
            <a:ahLst/>
            <a:cxnLst>
              <a:cxn ang="0">
                <a:pos x="connsiteX0" y="connsiteY0"/>
              </a:cxn>
              <a:cxn ang="0">
                <a:pos x="connsiteX1" y="connsiteY1"/>
              </a:cxn>
              <a:cxn ang="0">
                <a:pos x="connsiteX2" y="connsiteY2"/>
              </a:cxn>
            </a:cxnLst>
            <a:rect l="l" t="t" r="r" b="b"/>
            <a:pathLst>
              <a:path w="1381125" h="609600">
                <a:moveTo>
                  <a:pt x="1381125" y="0"/>
                </a:moveTo>
                <a:lnTo>
                  <a:pt x="609600" y="0"/>
                </a:lnTo>
                <a:lnTo>
                  <a:pt x="0" y="609600"/>
                </a:lnTo>
              </a:path>
            </a:pathLst>
          </a:custGeom>
          <a:noFill/>
          <a:ln w="31750" cap="rnd">
            <a:gradFill flip="none" rotWithShape="1">
              <a:gsLst>
                <a:gs pos="0">
                  <a:schemeClr val="accent1">
                    <a:alpha val="0"/>
                  </a:schemeClr>
                </a:gs>
                <a:gs pos="100000">
                  <a:schemeClr val="accent1"/>
                </a:gs>
              </a:gsLst>
              <a:lin ang="189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101" name="任意多边形: 形状 100">
            <a:extLst>
              <a:ext uri="{FF2B5EF4-FFF2-40B4-BE49-F238E27FC236}">
                <a16:creationId xmlns:a16="http://schemas.microsoft.com/office/drawing/2014/main" id="{4C6CABDA-9E5E-7169-75A2-EBA0876083AA}"/>
              </a:ext>
            </a:extLst>
          </p:cNvPr>
          <p:cNvSpPr/>
          <p:nvPr/>
        </p:nvSpPr>
        <p:spPr>
          <a:xfrm>
            <a:off x="6880722" y="4821154"/>
            <a:ext cx="1046922" cy="746539"/>
          </a:xfrm>
          <a:custGeom>
            <a:avLst/>
            <a:gdLst>
              <a:gd name="connsiteX0" fmla="*/ 1046922 w 1046922"/>
              <a:gd name="connsiteY0" fmla="*/ 746539 h 746539"/>
              <a:gd name="connsiteX1" fmla="*/ 472661 w 1046922"/>
              <a:gd name="connsiteY1" fmla="*/ 746539 h 746539"/>
              <a:gd name="connsiteX2" fmla="*/ 0 w 1046922"/>
              <a:gd name="connsiteY2" fmla="*/ 0 h 746539"/>
            </a:gdLst>
            <a:ahLst/>
            <a:cxnLst>
              <a:cxn ang="0">
                <a:pos x="connsiteX0" y="connsiteY0"/>
              </a:cxn>
              <a:cxn ang="0">
                <a:pos x="connsiteX1" y="connsiteY1"/>
              </a:cxn>
              <a:cxn ang="0">
                <a:pos x="connsiteX2" y="connsiteY2"/>
              </a:cxn>
            </a:cxnLst>
            <a:rect l="l" t="t" r="r" b="b"/>
            <a:pathLst>
              <a:path w="1046922" h="746539">
                <a:moveTo>
                  <a:pt x="1046922" y="746539"/>
                </a:moveTo>
                <a:lnTo>
                  <a:pt x="472661" y="746539"/>
                </a:lnTo>
                <a:lnTo>
                  <a:pt x="0" y="0"/>
                </a:lnTo>
              </a:path>
            </a:pathLst>
          </a:custGeom>
          <a:noFill/>
          <a:ln w="31750" cap="rnd">
            <a:gradFill flip="none" rotWithShape="1">
              <a:gsLst>
                <a:gs pos="0">
                  <a:schemeClr val="accent1">
                    <a:alpha val="0"/>
                  </a:schemeClr>
                </a:gs>
                <a:gs pos="100000">
                  <a:schemeClr val="accent1"/>
                </a:gs>
              </a:gsLst>
              <a:lin ang="27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102" name="Freeform 17">
            <a:extLst>
              <a:ext uri="{FF2B5EF4-FFF2-40B4-BE49-F238E27FC236}">
                <a16:creationId xmlns:a16="http://schemas.microsoft.com/office/drawing/2014/main" id="{27282BF4-F297-E3B6-B54F-170983B0CE82}"/>
              </a:ext>
            </a:extLst>
          </p:cNvPr>
          <p:cNvSpPr/>
          <p:nvPr/>
        </p:nvSpPr>
        <p:spPr bwMode="auto">
          <a:xfrm flipH="1" flipV="1">
            <a:off x="3840782" y="2420968"/>
            <a:ext cx="207861" cy="207861"/>
          </a:xfrm>
          <a:prstGeom prst="ellipse">
            <a:avLst/>
          </a:prstGeom>
          <a:solidFill>
            <a:schemeClr val="accent1">
              <a:alpha val="16000"/>
            </a:schemeClr>
          </a:soli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03" name="Freeform 25">
            <a:extLst>
              <a:ext uri="{FF2B5EF4-FFF2-40B4-BE49-F238E27FC236}">
                <a16:creationId xmlns:a16="http://schemas.microsoft.com/office/drawing/2014/main" id="{4AC4C71D-34DF-D6B3-FF5B-BD11D8027315}"/>
              </a:ext>
            </a:extLst>
          </p:cNvPr>
          <p:cNvSpPr/>
          <p:nvPr/>
        </p:nvSpPr>
        <p:spPr bwMode="auto">
          <a:xfrm flipH="1" flipV="1">
            <a:off x="3847165" y="4338690"/>
            <a:ext cx="106116" cy="106116"/>
          </a:xfrm>
          <a:prstGeom prst="ellipse">
            <a:avLst/>
          </a:prstGeom>
          <a:solidFill>
            <a:schemeClr val="accent1">
              <a:alpha val="16000"/>
            </a:schemeClr>
          </a:soli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04" name="Oval 26">
            <a:extLst>
              <a:ext uri="{FF2B5EF4-FFF2-40B4-BE49-F238E27FC236}">
                <a16:creationId xmlns:a16="http://schemas.microsoft.com/office/drawing/2014/main" id="{12792BFD-AEB7-DE4E-657E-8F31299E9A09}"/>
              </a:ext>
            </a:extLst>
          </p:cNvPr>
          <p:cNvSpPr>
            <a:spLocks noChangeArrowheads="1"/>
          </p:cNvSpPr>
          <p:nvPr/>
        </p:nvSpPr>
        <p:spPr bwMode="auto">
          <a:xfrm flipH="1" flipV="1">
            <a:off x="3242028" y="4082317"/>
            <a:ext cx="148601" cy="153394"/>
          </a:xfrm>
          <a:prstGeom prst="ellipse">
            <a:avLst/>
          </a:prstGeom>
          <a:solidFill>
            <a:schemeClr val="accent1"/>
          </a:solidFill>
          <a:ln w="9525">
            <a:noFill/>
            <a:round/>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05" name="Freeform 51">
            <a:extLst>
              <a:ext uri="{FF2B5EF4-FFF2-40B4-BE49-F238E27FC236}">
                <a16:creationId xmlns:a16="http://schemas.microsoft.com/office/drawing/2014/main" id="{54ED29B7-0DA8-B95C-E698-6B39B0661ACA}"/>
              </a:ext>
            </a:extLst>
          </p:cNvPr>
          <p:cNvSpPr/>
          <p:nvPr/>
        </p:nvSpPr>
        <p:spPr bwMode="auto">
          <a:xfrm flipH="1" flipV="1">
            <a:off x="3062200" y="5046477"/>
            <a:ext cx="797796" cy="799426"/>
          </a:xfrm>
          <a:prstGeom prst="ellipse">
            <a:avLst/>
          </a:prstGeom>
          <a:noFill/>
          <a:ln>
            <a:gradFill>
              <a:gsLst>
                <a:gs pos="0">
                  <a:schemeClr val="accent1"/>
                </a:gs>
                <a:gs pos="100000">
                  <a:schemeClr val="accent1">
                    <a:alpha val="0"/>
                  </a:schemeClr>
                </a:gs>
              </a:gsLst>
              <a:lin ang="5400000" scaled="1"/>
            </a:grad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06" name="Freeform 52">
            <a:extLst>
              <a:ext uri="{FF2B5EF4-FFF2-40B4-BE49-F238E27FC236}">
                <a16:creationId xmlns:a16="http://schemas.microsoft.com/office/drawing/2014/main" id="{28BA9CE1-C7E5-EA72-0706-05C40F0AB24D}"/>
              </a:ext>
            </a:extLst>
          </p:cNvPr>
          <p:cNvSpPr/>
          <p:nvPr/>
        </p:nvSpPr>
        <p:spPr bwMode="auto">
          <a:xfrm flipH="1" flipV="1">
            <a:off x="3170694" y="5155786"/>
            <a:ext cx="580808" cy="580808"/>
          </a:xfrm>
          <a:prstGeom prst="ellipse">
            <a:avLst/>
          </a:prstGeom>
          <a:solidFill>
            <a:schemeClr val="accent1"/>
          </a:solidFill>
          <a:ln>
            <a:gradFill flip="none" rotWithShape="1">
              <a:gsLst>
                <a:gs pos="13000">
                  <a:schemeClr val="accent1">
                    <a:alpha val="0"/>
                  </a:schemeClr>
                </a:gs>
                <a:gs pos="100000">
                  <a:schemeClr val="accent1"/>
                </a:gs>
              </a:gsLst>
              <a:lin ang="5400000" scaled="1"/>
            </a:grad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07" name="Freeform 67">
            <a:extLst>
              <a:ext uri="{FF2B5EF4-FFF2-40B4-BE49-F238E27FC236}">
                <a16:creationId xmlns:a16="http://schemas.microsoft.com/office/drawing/2014/main" id="{9BA3FB09-C1E7-8BA7-4990-BB816B6B5627}"/>
              </a:ext>
            </a:extLst>
          </p:cNvPr>
          <p:cNvSpPr/>
          <p:nvPr/>
        </p:nvSpPr>
        <p:spPr bwMode="auto">
          <a:xfrm flipH="1" flipV="1">
            <a:off x="3110901" y="1198697"/>
            <a:ext cx="797796" cy="802688"/>
          </a:xfrm>
          <a:prstGeom prst="ellipse">
            <a:avLst/>
          </a:prstGeom>
          <a:noFill/>
          <a:ln>
            <a:gradFill>
              <a:gsLst>
                <a:gs pos="0">
                  <a:schemeClr val="accent1"/>
                </a:gs>
                <a:gs pos="100000">
                  <a:schemeClr val="accent1">
                    <a:alpha val="0"/>
                  </a:schemeClr>
                </a:gs>
              </a:gsLst>
              <a:lin ang="5400000" scaled="1"/>
            </a:grad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08" name="Freeform 68">
            <a:extLst>
              <a:ext uri="{FF2B5EF4-FFF2-40B4-BE49-F238E27FC236}">
                <a16:creationId xmlns:a16="http://schemas.microsoft.com/office/drawing/2014/main" id="{3A0D843F-56AF-8011-576B-BC9459527235}"/>
              </a:ext>
            </a:extLst>
          </p:cNvPr>
          <p:cNvSpPr/>
          <p:nvPr/>
        </p:nvSpPr>
        <p:spPr bwMode="auto">
          <a:xfrm flipH="1" flipV="1">
            <a:off x="3219395" y="1309637"/>
            <a:ext cx="580808" cy="580808"/>
          </a:xfrm>
          <a:prstGeom prst="ellipse">
            <a:avLst/>
          </a:prstGeom>
          <a:solidFill>
            <a:schemeClr val="accent1"/>
          </a:solidFill>
          <a:ln>
            <a:gradFill flip="none" rotWithShape="1">
              <a:gsLst>
                <a:gs pos="13000">
                  <a:schemeClr val="accent1">
                    <a:alpha val="0"/>
                  </a:schemeClr>
                </a:gs>
                <a:gs pos="100000">
                  <a:schemeClr val="accent1"/>
                </a:gs>
              </a:gsLst>
              <a:lin ang="5400000" scaled="1"/>
            </a:grad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09" name="任意多边形: 形状 108">
            <a:extLst>
              <a:ext uri="{FF2B5EF4-FFF2-40B4-BE49-F238E27FC236}">
                <a16:creationId xmlns:a16="http://schemas.microsoft.com/office/drawing/2014/main" id="{AC17D75C-36DF-87CB-2683-7D06FE16514F}"/>
              </a:ext>
            </a:extLst>
          </p:cNvPr>
          <p:cNvSpPr/>
          <p:nvPr/>
        </p:nvSpPr>
        <p:spPr>
          <a:xfrm flipH="1" flipV="1">
            <a:off x="4004370" y="4851892"/>
            <a:ext cx="1041400" cy="589280"/>
          </a:xfrm>
          <a:custGeom>
            <a:avLst/>
            <a:gdLst>
              <a:gd name="connsiteX0" fmla="*/ 0 w 1041400"/>
              <a:gd name="connsiteY0" fmla="*/ 589280 h 589280"/>
              <a:gd name="connsiteX1" fmla="*/ 264160 w 1041400"/>
              <a:gd name="connsiteY1" fmla="*/ 0 h 589280"/>
              <a:gd name="connsiteX2" fmla="*/ 1041400 w 1041400"/>
              <a:gd name="connsiteY2" fmla="*/ 0 h 589280"/>
            </a:gdLst>
            <a:ahLst/>
            <a:cxnLst>
              <a:cxn ang="0">
                <a:pos x="connsiteX0" y="connsiteY0"/>
              </a:cxn>
              <a:cxn ang="0">
                <a:pos x="connsiteX1" y="connsiteY1"/>
              </a:cxn>
              <a:cxn ang="0">
                <a:pos x="connsiteX2" y="connsiteY2"/>
              </a:cxn>
            </a:cxnLst>
            <a:rect l="l" t="t" r="r" b="b"/>
            <a:pathLst>
              <a:path w="1041400" h="589280">
                <a:moveTo>
                  <a:pt x="0" y="589280"/>
                </a:moveTo>
                <a:lnTo>
                  <a:pt x="264160" y="0"/>
                </a:lnTo>
                <a:lnTo>
                  <a:pt x="1041400" y="0"/>
                </a:lnTo>
              </a:path>
            </a:pathLst>
          </a:custGeom>
          <a:noFill/>
          <a:ln w="31750" cap="rnd">
            <a:gradFill flip="none" rotWithShape="1">
              <a:gsLst>
                <a:gs pos="0">
                  <a:schemeClr val="accent1">
                    <a:alpha val="0"/>
                  </a:schemeClr>
                </a:gs>
                <a:gs pos="100000">
                  <a:schemeClr val="accent1"/>
                </a:gs>
              </a:gsLst>
              <a:lin ang="189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110" name="Freeform 61">
            <a:extLst>
              <a:ext uri="{FF2B5EF4-FFF2-40B4-BE49-F238E27FC236}">
                <a16:creationId xmlns:a16="http://schemas.microsoft.com/office/drawing/2014/main" id="{DA83D40F-F155-B984-C040-5A14397248AE}"/>
              </a:ext>
            </a:extLst>
          </p:cNvPr>
          <p:cNvSpPr/>
          <p:nvPr/>
        </p:nvSpPr>
        <p:spPr bwMode="auto">
          <a:xfrm flipH="1">
            <a:off x="2199616" y="3025986"/>
            <a:ext cx="797796" cy="801058"/>
          </a:xfrm>
          <a:prstGeom prst="ellipse">
            <a:avLst/>
          </a:prstGeom>
          <a:noFill/>
          <a:ln>
            <a:gradFill>
              <a:gsLst>
                <a:gs pos="0">
                  <a:schemeClr val="accent1"/>
                </a:gs>
                <a:gs pos="100000">
                  <a:schemeClr val="accent1">
                    <a:alpha val="0"/>
                  </a:schemeClr>
                </a:gs>
              </a:gsLst>
              <a:lin ang="5400000" scaled="1"/>
            </a:grad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11" name="Freeform 62">
            <a:extLst>
              <a:ext uri="{FF2B5EF4-FFF2-40B4-BE49-F238E27FC236}">
                <a16:creationId xmlns:a16="http://schemas.microsoft.com/office/drawing/2014/main" id="{19B0E990-4249-8130-D291-0E82F9365BA7}"/>
              </a:ext>
            </a:extLst>
          </p:cNvPr>
          <p:cNvSpPr/>
          <p:nvPr/>
        </p:nvSpPr>
        <p:spPr bwMode="auto">
          <a:xfrm flipH="1">
            <a:off x="2308110" y="3133664"/>
            <a:ext cx="580808" cy="585702"/>
          </a:xfrm>
          <a:prstGeom prst="ellipse">
            <a:avLst/>
          </a:prstGeom>
          <a:solidFill>
            <a:schemeClr val="accent1"/>
          </a:solidFill>
          <a:ln>
            <a:gradFill flip="none" rotWithShape="1">
              <a:gsLst>
                <a:gs pos="13000">
                  <a:schemeClr val="accent1">
                    <a:alpha val="0"/>
                  </a:schemeClr>
                </a:gs>
                <a:gs pos="100000">
                  <a:schemeClr val="accent1"/>
                </a:gs>
              </a:gsLst>
              <a:lin ang="5400000" scaled="1"/>
            </a:grad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112" name="任意多边形: 形状 111">
            <a:extLst>
              <a:ext uri="{FF2B5EF4-FFF2-40B4-BE49-F238E27FC236}">
                <a16:creationId xmlns:a16="http://schemas.microsoft.com/office/drawing/2014/main" id="{B26B4FE1-1676-8361-E009-4726A7B70CA3}"/>
              </a:ext>
            </a:extLst>
          </p:cNvPr>
          <p:cNvSpPr/>
          <p:nvPr/>
        </p:nvSpPr>
        <p:spPr>
          <a:xfrm flipH="1">
            <a:off x="3117240" y="3437779"/>
            <a:ext cx="3763481" cy="609600"/>
          </a:xfrm>
          <a:custGeom>
            <a:avLst/>
            <a:gdLst>
              <a:gd name="connsiteX0" fmla="*/ 1381125 w 1381125"/>
              <a:gd name="connsiteY0" fmla="*/ 0 h 609600"/>
              <a:gd name="connsiteX1" fmla="*/ 609600 w 1381125"/>
              <a:gd name="connsiteY1" fmla="*/ 0 h 609600"/>
              <a:gd name="connsiteX2" fmla="*/ 0 w 1381125"/>
              <a:gd name="connsiteY2" fmla="*/ 609600 h 609600"/>
            </a:gdLst>
            <a:ahLst/>
            <a:cxnLst>
              <a:cxn ang="0">
                <a:pos x="connsiteX0" y="connsiteY0"/>
              </a:cxn>
              <a:cxn ang="0">
                <a:pos x="connsiteX1" y="connsiteY1"/>
              </a:cxn>
              <a:cxn ang="0">
                <a:pos x="connsiteX2" y="connsiteY2"/>
              </a:cxn>
            </a:cxnLst>
            <a:rect l="l" t="t" r="r" b="b"/>
            <a:pathLst>
              <a:path w="1381125" h="609600">
                <a:moveTo>
                  <a:pt x="1381125" y="0"/>
                </a:moveTo>
                <a:lnTo>
                  <a:pt x="609600" y="0"/>
                </a:lnTo>
                <a:lnTo>
                  <a:pt x="0" y="609600"/>
                </a:lnTo>
              </a:path>
            </a:pathLst>
          </a:custGeom>
          <a:noFill/>
          <a:ln w="31750" cap="rnd">
            <a:gradFill flip="none" rotWithShape="1">
              <a:gsLst>
                <a:gs pos="0">
                  <a:schemeClr val="accent1">
                    <a:alpha val="0"/>
                  </a:schemeClr>
                </a:gs>
                <a:gs pos="100000">
                  <a:schemeClr val="accent1"/>
                </a:gs>
              </a:gsLst>
              <a:lin ang="189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113" name="任意多边形: 形状 112">
            <a:extLst>
              <a:ext uri="{FF2B5EF4-FFF2-40B4-BE49-F238E27FC236}">
                <a16:creationId xmlns:a16="http://schemas.microsoft.com/office/drawing/2014/main" id="{96214570-317A-70A1-3B9A-88BF53A3DE80}"/>
              </a:ext>
            </a:extLst>
          </p:cNvPr>
          <p:cNvSpPr/>
          <p:nvPr/>
        </p:nvSpPr>
        <p:spPr>
          <a:xfrm flipH="1" flipV="1">
            <a:off x="4038273" y="1609274"/>
            <a:ext cx="1046922" cy="746539"/>
          </a:xfrm>
          <a:custGeom>
            <a:avLst/>
            <a:gdLst>
              <a:gd name="connsiteX0" fmla="*/ 1046922 w 1046922"/>
              <a:gd name="connsiteY0" fmla="*/ 746539 h 746539"/>
              <a:gd name="connsiteX1" fmla="*/ 472661 w 1046922"/>
              <a:gd name="connsiteY1" fmla="*/ 746539 h 746539"/>
              <a:gd name="connsiteX2" fmla="*/ 0 w 1046922"/>
              <a:gd name="connsiteY2" fmla="*/ 0 h 746539"/>
            </a:gdLst>
            <a:ahLst/>
            <a:cxnLst>
              <a:cxn ang="0">
                <a:pos x="connsiteX0" y="connsiteY0"/>
              </a:cxn>
              <a:cxn ang="0">
                <a:pos x="connsiteX1" y="connsiteY1"/>
              </a:cxn>
              <a:cxn ang="0">
                <a:pos x="connsiteX2" y="connsiteY2"/>
              </a:cxn>
            </a:cxnLst>
            <a:rect l="l" t="t" r="r" b="b"/>
            <a:pathLst>
              <a:path w="1046922" h="746539">
                <a:moveTo>
                  <a:pt x="1046922" y="746539"/>
                </a:moveTo>
                <a:lnTo>
                  <a:pt x="472661" y="746539"/>
                </a:lnTo>
                <a:lnTo>
                  <a:pt x="0" y="0"/>
                </a:lnTo>
              </a:path>
            </a:pathLst>
          </a:custGeom>
          <a:noFill/>
          <a:ln w="31750" cap="rnd">
            <a:gradFill flip="none" rotWithShape="1">
              <a:gsLst>
                <a:gs pos="0">
                  <a:schemeClr val="accent1">
                    <a:alpha val="0"/>
                  </a:schemeClr>
                </a:gs>
                <a:gs pos="100000">
                  <a:schemeClr val="accent1"/>
                </a:gs>
              </a:gsLst>
              <a:lin ang="27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cxnSp>
        <p:nvCxnSpPr>
          <p:cNvPr id="114" name="直接连接符 113">
            <a:extLst>
              <a:ext uri="{FF2B5EF4-FFF2-40B4-BE49-F238E27FC236}">
                <a16:creationId xmlns:a16="http://schemas.microsoft.com/office/drawing/2014/main" id="{BCB70CD3-9219-A283-D068-9D3B9CC87738}"/>
              </a:ext>
            </a:extLst>
          </p:cNvPr>
          <p:cNvCxnSpPr/>
          <p:nvPr/>
        </p:nvCxnSpPr>
        <p:spPr>
          <a:xfrm>
            <a:off x="7461299" y="1580702"/>
            <a:ext cx="393479" cy="0"/>
          </a:xfrm>
          <a:prstGeom prst="line">
            <a:avLst/>
          </a:prstGeom>
          <a:noFill/>
          <a:ln w="12700" cap="rnd">
            <a:gradFill flip="none" rotWithShape="1">
              <a:gsLst>
                <a:gs pos="0">
                  <a:schemeClr val="accent1">
                    <a:alpha val="0"/>
                  </a:schemeClr>
                </a:gs>
                <a:gs pos="100000">
                  <a:schemeClr val="accent1">
                    <a:alpha val="20000"/>
                  </a:schemeClr>
                </a:gs>
              </a:gsLst>
              <a:lin ang="0" scaled="1"/>
            </a:gradFill>
            <a:round/>
          </a:ln>
        </p:spPr>
        <p:style>
          <a:lnRef idx="2">
            <a:schemeClr val="accent1">
              <a:shade val="50000"/>
            </a:schemeClr>
          </a:lnRef>
          <a:fillRef idx="1">
            <a:schemeClr val="accent1"/>
          </a:fillRef>
          <a:effectRef idx="0">
            <a:schemeClr val="accent1"/>
          </a:effectRef>
          <a:fontRef idx="minor">
            <a:schemeClr val="lt1"/>
          </a:fontRef>
        </p:style>
      </p:cxnSp>
      <p:cxnSp>
        <p:nvCxnSpPr>
          <p:cNvPr id="115" name="直接连接符 114">
            <a:extLst>
              <a:ext uri="{FF2B5EF4-FFF2-40B4-BE49-F238E27FC236}">
                <a16:creationId xmlns:a16="http://schemas.microsoft.com/office/drawing/2014/main" id="{5401B04F-DC92-43AA-BC66-6CC0FE332E24}"/>
              </a:ext>
            </a:extLst>
          </p:cNvPr>
          <p:cNvCxnSpPr/>
          <p:nvPr/>
        </p:nvCxnSpPr>
        <p:spPr>
          <a:xfrm>
            <a:off x="7300842" y="1738402"/>
            <a:ext cx="393479" cy="0"/>
          </a:xfrm>
          <a:prstGeom prst="line">
            <a:avLst/>
          </a:prstGeom>
          <a:noFill/>
          <a:ln w="12700" cap="rnd">
            <a:gradFill flip="none" rotWithShape="1">
              <a:gsLst>
                <a:gs pos="0">
                  <a:schemeClr val="accent1">
                    <a:alpha val="0"/>
                  </a:schemeClr>
                </a:gs>
                <a:gs pos="100000">
                  <a:schemeClr val="accent1">
                    <a:alpha val="50000"/>
                  </a:schemeClr>
                </a:gs>
              </a:gsLst>
              <a:lin ang="0" scaled="1"/>
            </a:gradFill>
            <a:round/>
          </a:ln>
        </p:spPr>
        <p:style>
          <a:lnRef idx="2">
            <a:schemeClr val="accent1">
              <a:shade val="50000"/>
            </a:schemeClr>
          </a:lnRef>
          <a:fillRef idx="1">
            <a:schemeClr val="accent1"/>
          </a:fillRef>
          <a:effectRef idx="0">
            <a:schemeClr val="accent1"/>
          </a:effectRef>
          <a:fontRef idx="minor">
            <a:schemeClr val="lt1"/>
          </a:fontRef>
        </p:style>
      </p:cxnSp>
      <p:cxnSp>
        <p:nvCxnSpPr>
          <p:cNvPr id="116" name="直接连接符 115">
            <a:extLst>
              <a:ext uri="{FF2B5EF4-FFF2-40B4-BE49-F238E27FC236}">
                <a16:creationId xmlns:a16="http://schemas.microsoft.com/office/drawing/2014/main" id="{5EE787B5-6775-E836-E9A0-7FDA49359E0A}"/>
              </a:ext>
            </a:extLst>
          </p:cNvPr>
          <p:cNvCxnSpPr/>
          <p:nvPr/>
        </p:nvCxnSpPr>
        <p:spPr>
          <a:xfrm>
            <a:off x="8256269" y="3308365"/>
            <a:ext cx="393479" cy="0"/>
          </a:xfrm>
          <a:prstGeom prst="line">
            <a:avLst/>
          </a:prstGeom>
          <a:noFill/>
          <a:ln w="12700" cap="rnd">
            <a:gradFill flip="none" rotWithShape="1">
              <a:gsLst>
                <a:gs pos="0">
                  <a:schemeClr val="accent1">
                    <a:alpha val="0"/>
                  </a:schemeClr>
                </a:gs>
                <a:gs pos="100000">
                  <a:schemeClr val="accent1">
                    <a:alpha val="20000"/>
                  </a:schemeClr>
                </a:gs>
              </a:gsLst>
              <a:lin ang="0" scaled="1"/>
            </a:gradFill>
            <a:round/>
          </a:ln>
        </p:spPr>
        <p:style>
          <a:lnRef idx="2">
            <a:schemeClr val="accent1">
              <a:shade val="50000"/>
            </a:schemeClr>
          </a:lnRef>
          <a:fillRef idx="1">
            <a:schemeClr val="accent1"/>
          </a:fillRef>
          <a:effectRef idx="0">
            <a:schemeClr val="accent1"/>
          </a:effectRef>
          <a:fontRef idx="minor">
            <a:schemeClr val="lt1"/>
          </a:fontRef>
        </p:style>
      </p:cxnSp>
      <p:cxnSp>
        <p:nvCxnSpPr>
          <p:cNvPr id="117" name="直接连接符 116">
            <a:extLst>
              <a:ext uri="{FF2B5EF4-FFF2-40B4-BE49-F238E27FC236}">
                <a16:creationId xmlns:a16="http://schemas.microsoft.com/office/drawing/2014/main" id="{DF6CF074-86E1-58E1-3BE8-A8AB1EA42769}"/>
              </a:ext>
            </a:extLst>
          </p:cNvPr>
          <p:cNvCxnSpPr/>
          <p:nvPr/>
        </p:nvCxnSpPr>
        <p:spPr>
          <a:xfrm>
            <a:off x="8453008" y="3466065"/>
            <a:ext cx="393479" cy="0"/>
          </a:xfrm>
          <a:prstGeom prst="line">
            <a:avLst/>
          </a:prstGeom>
          <a:noFill/>
          <a:ln w="12700" cap="rnd">
            <a:gradFill flip="none" rotWithShape="1">
              <a:gsLst>
                <a:gs pos="0">
                  <a:schemeClr val="accent1">
                    <a:alpha val="0"/>
                  </a:schemeClr>
                </a:gs>
                <a:gs pos="100000">
                  <a:schemeClr val="accent1">
                    <a:alpha val="50000"/>
                  </a:schemeClr>
                </a:gs>
              </a:gsLst>
              <a:lin ang="0" scaled="1"/>
            </a:gradFill>
            <a:round/>
          </a:ln>
        </p:spPr>
        <p:style>
          <a:lnRef idx="2">
            <a:schemeClr val="accent1">
              <a:shade val="50000"/>
            </a:schemeClr>
          </a:lnRef>
          <a:fillRef idx="1">
            <a:schemeClr val="accent1"/>
          </a:fillRef>
          <a:effectRef idx="0">
            <a:schemeClr val="accent1"/>
          </a:effectRef>
          <a:fontRef idx="minor">
            <a:schemeClr val="lt1"/>
          </a:fontRef>
        </p:style>
      </p:cxnSp>
      <p:cxnSp>
        <p:nvCxnSpPr>
          <p:cNvPr id="118" name="直接连接符 117">
            <a:extLst>
              <a:ext uri="{FF2B5EF4-FFF2-40B4-BE49-F238E27FC236}">
                <a16:creationId xmlns:a16="http://schemas.microsoft.com/office/drawing/2014/main" id="{0C0A65BF-EAB7-0E36-16FA-503BDC676D94}"/>
              </a:ext>
            </a:extLst>
          </p:cNvPr>
          <p:cNvCxnSpPr/>
          <p:nvPr/>
        </p:nvCxnSpPr>
        <p:spPr>
          <a:xfrm>
            <a:off x="7485778" y="5496206"/>
            <a:ext cx="393479" cy="0"/>
          </a:xfrm>
          <a:prstGeom prst="line">
            <a:avLst/>
          </a:prstGeom>
          <a:noFill/>
          <a:ln w="12700" cap="rnd">
            <a:gradFill flip="none" rotWithShape="1">
              <a:gsLst>
                <a:gs pos="0">
                  <a:schemeClr val="accent1">
                    <a:alpha val="0"/>
                  </a:schemeClr>
                </a:gs>
                <a:gs pos="100000">
                  <a:schemeClr val="accent1">
                    <a:alpha val="20000"/>
                  </a:schemeClr>
                </a:gs>
              </a:gsLst>
              <a:lin ang="0" scaled="1"/>
            </a:gradFill>
            <a:round/>
          </a:ln>
        </p:spPr>
        <p:style>
          <a:lnRef idx="2">
            <a:schemeClr val="accent1">
              <a:shade val="50000"/>
            </a:schemeClr>
          </a:lnRef>
          <a:fillRef idx="1">
            <a:schemeClr val="accent1"/>
          </a:fillRef>
          <a:effectRef idx="0">
            <a:schemeClr val="accent1"/>
          </a:effectRef>
          <a:fontRef idx="minor">
            <a:schemeClr val="lt1"/>
          </a:fontRef>
        </p:style>
      </p:cxnSp>
      <p:cxnSp>
        <p:nvCxnSpPr>
          <p:cNvPr id="119" name="直接连接符 118">
            <a:extLst>
              <a:ext uri="{FF2B5EF4-FFF2-40B4-BE49-F238E27FC236}">
                <a16:creationId xmlns:a16="http://schemas.microsoft.com/office/drawing/2014/main" id="{7E5AB19C-8618-481A-A9AD-2941BDEDFAC5}"/>
              </a:ext>
            </a:extLst>
          </p:cNvPr>
          <p:cNvCxnSpPr/>
          <p:nvPr/>
        </p:nvCxnSpPr>
        <p:spPr>
          <a:xfrm>
            <a:off x="7373978" y="5653906"/>
            <a:ext cx="393479" cy="0"/>
          </a:xfrm>
          <a:prstGeom prst="line">
            <a:avLst/>
          </a:prstGeom>
          <a:noFill/>
          <a:ln w="12700" cap="rnd">
            <a:gradFill flip="none" rotWithShape="1">
              <a:gsLst>
                <a:gs pos="0">
                  <a:schemeClr val="accent1">
                    <a:alpha val="0"/>
                  </a:schemeClr>
                </a:gs>
                <a:gs pos="100000">
                  <a:schemeClr val="accent1">
                    <a:alpha val="50000"/>
                  </a:schemeClr>
                </a:gs>
              </a:gsLst>
              <a:lin ang="0" scaled="1"/>
            </a:gradFill>
            <a:round/>
          </a:ln>
        </p:spPr>
        <p:style>
          <a:lnRef idx="2">
            <a:schemeClr val="accent1">
              <a:shade val="50000"/>
            </a:schemeClr>
          </a:lnRef>
          <a:fillRef idx="1">
            <a:schemeClr val="accent1"/>
          </a:fillRef>
          <a:effectRef idx="0">
            <a:schemeClr val="accent1"/>
          </a:effectRef>
          <a:fontRef idx="minor">
            <a:schemeClr val="lt1"/>
          </a:fontRef>
        </p:style>
      </p:cxnSp>
      <p:grpSp>
        <p:nvGrpSpPr>
          <p:cNvPr id="120" name="组合 119">
            <a:extLst>
              <a:ext uri="{FF2B5EF4-FFF2-40B4-BE49-F238E27FC236}">
                <a16:creationId xmlns:a16="http://schemas.microsoft.com/office/drawing/2014/main" id="{81877EDB-2853-D198-3574-E29C3D620E0B}"/>
              </a:ext>
            </a:extLst>
          </p:cNvPr>
          <p:cNvGrpSpPr/>
          <p:nvPr/>
        </p:nvGrpSpPr>
        <p:grpSpPr>
          <a:xfrm>
            <a:off x="4069352" y="5359757"/>
            <a:ext cx="590218" cy="157700"/>
            <a:chOff x="4082674" y="5213872"/>
            <a:chExt cx="590218" cy="157700"/>
          </a:xfrm>
        </p:grpSpPr>
        <p:cxnSp>
          <p:nvCxnSpPr>
            <p:cNvPr id="144" name="直接连接符 143">
              <a:extLst>
                <a:ext uri="{FF2B5EF4-FFF2-40B4-BE49-F238E27FC236}">
                  <a16:creationId xmlns:a16="http://schemas.microsoft.com/office/drawing/2014/main" id="{219CE033-D9B6-7D60-9DAD-6C720868A9AB}"/>
                </a:ext>
              </a:extLst>
            </p:cNvPr>
            <p:cNvCxnSpPr/>
            <p:nvPr/>
          </p:nvCxnSpPr>
          <p:spPr>
            <a:xfrm flipH="1">
              <a:off x="4279413" y="5213872"/>
              <a:ext cx="393479" cy="0"/>
            </a:xfrm>
            <a:prstGeom prst="line">
              <a:avLst/>
            </a:prstGeom>
            <a:noFill/>
            <a:ln w="12700" cap="rnd">
              <a:gradFill flip="none" rotWithShape="1">
                <a:gsLst>
                  <a:gs pos="0">
                    <a:schemeClr val="accent1">
                      <a:alpha val="0"/>
                    </a:schemeClr>
                  </a:gs>
                  <a:gs pos="100000">
                    <a:schemeClr val="accent1">
                      <a:alpha val="20000"/>
                    </a:schemeClr>
                  </a:gs>
                </a:gsLst>
                <a:lin ang="0" scaled="1"/>
              </a:gradFill>
              <a:round/>
            </a:ln>
          </p:spPr>
          <p:style>
            <a:lnRef idx="2">
              <a:schemeClr val="accent1">
                <a:shade val="50000"/>
              </a:schemeClr>
            </a:lnRef>
            <a:fillRef idx="1">
              <a:schemeClr val="accent1"/>
            </a:fillRef>
            <a:effectRef idx="0">
              <a:schemeClr val="accent1"/>
            </a:effectRef>
            <a:fontRef idx="minor">
              <a:schemeClr val="lt1"/>
            </a:fontRef>
          </p:style>
        </p:cxnSp>
        <p:cxnSp>
          <p:nvCxnSpPr>
            <p:cNvPr id="145" name="直接连接符 144">
              <a:extLst>
                <a:ext uri="{FF2B5EF4-FFF2-40B4-BE49-F238E27FC236}">
                  <a16:creationId xmlns:a16="http://schemas.microsoft.com/office/drawing/2014/main" id="{75C0F89C-A6AC-E16E-EADC-AF83B36F082A}"/>
                </a:ext>
              </a:extLst>
            </p:cNvPr>
            <p:cNvCxnSpPr/>
            <p:nvPr/>
          </p:nvCxnSpPr>
          <p:spPr>
            <a:xfrm flipH="1">
              <a:off x="4082674" y="5371572"/>
              <a:ext cx="393479" cy="0"/>
            </a:xfrm>
            <a:prstGeom prst="line">
              <a:avLst/>
            </a:prstGeom>
            <a:noFill/>
            <a:ln w="12700" cap="rnd">
              <a:gradFill flip="none" rotWithShape="1">
                <a:gsLst>
                  <a:gs pos="0">
                    <a:schemeClr val="accent1">
                      <a:alpha val="0"/>
                    </a:schemeClr>
                  </a:gs>
                  <a:gs pos="100000">
                    <a:schemeClr val="accent1">
                      <a:alpha val="50000"/>
                    </a:schemeClr>
                  </a:gs>
                </a:gsLst>
                <a:lin ang="0" scaled="1"/>
              </a:gradFill>
              <a:round/>
            </a:ln>
          </p:spPr>
          <p:style>
            <a:lnRef idx="2">
              <a:schemeClr val="accent1">
                <a:shade val="50000"/>
              </a:schemeClr>
            </a:lnRef>
            <a:fillRef idx="1">
              <a:schemeClr val="accent1"/>
            </a:fillRef>
            <a:effectRef idx="0">
              <a:schemeClr val="accent1"/>
            </a:effectRef>
            <a:fontRef idx="minor">
              <a:schemeClr val="lt1"/>
            </a:fontRef>
          </p:style>
        </p:cxnSp>
      </p:grpSp>
      <p:grpSp>
        <p:nvGrpSpPr>
          <p:cNvPr id="121" name="组合 120">
            <a:extLst>
              <a:ext uri="{FF2B5EF4-FFF2-40B4-BE49-F238E27FC236}">
                <a16:creationId xmlns:a16="http://schemas.microsoft.com/office/drawing/2014/main" id="{F303573B-10BC-C4C7-38E1-95198F50B52E}"/>
              </a:ext>
            </a:extLst>
          </p:cNvPr>
          <p:cNvGrpSpPr/>
          <p:nvPr/>
        </p:nvGrpSpPr>
        <p:grpSpPr>
          <a:xfrm>
            <a:off x="3185980" y="3367281"/>
            <a:ext cx="707509" cy="159675"/>
            <a:chOff x="3230381" y="2822833"/>
            <a:chExt cx="707509" cy="159675"/>
          </a:xfrm>
        </p:grpSpPr>
        <p:cxnSp>
          <p:nvCxnSpPr>
            <p:cNvPr id="142" name="直接连接符 141">
              <a:extLst>
                <a:ext uri="{FF2B5EF4-FFF2-40B4-BE49-F238E27FC236}">
                  <a16:creationId xmlns:a16="http://schemas.microsoft.com/office/drawing/2014/main" id="{61F12F1B-BC84-BF8D-76F0-BE512C1FF0CD}"/>
                </a:ext>
              </a:extLst>
            </p:cNvPr>
            <p:cNvCxnSpPr/>
            <p:nvPr/>
          </p:nvCxnSpPr>
          <p:spPr>
            <a:xfrm flipH="1">
              <a:off x="3230381" y="2822833"/>
              <a:ext cx="393479" cy="0"/>
            </a:xfrm>
            <a:prstGeom prst="line">
              <a:avLst/>
            </a:prstGeom>
            <a:noFill/>
            <a:ln w="12700" cap="rnd">
              <a:gradFill flip="none" rotWithShape="1">
                <a:gsLst>
                  <a:gs pos="0">
                    <a:schemeClr val="accent1">
                      <a:alpha val="0"/>
                    </a:schemeClr>
                  </a:gs>
                  <a:gs pos="100000">
                    <a:schemeClr val="accent1">
                      <a:alpha val="20000"/>
                    </a:schemeClr>
                  </a:gs>
                </a:gsLst>
                <a:lin ang="0" scaled="1"/>
              </a:gradFill>
              <a:round/>
            </a:ln>
          </p:spPr>
          <p:style>
            <a:lnRef idx="2">
              <a:schemeClr val="accent1">
                <a:shade val="50000"/>
              </a:schemeClr>
            </a:lnRef>
            <a:fillRef idx="1">
              <a:schemeClr val="accent1"/>
            </a:fillRef>
            <a:effectRef idx="0">
              <a:schemeClr val="accent1"/>
            </a:effectRef>
            <a:fontRef idx="minor">
              <a:schemeClr val="lt1"/>
            </a:fontRef>
          </p:style>
        </p:cxnSp>
        <p:cxnSp>
          <p:nvCxnSpPr>
            <p:cNvPr id="143" name="直接连接符 142">
              <a:extLst>
                <a:ext uri="{FF2B5EF4-FFF2-40B4-BE49-F238E27FC236}">
                  <a16:creationId xmlns:a16="http://schemas.microsoft.com/office/drawing/2014/main" id="{85DF68F0-AD92-B4BB-F443-D2A3AC369429}"/>
                </a:ext>
              </a:extLst>
            </p:cNvPr>
            <p:cNvCxnSpPr/>
            <p:nvPr/>
          </p:nvCxnSpPr>
          <p:spPr>
            <a:xfrm flipH="1">
              <a:off x="3544411" y="2982508"/>
              <a:ext cx="393479" cy="0"/>
            </a:xfrm>
            <a:prstGeom prst="line">
              <a:avLst/>
            </a:prstGeom>
            <a:noFill/>
            <a:ln w="12700" cap="rnd">
              <a:gradFill flip="none" rotWithShape="1">
                <a:gsLst>
                  <a:gs pos="0">
                    <a:schemeClr val="accent1">
                      <a:alpha val="0"/>
                    </a:schemeClr>
                  </a:gs>
                  <a:gs pos="100000">
                    <a:schemeClr val="accent1">
                      <a:alpha val="50000"/>
                    </a:schemeClr>
                  </a:gs>
                </a:gsLst>
                <a:lin ang="0" scaled="1"/>
              </a:gradFill>
              <a:round/>
            </a:ln>
          </p:spPr>
          <p:style>
            <a:lnRef idx="2">
              <a:schemeClr val="accent1">
                <a:shade val="50000"/>
              </a:schemeClr>
            </a:lnRef>
            <a:fillRef idx="1">
              <a:schemeClr val="accent1"/>
            </a:fillRef>
            <a:effectRef idx="0">
              <a:schemeClr val="accent1"/>
            </a:effectRef>
            <a:fontRef idx="minor">
              <a:schemeClr val="lt1"/>
            </a:fontRef>
          </p:style>
        </p:cxnSp>
      </p:grpSp>
      <p:cxnSp>
        <p:nvCxnSpPr>
          <p:cNvPr id="122" name="直接连接符 121">
            <a:extLst>
              <a:ext uri="{FF2B5EF4-FFF2-40B4-BE49-F238E27FC236}">
                <a16:creationId xmlns:a16="http://schemas.microsoft.com/office/drawing/2014/main" id="{B9ADCC43-3525-23A0-65FA-65D013015FA8}"/>
              </a:ext>
            </a:extLst>
          </p:cNvPr>
          <p:cNvCxnSpPr/>
          <p:nvPr/>
        </p:nvCxnSpPr>
        <p:spPr>
          <a:xfrm flipH="1">
            <a:off x="4281384" y="1526583"/>
            <a:ext cx="393479" cy="0"/>
          </a:xfrm>
          <a:prstGeom prst="line">
            <a:avLst/>
          </a:prstGeom>
          <a:noFill/>
          <a:ln w="12700" cap="rnd">
            <a:gradFill flip="none" rotWithShape="1">
              <a:gsLst>
                <a:gs pos="0">
                  <a:schemeClr val="accent1">
                    <a:alpha val="0"/>
                  </a:schemeClr>
                </a:gs>
                <a:gs pos="100000">
                  <a:schemeClr val="accent1">
                    <a:alpha val="20000"/>
                  </a:schemeClr>
                </a:gs>
              </a:gsLst>
              <a:lin ang="0" scaled="1"/>
            </a:gradFill>
            <a:round/>
          </a:ln>
        </p:spPr>
        <p:style>
          <a:lnRef idx="2">
            <a:schemeClr val="accent1">
              <a:shade val="50000"/>
            </a:schemeClr>
          </a:lnRef>
          <a:fillRef idx="1">
            <a:schemeClr val="accent1"/>
          </a:fillRef>
          <a:effectRef idx="0">
            <a:schemeClr val="accent1"/>
          </a:effectRef>
          <a:fontRef idx="minor">
            <a:schemeClr val="lt1"/>
          </a:fontRef>
        </p:style>
      </p:cxnSp>
      <p:cxnSp>
        <p:nvCxnSpPr>
          <p:cNvPr id="123" name="直接连接符 122">
            <a:extLst>
              <a:ext uri="{FF2B5EF4-FFF2-40B4-BE49-F238E27FC236}">
                <a16:creationId xmlns:a16="http://schemas.microsoft.com/office/drawing/2014/main" id="{EA655239-D764-8408-D003-C95E88894213}"/>
              </a:ext>
            </a:extLst>
          </p:cNvPr>
          <p:cNvCxnSpPr/>
          <p:nvPr/>
        </p:nvCxnSpPr>
        <p:spPr>
          <a:xfrm flipH="1">
            <a:off x="4080382" y="1686258"/>
            <a:ext cx="393479" cy="0"/>
          </a:xfrm>
          <a:prstGeom prst="line">
            <a:avLst/>
          </a:prstGeom>
          <a:noFill/>
          <a:ln w="12700" cap="rnd">
            <a:gradFill flip="none" rotWithShape="1">
              <a:gsLst>
                <a:gs pos="0">
                  <a:schemeClr val="accent1">
                    <a:alpha val="0"/>
                  </a:schemeClr>
                </a:gs>
                <a:gs pos="100000">
                  <a:schemeClr val="accent1">
                    <a:alpha val="50000"/>
                  </a:schemeClr>
                </a:gs>
              </a:gsLst>
              <a:lin ang="0" scaled="1"/>
            </a:gradFill>
            <a:round/>
          </a:ln>
        </p:spPr>
        <p:style>
          <a:lnRef idx="2">
            <a:schemeClr val="accent1">
              <a:shade val="50000"/>
            </a:schemeClr>
          </a:lnRef>
          <a:fillRef idx="1">
            <a:schemeClr val="accent1"/>
          </a:fillRef>
          <a:effectRef idx="0">
            <a:schemeClr val="accent1"/>
          </a:effectRef>
          <a:fontRef idx="minor">
            <a:schemeClr val="lt1"/>
          </a:fontRef>
        </p:style>
      </p:cxnSp>
      <p:sp>
        <p:nvSpPr>
          <p:cNvPr id="124" name="Text1">
            <a:extLst>
              <a:ext uri="{FF2B5EF4-FFF2-40B4-BE49-F238E27FC236}">
                <a16:creationId xmlns:a16="http://schemas.microsoft.com/office/drawing/2014/main" id="{B1C6C225-EF37-E838-C5C5-4D0A10DF1621}"/>
              </a:ext>
            </a:extLst>
          </p:cNvPr>
          <p:cNvSpPr txBox="1"/>
          <p:nvPr/>
        </p:nvSpPr>
        <p:spPr>
          <a:xfrm>
            <a:off x="555161" y="3078190"/>
            <a:ext cx="1569485" cy="424682"/>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页面生成</a:t>
            </a:r>
          </a:p>
        </p:txBody>
      </p:sp>
      <p:sp>
        <p:nvSpPr>
          <p:cNvPr id="125" name="Text2">
            <a:extLst>
              <a:ext uri="{FF2B5EF4-FFF2-40B4-BE49-F238E27FC236}">
                <a16:creationId xmlns:a16="http://schemas.microsoft.com/office/drawing/2014/main" id="{4B3DBE41-FB84-3F77-C0DF-CE152E3B4294}"/>
              </a:ext>
            </a:extLst>
          </p:cNvPr>
          <p:cNvSpPr txBox="1"/>
          <p:nvPr/>
        </p:nvSpPr>
        <p:spPr>
          <a:xfrm>
            <a:off x="1221037" y="1215893"/>
            <a:ext cx="1830661" cy="424682"/>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智能排版</a:t>
            </a:r>
          </a:p>
        </p:txBody>
      </p:sp>
      <p:sp>
        <p:nvSpPr>
          <p:cNvPr id="126" name="Text3">
            <a:extLst>
              <a:ext uri="{FF2B5EF4-FFF2-40B4-BE49-F238E27FC236}">
                <a16:creationId xmlns:a16="http://schemas.microsoft.com/office/drawing/2014/main" id="{730DB51E-9ED7-4D54-A480-6A82F46AC704}"/>
              </a:ext>
            </a:extLst>
          </p:cNvPr>
          <p:cNvSpPr txBox="1"/>
          <p:nvPr/>
        </p:nvSpPr>
        <p:spPr>
          <a:xfrm>
            <a:off x="8974067" y="5188667"/>
            <a:ext cx="2247615" cy="424682"/>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生成云图</a:t>
            </a:r>
          </a:p>
        </p:txBody>
      </p:sp>
      <p:sp>
        <p:nvSpPr>
          <p:cNvPr id="127" name="Text4">
            <a:extLst>
              <a:ext uri="{FF2B5EF4-FFF2-40B4-BE49-F238E27FC236}">
                <a16:creationId xmlns:a16="http://schemas.microsoft.com/office/drawing/2014/main" id="{65C80F91-29A5-A1A4-30C5-D5154B056F6E}"/>
              </a:ext>
            </a:extLst>
          </p:cNvPr>
          <p:cNvSpPr txBox="1"/>
          <p:nvPr/>
        </p:nvSpPr>
        <p:spPr>
          <a:xfrm>
            <a:off x="9066229" y="1196752"/>
            <a:ext cx="2257737" cy="424682"/>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绘制图表</a:t>
            </a:r>
          </a:p>
        </p:txBody>
      </p:sp>
      <p:sp>
        <p:nvSpPr>
          <p:cNvPr id="128" name="Text5">
            <a:extLst>
              <a:ext uri="{FF2B5EF4-FFF2-40B4-BE49-F238E27FC236}">
                <a16:creationId xmlns:a16="http://schemas.microsoft.com/office/drawing/2014/main" id="{EAAF07C6-3ADD-4F36-DD13-72DECFF7E479}"/>
              </a:ext>
            </a:extLst>
          </p:cNvPr>
          <p:cNvSpPr txBox="1"/>
          <p:nvPr/>
        </p:nvSpPr>
        <p:spPr>
          <a:xfrm>
            <a:off x="1166751" y="5171791"/>
            <a:ext cx="1830661" cy="424682"/>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AI</a:t>
            </a:r>
            <a:r>
              <a:rPr kumimoji="0" lang="zh-CN" altLang="en-US" sz="18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绘图</a:t>
            </a:r>
          </a:p>
        </p:txBody>
      </p:sp>
      <p:sp>
        <p:nvSpPr>
          <p:cNvPr id="129" name="Text6">
            <a:extLst>
              <a:ext uri="{FF2B5EF4-FFF2-40B4-BE49-F238E27FC236}">
                <a16:creationId xmlns:a16="http://schemas.microsoft.com/office/drawing/2014/main" id="{A1CC9F17-E5FC-AC64-85FA-F264D1F68955}"/>
              </a:ext>
            </a:extLst>
          </p:cNvPr>
          <p:cNvSpPr txBox="1"/>
          <p:nvPr/>
        </p:nvSpPr>
        <p:spPr>
          <a:xfrm>
            <a:off x="10078380" y="3005166"/>
            <a:ext cx="2257736" cy="424682"/>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AI</a:t>
            </a:r>
            <a:r>
              <a:rPr kumimoji="0" lang="zh-CN" altLang="en-US" sz="18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绘图</a:t>
            </a:r>
          </a:p>
        </p:txBody>
      </p:sp>
      <p:sp>
        <p:nvSpPr>
          <p:cNvPr id="130" name="Shape2">
            <a:extLst>
              <a:ext uri="{FF2B5EF4-FFF2-40B4-BE49-F238E27FC236}">
                <a16:creationId xmlns:a16="http://schemas.microsoft.com/office/drawing/2014/main" id="{9C17B21C-160F-190B-E3E6-551B0A1B652C}"/>
              </a:ext>
            </a:extLst>
          </p:cNvPr>
          <p:cNvSpPr>
            <a:spLocks noChangeAspect="1"/>
          </p:cNvSpPr>
          <p:nvPr/>
        </p:nvSpPr>
        <p:spPr>
          <a:xfrm>
            <a:off x="2427918" y="3259356"/>
            <a:ext cx="341193" cy="334318"/>
          </a:xfrm>
          <a:custGeom>
            <a:avLst/>
            <a:gdLst>
              <a:gd name="connsiteX0" fmla="*/ 1376243 w 1512887"/>
              <a:gd name="connsiteY0" fmla="*/ 993974 h 1482407"/>
              <a:gd name="connsiteX1" fmla="*/ 1495901 w 1512887"/>
              <a:gd name="connsiteY1" fmla="*/ 1060490 h 1482407"/>
              <a:gd name="connsiteX2" fmla="*/ 756444 w 1512887"/>
              <a:gd name="connsiteY2" fmla="*/ 1482408 h 1482407"/>
              <a:gd name="connsiteX3" fmla="*/ 4167 w 1512887"/>
              <a:gd name="connsiteY3" fmla="*/ 1060490 h 1482407"/>
              <a:gd name="connsiteX4" fmla="*/ 124698 w 1512887"/>
              <a:gd name="connsiteY4" fmla="*/ 993974 h 1482407"/>
              <a:gd name="connsiteX5" fmla="*/ 756404 w 1512887"/>
              <a:gd name="connsiteY5" fmla="*/ 1344970 h 1482407"/>
              <a:gd name="connsiteX6" fmla="*/ 1376243 w 1512887"/>
              <a:gd name="connsiteY6" fmla="*/ 993974 h 1482407"/>
              <a:gd name="connsiteX7" fmla="*/ 1376243 w 1512887"/>
              <a:gd name="connsiteY7" fmla="*/ 676473 h 1482407"/>
              <a:gd name="connsiteX8" fmla="*/ 1495901 w 1512887"/>
              <a:gd name="connsiteY8" fmla="*/ 742990 h 1482407"/>
              <a:gd name="connsiteX9" fmla="*/ 756444 w 1512887"/>
              <a:gd name="connsiteY9" fmla="*/ 1164908 h 1482407"/>
              <a:gd name="connsiteX10" fmla="*/ 4167 w 1512887"/>
              <a:gd name="connsiteY10" fmla="*/ 742990 h 1482407"/>
              <a:gd name="connsiteX11" fmla="*/ 124698 w 1512887"/>
              <a:gd name="connsiteY11" fmla="*/ 676473 h 1482407"/>
              <a:gd name="connsiteX12" fmla="*/ 756404 w 1512887"/>
              <a:gd name="connsiteY12" fmla="*/ 1027470 h 1482407"/>
              <a:gd name="connsiteX13" fmla="*/ 1376243 w 1512887"/>
              <a:gd name="connsiteY13" fmla="*/ 676473 h 1482407"/>
              <a:gd name="connsiteX14" fmla="*/ 756444 w 1512887"/>
              <a:gd name="connsiteY14" fmla="*/ 40 h 1482407"/>
              <a:gd name="connsiteX15" fmla="*/ 1512888 w 1512887"/>
              <a:gd name="connsiteY15" fmla="*/ 425490 h 1482407"/>
              <a:gd name="connsiteX16" fmla="*/ 756444 w 1512887"/>
              <a:gd name="connsiteY16" fmla="*/ 850979 h 1482407"/>
              <a:gd name="connsiteX17" fmla="*/ 0 w 1512887"/>
              <a:gd name="connsiteY17" fmla="*/ 425490 h 1482407"/>
              <a:gd name="connsiteX18" fmla="*/ 756444 w 1512887"/>
              <a:gd name="connsiteY18" fmla="*/ 0 h 1482407"/>
              <a:gd name="connsiteX19" fmla="*/ 756444 w 1512887"/>
              <a:gd name="connsiteY19" fmla="*/ 136644 h 1482407"/>
              <a:gd name="connsiteX20" fmla="*/ 242848 w 1512887"/>
              <a:gd name="connsiteY20" fmla="*/ 425490 h 1482407"/>
              <a:gd name="connsiteX21" fmla="*/ 756444 w 1512887"/>
              <a:gd name="connsiteY21" fmla="*/ 714335 h 1482407"/>
              <a:gd name="connsiteX22" fmla="*/ 1270000 w 1512887"/>
              <a:gd name="connsiteY22" fmla="*/ 425490 h 1482407"/>
              <a:gd name="connsiteX23" fmla="*/ 756444 w 1512887"/>
              <a:gd name="connsiteY23" fmla="*/ 136604 h 148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2887" h="1482407">
                <a:moveTo>
                  <a:pt x="1376243" y="993974"/>
                </a:moveTo>
                <a:lnTo>
                  <a:pt x="1495901" y="1060490"/>
                </a:lnTo>
                <a:lnTo>
                  <a:pt x="756444" y="1482408"/>
                </a:lnTo>
                <a:lnTo>
                  <a:pt x="4167" y="1060490"/>
                </a:lnTo>
                <a:lnTo>
                  <a:pt x="124698" y="993974"/>
                </a:lnTo>
                <a:lnTo>
                  <a:pt x="756404" y="1344970"/>
                </a:lnTo>
                <a:lnTo>
                  <a:pt x="1376243" y="993974"/>
                </a:lnTo>
                <a:close/>
                <a:moveTo>
                  <a:pt x="1376243" y="676473"/>
                </a:moveTo>
                <a:lnTo>
                  <a:pt x="1495901" y="742990"/>
                </a:lnTo>
                <a:lnTo>
                  <a:pt x="756444" y="1164908"/>
                </a:lnTo>
                <a:lnTo>
                  <a:pt x="4167" y="742990"/>
                </a:lnTo>
                <a:lnTo>
                  <a:pt x="124698" y="676473"/>
                </a:lnTo>
                <a:lnTo>
                  <a:pt x="756404" y="1027470"/>
                </a:lnTo>
                <a:lnTo>
                  <a:pt x="1376243" y="676473"/>
                </a:lnTo>
                <a:close/>
                <a:moveTo>
                  <a:pt x="756444" y="40"/>
                </a:moveTo>
                <a:lnTo>
                  <a:pt x="1512888" y="425490"/>
                </a:lnTo>
                <a:lnTo>
                  <a:pt x="756444" y="850979"/>
                </a:lnTo>
                <a:lnTo>
                  <a:pt x="0" y="425490"/>
                </a:lnTo>
                <a:lnTo>
                  <a:pt x="756444" y="0"/>
                </a:lnTo>
                <a:close/>
                <a:moveTo>
                  <a:pt x="756444" y="136644"/>
                </a:moveTo>
                <a:lnTo>
                  <a:pt x="242848" y="425490"/>
                </a:lnTo>
                <a:lnTo>
                  <a:pt x="756444" y="714335"/>
                </a:lnTo>
                <a:lnTo>
                  <a:pt x="1270000" y="425490"/>
                </a:lnTo>
                <a:lnTo>
                  <a:pt x="756444" y="136604"/>
                </a:lnTo>
                <a:close/>
              </a:path>
            </a:pathLst>
          </a:custGeom>
          <a:solidFill>
            <a:schemeClr val="tx2"/>
          </a:solidFill>
          <a:ln w="1860" cap="flat">
            <a:noFill/>
            <a:prstDash val="solid"/>
            <a:miter/>
          </a:ln>
        </p:spPr>
        <p:txBody>
          <a:bodyPr wrap="square" rtlCol="0" anchor="ctr">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b="1">
              <a:latin typeface="微软雅黑" panose="020B0503020204020204" pitchFamily="34" charset="-122"/>
              <a:ea typeface="微软雅黑" panose="020B0503020204020204" pitchFamily="34" charset="-122"/>
            </a:endParaRPr>
          </a:p>
        </p:txBody>
      </p:sp>
      <p:sp>
        <p:nvSpPr>
          <p:cNvPr id="131" name="Shape3">
            <a:extLst>
              <a:ext uri="{FF2B5EF4-FFF2-40B4-BE49-F238E27FC236}">
                <a16:creationId xmlns:a16="http://schemas.microsoft.com/office/drawing/2014/main" id="{55D0D499-C8DD-5203-638F-94A427270CAB}"/>
              </a:ext>
            </a:extLst>
          </p:cNvPr>
          <p:cNvSpPr>
            <a:spLocks noChangeAspect="1"/>
          </p:cNvSpPr>
          <p:nvPr/>
        </p:nvSpPr>
        <p:spPr>
          <a:xfrm>
            <a:off x="3290502" y="5279031"/>
            <a:ext cx="341193" cy="334318"/>
          </a:xfrm>
          <a:custGeom>
            <a:avLst/>
            <a:gdLst>
              <a:gd name="connsiteX0" fmla="*/ 1376243 w 1512887"/>
              <a:gd name="connsiteY0" fmla="*/ 993974 h 1482407"/>
              <a:gd name="connsiteX1" fmla="*/ 1495901 w 1512887"/>
              <a:gd name="connsiteY1" fmla="*/ 1060490 h 1482407"/>
              <a:gd name="connsiteX2" fmla="*/ 756444 w 1512887"/>
              <a:gd name="connsiteY2" fmla="*/ 1482408 h 1482407"/>
              <a:gd name="connsiteX3" fmla="*/ 4167 w 1512887"/>
              <a:gd name="connsiteY3" fmla="*/ 1060490 h 1482407"/>
              <a:gd name="connsiteX4" fmla="*/ 124698 w 1512887"/>
              <a:gd name="connsiteY4" fmla="*/ 993974 h 1482407"/>
              <a:gd name="connsiteX5" fmla="*/ 756404 w 1512887"/>
              <a:gd name="connsiteY5" fmla="*/ 1344970 h 1482407"/>
              <a:gd name="connsiteX6" fmla="*/ 1376243 w 1512887"/>
              <a:gd name="connsiteY6" fmla="*/ 993974 h 1482407"/>
              <a:gd name="connsiteX7" fmla="*/ 1376243 w 1512887"/>
              <a:gd name="connsiteY7" fmla="*/ 676473 h 1482407"/>
              <a:gd name="connsiteX8" fmla="*/ 1495901 w 1512887"/>
              <a:gd name="connsiteY8" fmla="*/ 742990 h 1482407"/>
              <a:gd name="connsiteX9" fmla="*/ 756444 w 1512887"/>
              <a:gd name="connsiteY9" fmla="*/ 1164908 h 1482407"/>
              <a:gd name="connsiteX10" fmla="*/ 4167 w 1512887"/>
              <a:gd name="connsiteY10" fmla="*/ 742990 h 1482407"/>
              <a:gd name="connsiteX11" fmla="*/ 124698 w 1512887"/>
              <a:gd name="connsiteY11" fmla="*/ 676473 h 1482407"/>
              <a:gd name="connsiteX12" fmla="*/ 756404 w 1512887"/>
              <a:gd name="connsiteY12" fmla="*/ 1027470 h 1482407"/>
              <a:gd name="connsiteX13" fmla="*/ 1376243 w 1512887"/>
              <a:gd name="connsiteY13" fmla="*/ 676473 h 1482407"/>
              <a:gd name="connsiteX14" fmla="*/ 756444 w 1512887"/>
              <a:gd name="connsiteY14" fmla="*/ 40 h 1482407"/>
              <a:gd name="connsiteX15" fmla="*/ 1512888 w 1512887"/>
              <a:gd name="connsiteY15" fmla="*/ 425490 h 1482407"/>
              <a:gd name="connsiteX16" fmla="*/ 756444 w 1512887"/>
              <a:gd name="connsiteY16" fmla="*/ 850979 h 1482407"/>
              <a:gd name="connsiteX17" fmla="*/ 0 w 1512887"/>
              <a:gd name="connsiteY17" fmla="*/ 425490 h 1482407"/>
              <a:gd name="connsiteX18" fmla="*/ 756444 w 1512887"/>
              <a:gd name="connsiteY18" fmla="*/ 0 h 1482407"/>
              <a:gd name="connsiteX19" fmla="*/ 756444 w 1512887"/>
              <a:gd name="connsiteY19" fmla="*/ 136644 h 1482407"/>
              <a:gd name="connsiteX20" fmla="*/ 242848 w 1512887"/>
              <a:gd name="connsiteY20" fmla="*/ 425490 h 1482407"/>
              <a:gd name="connsiteX21" fmla="*/ 756444 w 1512887"/>
              <a:gd name="connsiteY21" fmla="*/ 714335 h 1482407"/>
              <a:gd name="connsiteX22" fmla="*/ 1270000 w 1512887"/>
              <a:gd name="connsiteY22" fmla="*/ 425490 h 1482407"/>
              <a:gd name="connsiteX23" fmla="*/ 756444 w 1512887"/>
              <a:gd name="connsiteY23" fmla="*/ 136604 h 148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2887" h="1482407">
                <a:moveTo>
                  <a:pt x="1376243" y="993974"/>
                </a:moveTo>
                <a:lnTo>
                  <a:pt x="1495901" y="1060490"/>
                </a:lnTo>
                <a:lnTo>
                  <a:pt x="756444" y="1482408"/>
                </a:lnTo>
                <a:lnTo>
                  <a:pt x="4167" y="1060490"/>
                </a:lnTo>
                <a:lnTo>
                  <a:pt x="124698" y="993974"/>
                </a:lnTo>
                <a:lnTo>
                  <a:pt x="756404" y="1344970"/>
                </a:lnTo>
                <a:lnTo>
                  <a:pt x="1376243" y="993974"/>
                </a:lnTo>
                <a:close/>
                <a:moveTo>
                  <a:pt x="1376243" y="676473"/>
                </a:moveTo>
                <a:lnTo>
                  <a:pt x="1495901" y="742990"/>
                </a:lnTo>
                <a:lnTo>
                  <a:pt x="756444" y="1164908"/>
                </a:lnTo>
                <a:lnTo>
                  <a:pt x="4167" y="742990"/>
                </a:lnTo>
                <a:lnTo>
                  <a:pt x="124698" y="676473"/>
                </a:lnTo>
                <a:lnTo>
                  <a:pt x="756404" y="1027470"/>
                </a:lnTo>
                <a:lnTo>
                  <a:pt x="1376243" y="676473"/>
                </a:lnTo>
                <a:close/>
                <a:moveTo>
                  <a:pt x="756444" y="40"/>
                </a:moveTo>
                <a:lnTo>
                  <a:pt x="1512888" y="425490"/>
                </a:lnTo>
                <a:lnTo>
                  <a:pt x="756444" y="850979"/>
                </a:lnTo>
                <a:lnTo>
                  <a:pt x="0" y="425490"/>
                </a:lnTo>
                <a:lnTo>
                  <a:pt x="756444" y="0"/>
                </a:lnTo>
                <a:close/>
                <a:moveTo>
                  <a:pt x="756444" y="136644"/>
                </a:moveTo>
                <a:lnTo>
                  <a:pt x="242848" y="425490"/>
                </a:lnTo>
                <a:lnTo>
                  <a:pt x="756444" y="714335"/>
                </a:lnTo>
                <a:lnTo>
                  <a:pt x="1270000" y="425490"/>
                </a:lnTo>
                <a:lnTo>
                  <a:pt x="756444" y="136604"/>
                </a:lnTo>
                <a:close/>
              </a:path>
            </a:pathLst>
          </a:custGeom>
          <a:solidFill>
            <a:schemeClr val="tx2"/>
          </a:solidFill>
          <a:ln w="1860" cap="flat">
            <a:noFill/>
            <a:prstDash val="solid"/>
            <a:miter/>
          </a:ln>
        </p:spPr>
        <p:txBody>
          <a:bodyPr wrap="square" rtlCol="0" anchor="ctr">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b="1">
              <a:latin typeface="微软雅黑" panose="020B0503020204020204" pitchFamily="34" charset="-122"/>
              <a:ea typeface="微软雅黑" panose="020B0503020204020204" pitchFamily="34" charset="-122"/>
            </a:endParaRPr>
          </a:p>
        </p:txBody>
      </p:sp>
      <p:sp>
        <p:nvSpPr>
          <p:cNvPr id="132" name="Shape4">
            <a:extLst>
              <a:ext uri="{FF2B5EF4-FFF2-40B4-BE49-F238E27FC236}">
                <a16:creationId xmlns:a16="http://schemas.microsoft.com/office/drawing/2014/main" id="{7772B7F0-6D72-7CF2-3178-3AE116C7D90A}"/>
              </a:ext>
            </a:extLst>
          </p:cNvPr>
          <p:cNvSpPr>
            <a:spLocks noChangeAspect="1"/>
          </p:cNvSpPr>
          <p:nvPr/>
        </p:nvSpPr>
        <p:spPr>
          <a:xfrm>
            <a:off x="3339203" y="1432882"/>
            <a:ext cx="341193" cy="334318"/>
          </a:xfrm>
          <a:custGeom>
            <a:avLst/>
            <a:gdLst>
              <a:gd name="connsiteX0" fmla="*/ 1376243 w 1512887"/>
              <a:gd name="connsiteY0" fmla="*/ 993974 h 1482407"/>
              <a:gd name="connsiteX1" fmla="*/ 1495901 w 1512887"/>
              <a:gd name="connsiteY1" fmla="*/ 1060490 h 1482407"/>
              <a:gd name="connsiteX2" fmla="*/ 756444 w 1512887"/>
              <a:gd name="connsiteY2" fmla="*/ 1482408 h 1482407"/>
              <a:gd name="connsiteX3" fmla="*/ 4167 w 1512887"/>
              <a:gd name="connsiteY3" fmla="*/ 1060490 h 1482407"/>
              <a:gd name="connsiteX4" fmla="*/ 124698 w 1512887"/>
              <a:gd name="connsiteY4" fmla="*/ 993974 h 1482407"/>
              <a:gd name="connsiteX5" fmla="*/ 756404 w 1512887"/>
              <a:gd name="connsiteY5" fmla="*/ 1344970 h 1482407"/>
              <a:gd name="connsiteX6" fmla="*/ 1376243 w 1512887"/>
              <a:gd name="connsiteY6" fmla="*/ 993974 h 1482407"/>
              <a:gd name="connsiteX7" fmla="*/ 1376243 w 1512887"/>
              <a:gd name="connsiteY7" fmla="*/ 676473 h 1482407"/>
              <a:gd name="connsiteX8" fmla="*/ 1495901 w 1512887"/>
              <a:gd name="connsiteY8" fmla="*/ 742990 h 1482407"/>
              <a:gd name="connsiteX9" fmla="*/ 756444 w 1512887"/>
              <a:gd name="connsiteY9" fmla="*/ 1164908 h 1482407"/>
              <a:gd name="connsiteX10" fmla="*/ 4167 w 1512887"/>
              <a:gd name="connsiteY10" fmla="*/ 742990 h 1482407"/>
              <a:gd name="connsiteX11" fmla="*/ 124698 w 1512887"/>
              <a:gd name="connsiteY11" fmla="*/ 676473 h 1482407"/>
              <a:gd name="connsiteX12" fmla="*/ 756404 w 1512887"/>
              <a:gd name="connsiteY12" fmla="*/ 1027470 h 1482407"/>
              <a:gd name="connsiteX13" fmla="*/ 1376243 w 1512887"/>
              <a:gd name="connsiteY13" fmla="*/ 676473 h 1482407"/>
              <a:gd name="connsiteX14" fmla="*/ 756444 w 1512887"/>
              <a:gd name="connsiteY14" fmla="*/ 40 h 1482407"/>
              <a:gd name="connsiteX15" fmla="*/ 1512888 w 1512887"/>
              <a:gd name="connsiteY15" fmla="*/ 425490 h 1482407"/>
              <a:gd name="connsiteX16" fmla="*/ 756444 w 1512887"/>
              <a:gd name="connsiteY16" fmla="*/ 850979 h 1482407"/>
              <a:gd name="connsiteX17" fmla="*/ 0 w 1512887"/>
              <a:gd name="connsiteY17" fmla="*/ 425490 h 1482407"/>
              <a:gd name="connsiteX18" fmla="*/ 756444 w 1512887"/>
              <a:gd name="connsiteY18" fmla="*/ 0 h 1482407"/>
              <a:gd name="connsiteX19" fmla="*/ 756444 w 1512887"/>
              <a:gd name="connsiteY19" fmla="*/ 136644 h 1482407"/>
              <a:gd name="connsiteX20" fmla="*/ 242848 w 1512887"/>
              <a:gd name="connsiteY20" fmla="*/ 425490 h 1482407"/>
              <a:gd name="connsiteX21" fmla="*/ 756444 w 1512887"/>
              <a:gd name="connsiteY21" fmla="*/ 714335 h 1482407"/>
              <a:gd name="connsiteX22" fmla="*/ 1270000 w 1512887"/>
              <a:gd name="connsiteY22" fmla="*/ 425490 h 1482407"/>
              <a:gd name="connsiteX23" fmla="*/ 756444 w 1512887"/>
              <a:gd name="connsiteY23" fmla="*/ 136604 h 148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2887" h="1482407">
                <a:moveTo>
                  <a:pt x="1376243" y="993974"/>
                </a:moveTo>
                <a:lnTo>
                  <a:pt x="1495901" y="1060490"/>
                </a:lnTo>
                <a:lnTo>
                  <a:pt x="756444" y="1482408"/>
                </a:lnTo>
                <a:lnTo>
                  <a:pt x="4167" y="1060490"/>
                </a:lnTo>
                <a:lnTo>
                  <a:pt x="124698" y="993974"/>
                </a:lnTo>
                <a:lnTo>
                  <a:pt x="756404" y="1344970"/>
                </a:lnTo>
                <a:lnTo>
                  <a:pt x="1376243" y="993974"/>
                </a:lnTo>
                <a:close/>
                <a:moveTo>
                  <a:pt x="1376243" y="676473"/>
                </a:moveTo>
                <a:lnTo>
                  <a:pt x="1495901" y="742990"/>
                </a:lnTo>
                <a:lnTo>
                  <a:pt x="756444" y="1164908"/>
                </a:lnTo>
                <a:lnTo>
                  <a:pt x="4167" y="742990"/>
                </a:lnTo>
                <a:lnTo>
                  <a:pt x="124698" y="676473"/>
                </a:lnTo>
                <a:lnTo>
                  <a:pt x="756404" y="1027470"/>
                </a:lnTo>
                <a:lnTo>
                  <a:pt x="1376243" y="676473"/>
                </a:lnTo>
                <a:close/>
                <a:moveTo>
                  <a:pt x="756444" y="40"/>
                </a:moveTo>
                <a:lnTo>
                  <a:pt x="1512888" y="425490"/>
                </a:lnTo>
                <a:lnTo>
                  <a:pt x="756444" y="850979"/>
                </a:lnTo>
                <a:lnTo>
                  <a:pt x="0" y="425490"/>
                </a:lnTo>
                <a:lnTo>
                  <a:pt x="756444" y="0"/>
                </a:lnTo>
                <a:close/>
                <a:moveTo>
                  <a:pt x="756444" y="136644"/>
                </a:moveTo>
                <a:lnTo>
                  <a:pt x="242848" y="425490"/>
                </a:lnTo>
                <a:lnTo>
                  <a:pt x="756444" y="714335"/>
                </a:lnTo>
                <a:lnTo>
                  <a:pt x="1270000" y="425490"/>
                </a:lnTo>
                <a:lnTo>
                  <a:pt x="756444" y="136604"/>
                </a:lnTo>
                <a:close/>
              </a:path>
            </a:pathLst>
          </a:custGeom>
          <a:solidFill>
            <a:schemeClr val="tx2"/>
          </a:solidFill>
          <a:ln w="1860" cap="flat">
            <a:noFill/>
            <a:prstDash val="solid"/>
            <a:miter/>
          </a:ln>
        </p:spPr>
        <p:txBody>
          <a:bodyPr wrap="square" rtlCol="0" anchor="ctr">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b="1">
              <a:latin typeface="微软雅黑" panose="020B0503020204020204" pitchFamily="34" charset="-122"/>
              <a:ea typeface="微软雅黑" panose="020B0503020204020204" pitchFamily="34" charset="-122"/>
            </a:endParaRPr>
          </a:p>
        </p:txBody>
      </p:sp>
      <p:sp>
        <p:nvSpPr>
          <p:cNvPr id="133" name="Shape5">
            <a:extLst>
              <a:ext uri="{FF2B5EF4-FFF2-40B4-BE49-F238E27FC236}">
                <a16:creationId xmlns:a16="http://schemas.microsoft.com/office/drawing/2014/main" id="{A6A78BA3-77EB-3A1A-E491-36069BB67C35}"/>
              </a:ext>
            </a:extLst>
          </p:cNvPr>
          <p:cNvSpPr>
            <a:spLocks noChangeAspect="1"/>
          </p:cNvSpPr>
          <p:nvPr/>
        </p:nvSpPr>
        <p:spPr>
          <a:xfrm>
            <a:off x="9322198" y="3212777"/>
            <a:ext cx="341193" cy="334318"/>
          </a:xfrm>
          <a:custGeom>
            <a:avLst/>
            <a:gdLst>
              <a:gd name="connsiteX0" fmla="*/ 1376243 w 1512887"/>
              <a:gd name="connsiteY0" fmla="*/ 993974 h 1482407"/>
              <a:gd name="connsiteX1" fmla="*/ 1495901 w 1512887"/>
              <a:gd name="connsiteY1" fmla="*/ 1060490 h 1482407"/>
              <a:gd name="connsiteX2" fmla="*/ 756444 w 1512887"/>
              <a:gd name="connsiteY2" fmla="*/ 1482408 h 1482407"/>
              <a:gd name="connsiteX3" fmla="*/ 4167 w 1512887"/>
              <a:gd name="connsiteY3" fmla="*/ 1060490 h 1482407"/>
              <a:gd name="connsiteX4" fmla="*/ 124698 w 1512887"/>
              <a:gd name="connsiteY4" fmla="*/ 993974 h 1482407"/>
              <a:gd name="connsiteX5" fmla="*/ 756404 w 1512887"/>
              <a:gd name="connsiteY5" fmla="*/ 1344970 h 1482407"/>
              <a:gd name="connsiteX6" fmla="*/ 1376243 w 1512887"/>
              <a:gd name="connsiteY6" fmla="*/ 993974 h 1482407"/>
              <a:gd name="connsiteX7" fmla="*/ 1376243 w 1512887"/>
              <a:gd name="connsiteY7" fmla="*/ 676473 h 1482407"/>
              <a:gd name="connsiteX8" fmla="*/ 1495901 w 1512887"/>
              <a:gd name="connsiteY8" fmla="*/ 742990 h 1482407"/>
              <a:gd name="connsiteX9" fmla="*/ 756444 w 1512887"/>
              <a:gd name="connsiteY9" fmla="*/ 1164908 h 1482407"/>
              <a:gd name="connsiteX10" fmla="*/ 4167 w 1512887"/>
              <a:gd name="connsiteY10" fmla="*/ 742990 h 1482407"/>
              <a:gd name="connsiteX11" fmla="*/ 124698 w 1512887"/>
              <a:gd name="connsiteY11" fmla="*/ 676473 h 1482407"/>
              <a:gd name="connsiteX12" fmla="*/ 756404 w 1512887"/>
              <a:gd name="connsiteY12" fmla="*/ 1027470 h 1482407"/>
              <a:gd name="connsiteX13" fmla="*/ 1376243 w 1512887"/>
              <a:gd name="connsiteY13" fmla="*/ 676473 h 1482407"/>
              <a:gd name="connsiteX14" fmla="*/ 756444 w 1512887"/>
              <a:gd name="connsiteY14" fmla="*/ 40 h 1482407"/>
              <a:gd name="connsiteX15" fmla="*/ 1512888 w 1512887"/>
              <a:gd name="connsiteY15" fmla="*/ 425490 h 1482407"/>
              <a:gd name="connsiteX16" fmla="*/ 756444 w 1512887"/>
              <a:gd name="connsiteY16" fmla="*/ 850979 h 1482407"/>
              <a:gd name="connsiteX17" fmla="*/ 0 w 1512887"/>
              <a:gd name="connsiteY17" fmla="*/ 425490 h 1482407"/>
              <a:gd name="connsiteX18" fmla="*/ 756444 w 1512887"/>
              <a:gd name="connsiteY18" fmla="*/ 0 h 1482407"/>
              <a:gd name="connsiteX19" fmla="*/ 756444 w 1512887"/>
              <a:gd name="connsiteY19" fmla="*/ 136644 h 1482407"/>
              <a:gd name="connsiteX20" fmla="*/ 242848 w 1512887"/>
              <a:gd name="connsiteY20" fmla="*/ 425490 h 1482407"/>
              <a:gd name="connsiteX21" fmla="*/ 756444 w 1512887"/>
              <a:gd name="connsiteY21" fmla="*/ 714335 h 1482407"/>
              <a:gd name="connsiteX22" fmla="*/ 1270000 w 1512887"/>
              <a:gd name="connsiteY22" fmla="*/ 425490 h 1482407"/>
              <a:gd name="connsiteX23" fmla="*/ 756444 w 1512887"/>
              <a:gd name="connsiteY23" fmla="*/ 136604 h 148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2887" h="1482407">
                <a:moveTo>
                  <a:pt x="1376243" y="993974"/>
                </a:moveTo>
                <a:lnTo>
                  <a:pt x="1495901" y="1060490"/>
                </a:lnTo>
                <a:lnTo>
                  <a:pt x="756444" y="1482408"/>
                </a:lnTo>
                <a:lnTo>
                  <a:pt x="4167" y="1060490"/>
                </a:lnTo>
                <a:lnTo>
                  <a:pt x="124698" y="993974"/>
                </a:lnTo>
                <a:lnTo>
                  <a:pt x="756404" y="1344970"/>
                </a:lnTo>
                <a:lnTo>
                  <a:pt x="1376243" y="993974"/>
                </a:lnTo>
                <a:close/>
                <a:moveTo>
                  <a:pt x="1376243" y="676473"/>
                </a:moveTo>
                <a:lnTo>
                  <a:pt x="1495901" y="742990"/>
                </a:lnTo>
                <a:lnTo>
                  <a:pt x="756444" y="1164908"/>
                </a:lnTo>
                <a:lnTo>
                  <a:pt x="4167" y="742990"/>
                </a:lnTo>
                <a:lnTo>
                  <a:pt x="124698" y="676473"/>
                </a:lnTo>
                <a:lnTo>
                  <a:pt x="756404" y="1027470"/>
                </a:lnTo>
                <a:lnTo>
                  <a:pt x="1376243" y="676473"/>
                </a:lnTo>
                <a:close/>
                <a:moveTo>
                  <a:pt x="756444" y="40"/>
                </a:moveTo>
                <a:lnTo>
                  <a:pt x="1512888" y="425490"/>
                </a:lnTo>
                <a:lnTo>
                  <a:pt x="756444" y="850979"/>
                </a:lnTo>
                <a:lnTo>
                  <a:pt x="0" y="425490"/>
                </a:lnTo>
                <a:lnTo>
                  <a:pt x="756444" y="0"/>
                </a:lnTo>
                <a:close/>
                <a:moveTo>
                  <a:pt x="756444" y="136644"/>
                </a:moveTo>
                <a:lnTo>
                  <a:pt x="242848" y="425490"/>
                </a:lnTo>
                <a:lnTo>
                  <a:pt x="756444" y="714335"/>
                </a:lnTo>
                <a:lnTo>
                  <a:pt x="1270000" y="425490"/>
                </a:lnTo>
                <a:lnTo>
                  <a:pt x="756444" y="136604"/>
                </a:lnTo>
                <a:close/>
              </a:path>
            </a:pathLst>
          </a:custGeom>
          <a:solidFill>
            <a:schemeClr val="tx2"/>
          </a:solidFill>
          <a:ln w="1860" cap="flat">
            <a:noFill/>
            <a:prstDash val="solid"/>
            <a:miter/>
          </a:ln>
        </p:spPr>
        <p:txBody>
          <a:bodyPr wrap="square" rtlCol="0" anchor="ctr">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b="1">
              <a:latin typeface="微软雅黑" panose="020B0503020204020204" pitchFamily="34" charset="-122"/>
              <a:ea typeface="微软雅黑" panose="020B0503020204020204" pitchFamily="34" charset="-122"/>
            </a:endParaRPr>
          </a:p>
        </p:txBody>
      </p:sp>
      <p:sp>
        <p:nvSpPr>
          <p:cNvPr id="134" name="Shape6">
            <a:extLst>
              <a:ext uri="{FF2B5EF4-FFF2-40B4-BE49-F238E27FC236}">
                <a16:creationId xmlns:a16="http://schemas.microsoft.com/office/drawing/2014/main" id="{7D7B1CB4-D9A5-6544-41D7-0A2E5FCD12F7}"/>
              </a:ext>
            </a:extLst>
          </p:cNvPr>
          <p:cNvSpPr>
            <a:spLocks noChangeAspect="1"/>
          </p:cNvSpPr>
          <p:nvPr/>
        </p:nvSpPr>
        <p:spPr>
          <a:xfrm>
            <a:off x="8285522" y="5409767"/>
            <a:ext cx="341193" cy="334318"/>
          </a:xfrm>
          <a:custGeom>
            <a:avLst/>
            <a:gdLst>
              <a:gd name="connsiteX0" fmla="*/ 1376243 w 1512887"/>
              <a:gd name="connsiteY0" fmla="*/ 993974 h 1482407"/>
              <a:gd name="connsiteX1" fmla="*/ 1495901 w 1512887"/>
              <a:gd name="connsiteY1" fmla="*/ 1060490 h 1482407"/>
              <a:gd name="connsiteX2" fmla="*/ 756444 w 1512887"/>
              <a:gd name="connsiteY2" fmla="*/ 1482408 h 1482407"/>
              <a:gd name="connsiteX3" fmla="*/ 4167 w 1512887"/>
              <a:gd name="connsiteY3" fmla="*/ 1060490 h 1482407"/>
              <a:gd name="connsiteX4" fmla="*/ 124698 w 1512887"/>
              <a:gd name="connsiteY4" fmla="*/ 993974 h 1482407"/>
              <a:gd name="connsiteX5" fmla="*/ 756404 w 1512887"/>
              <a:gd name="connsiteY5" fmla="*/ 1344970 h 1482407"/>
              <a:gd name="connsiteX6" fmla="*/ 1376243 w 1512887"/>
              <a:gd name="connsiteY6" fmla="*/ 993974 h 1482407"/>
              <a:gd name="connsiteX7" fmla="*/ 1376243 w 1512887"/>
              <a:gd name="connsiteY7" fmla="*/ 676473 h 1482407"/>
              <a:gd name="connsiteX8" fmla="*/ 1495901 w 1512887"/>
              <a:gd name="connsiteY8" fmla="*/ 742990 h 1482407"/>
              <a:gd name="connsiteX9" fmla="*/ 756444 w 1512887"/>
              <a:gd name="connsiteY9" fmla="*/ 1164908 h 1482407"/>
              <a:gd name="connsiteX10" fmla="*/ 4167 w 1512887"/>
              <a:gd name="connsiteY10" fmla="*/ 742990 h 1482407"/>
              <a:gd name="connsiteX11" fmla="*/ 124698 w 1512887"/>
              <a:gd name="connsiteY11" fmla="*/ 676473 h 1482407"/>
              <a:gd name="connsiteX12" fmla="*/ 756404 w 1512887"/>
              <a:gd name="connsiteY12" fmla="*/ 1027470 h 1482407"/>
              <a:gd name="connsiteX13" fmla="*/ 1376243 w 1512887"/>
              <a:gd name="connsiteY13" fmla="*/ 676473 h 1482407"/>
              <a:gd name="connsiteX14" fmla="*/ 756444 w 1512887"/>
              <a:gd name="connsiteY14" fmla="*/ 40 h 1482407"/>
              <a:gd name="connsiteX15" fmla="*/ 1512888 w 1512887"/>
              <a:gd name="connsiteY15" fmla="*/ 425490 h 1482407"/>
              <a:gd name="connsiteX16" fmla="*/ 756444 w 1512887"/>
              <a:gd name="connsiteY16" fmla="*/ 850979 h 1482407"/>
              <a:gd name="connsiteX17" fmla="*/ 0 w 1512887"/>
              <a:gd name="connsiteY17" fmla="*/ 425490 h 1482407"/>
              <a:gd name="connsiteX18" fmla="*/ 756444 w 1512887"/>
              <a:gd name="connsiteY18" fmla="*/ 0 h 1482407"/>
              <a:gd name="connsiteX19" fmla="*/ 756444 w 1512887"/>
              <a:gd name="connsiteY19" fmla="*/ 136644 h 1482407"/>
              <a:gd name="connsiteX20" fmla="*/ 242848 w 1512887"/>
              <a:gd name="connsiteY20" fmla="*/ 425490 h 1482407"/>
              <a:gd name="connsiteX21" fmla="*/ 756444 w 1512887"/>
              <a:gd name="connsiteY21" fmla="*/ 714335 h 1482407"/>
              <a:gd name="connsiteX22" fmla="*/ 1270000 w 1512887"/>
              <a:gd name="connsiteY22" fmla="*/ 425490 h 1482407"/>
              <a:gd name="connsiteX23" fmla="*/ 756444 w 1512887"/>
              <a:gd name="connsiteY23" fmla="*/ 136604 h 148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2887" h="1482407">
                <a:moveTo>
                  <a:pt x="1376243" y="993974"/>
                </a:moveTo>
                <a:lnTo>
                  <a:pt x="1495901" y="1060490"/>
                </a:lnTo>
                <a:lnTo>
                  <a:pt x="756444" y="1482408"/>
                </a:lnTo>
                <a:lnTo>
                  <a:pt x="4167" y="1060490"/>
                </a:lnTo>
                <a:lnTo>
                  <a:pt x="124698" y="993974"/>
                </a:lnTo>
                <a:lnTo>
                  <a:pt x="756404" y="1344970"/>
                </a:lnTo>
                <a:lnTo>
                  <a:pt x="1376243" y="993974"/>
                </a:lnTo>
                <a:close/>
                <a:moveTo>
                  <a:pt x="1376243" y="676473"/>
                </a:moveTo>
                <a:lnTo>
                  <a:pt x="1495901" y="742990"/>
                </a:lnTo>
                <a:lnTo>
                  <a:pt x="756444" y="1164908"/>
                </a:lnTo>
                <a:lnTo>
                  <a:pt x="4167" y="742990"/>
                </a:lnTo>
                <a:lnTo>
                  <a:pt x="124698" y="676473"/>
                </a:lnTo>
                <a:lnTo>
                  <a:pt x="756404" y="1027470"/>
                </a:lnTo>
                <a:lnTo>
                  <a:pt x="1376243" y="676473"/>
                </a:lnTo>
                <a:close/>
                <a:moveTo>
                  <a:pt x="756444" y="40"/>
                </a:moveTo>
                <a:lnTo>
                  <a:pt x="1512888" y="425490"/>
                </a:lnTo>
                <a:lnTo>
                  <a:pt x="756444" y="850979"/>
                </a:lnTo>
                <a:lnTo>
                  <a:pt x="0" y="425490"/>
                </a:lnTo>
                <a:lnTo>
                  <a:pt x="756444" y="0"/>
                </a:lnTo>
                <a:close/>
                <a:moveTo>
                  <a:pt x="756444" y="136644"/>
                </a:moveTo>
                <a:lnTo>
                  <a:pt x="242848" y="425490"/>
                </a:lnTo>
                <a:lnTo>
                  <a:pt x="756444" y="714335"/>
                </a:lnTo>
                <a:lnTo>
                  <a:pt x="1270000" y="425490"/>
                </a:lnTo>
                <a:lnTo>
                  <a:pt x="756444" y="136604"/>
                </a:lnTo>
                <a:close/>
              </a:path>
            </a:pathLst>
          </a:custGeom>
          <a:solidFill>
            <a:schemeClr val="tx2"/>
          </a:solidFill>
          <a:ln w="1860" cap="flat">
            <a:noFill/>
            <a:prstDash val="solid"/>
            <a:miter/>
          </a:ln>
        </p:spPr>
        <p:txBody>
          <a:bodyPr wrap="square" rtlCol="0" anchor="ctr">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b="1">
              <a:latin typeface="微软雅黑" panose="020B0503020204020204" pitchFamily="34" charset="-122"/>
              <a:ea typeface="微软雅黑" panose="020B0503020204020204" pitchFamily="34" charset="-122"/>
            </a:endParaRPr>
          </a:p>
        </p:txBody>
      </p:sp>
      <p:sp>
        <p:nvSpPr>
          <p:cNvPr id="135" name="Shape7">
            <a:extLst>
              <a:ext uri="{FF2B5EF4-FFF2-40B4-BE49-F238E27FC236}">
                <a16:creationId xmlns:a16="http://schemas.microsoft.com/office/drawing/2014/main" id="{51A17022-4B8A-3751-8E1E-885F33C9BB21}"/>
              </a:ext>
            </a:extLst>
          </p:cNvPr>
          <p:cNvSpPr>
            <a:spLocks noChangeAspect="1"/>
          </p:cNvSpPr>
          <p:nvPr/>
        </p:nvSpPr>
        <p:spPr>
          <a:xfrm>
            <a:off x="8322415" y="1483470"/>
            <a:ext cx="341193" cy="334318"/>
          </a:xfrm>
          <a:custGeom>
            <a:avLst/>
            <a:gdLst>
              <a:gd name="connsiteX0" fmla="*/ 1376243 w 1512887"/>
              <a:gd name="connsiteY0" fmla="*/ 993974 h 1482407"/>
              <a:gd name="connsiteX1" fmla="*/ 1495901 w 1512887"/>
              <a:gd name="connsiteY1" fmla="*/ 1060490 h 1482407"/>
              <a:gd name="connsiteX2" fmla="*/ 756444 w 1512887"/>
              <a:gd name="connsiteY2" fmla="*/ 1482408 h 1482407"/>
              <a:gd name="connsiteX3" fmla="*/ 4167 w 1512887"/>
              <a:gd name="connsiteY3" fmla="*/ 1060490 h 1482407"/>
              <a:gd name="connsiteX4" fmla="*/ 124698 w 1512887"/>
              <a:gd name="connsiteY4" fmla="*/ 993974 h 1482407"/>
              <a:gd name="connsiteX5" fmla="*/ 756404 w 1512887"/>
              <a:gd name="connsiteY5" fmla="*/ 1344970 h 1482407"/>
              <a:gd name="connsiteX6" fmla="*/ 1376243 w 1512887"/>
              <a:gd name="connsiteY6" fmla="*/ 993974 h 1482407"/>
              <a:gd name="connsiteX7" fmla="*/ 1376243 w 1512887"/>
              <a:gd name="connsiteY7" fmla="*/ 676473 h 1482407"/>
              <a:gd name="connsiteX8" fmla="*/ 1495901 w 1512887"/>
              <a:gd name="connsiteY8" fmla="*/ 742990 h 1482407"/>
              <a:gd name="connsiteX9" fmla="*/ 756444 w 1512887"/>
              <a:gd name="connsiteY9" fmla="*/ 1164908 h 1482407"/>
              <a:gd name="connsiteX10" fmla="*/ 4167 w 1512887"/>
              <a:gd name="connsiteY10" fmla="*/ 742990 h 1482407"/>
              <a:gd name="connsiteX11" fmla="*/ 124698 w 1512887"/>
              <a:gd name="connsiteY11" fmla="*/ 676473 h 1482407"/>
              <a:gd name="connsiteX12" fmla="*/ 756404 w 1512887"/>
              <a:gd name="connsiteY12" fmla="*/ 1027470 h 1482407"/>
              <a:gd name="connsiteX13" fmla="*/ 1376243 w 1512887"/>
              <a:gd name="connsiteY13" fmla="*/ 676473 h 1482407"/>
              <a:gd name="connsiteX14" fmla="*/ 756444 w 1512887"/>
              <a:gd name="connsiteY14" fmla="*/ 40 h 1482407"/>
              <a:gd name="connsiteX15" fmla="*/ 1512888 w 1512887"/>
              <a:gd name="connsiteY15" fmla="*/ 425490 h 1482407"/>
              <a:gd name="connsiteX16" fmla="*/ 756444 w 1512887"/>
              <a:gd name="connsiteY16" fmla="*/ 850979 h 1482407"/>
              <a:gd name="connsiteX17" fmla="*/ 0 w 1512887"/>
              <a:gd name="connsiteY17" fmla="*/ 425490 h 1482407"/>
              <a:gd name="connsiteX18" fmla="*/ 756444 w 1512887"/>
              <a:gd name="connsiteY18" fmla="*/ 0 h 1482407"/>
              <a:gd name="connsiteX19" fmla="*/ 756444 w 1512887"/>
              <a:gd name="connsiteY19" fmla="*/ 136644 h 1482407"/>
              <a:gd name="connsiteX20" fmla="*/ 242848 w 1512887"/>
              <a:gd name="connsiteY20" fmla="*/ 425490 h 1482407"/>
              <a:gd name="connsiteX21" fmla="*/ 756444 w 1512887"/>
              <a:gd name="connsiteY21" fmla="*/ 714335 h 1482407"/>
              <a:gd name="connsiteX22" fmla="*/ 1270000 w 1512887"/>
              <a:gd name="connsiteY22" fmla="*/ 425490 h 1482407"/>
              <a:gd name="connsiteX23" fmla="*/ 756444 w 1512887"/>
              <a:gd name="connsiteY23" fmla="*/ 136604 h 148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2887" h="1482407">
                <a:moveTo>
                  <a:pt x="1376243" y="993974"/>
                </a:moveTo>
                <a:lnTo>
                  <a:pt x="1495901" y="1060490"/>
                </a:lnTo>
                <a:lnTo>
                  <a:pt x="756444" y="1482408"/>
                </a:lnTo>
                <a:lnTo>
                  <a:pt x="4167" y="1060490"/>
                </a:lnTo>
                <a:lnTo>
                  <a:pt x="124698" y="993974"/>
                </a:lnTo>
                <a:lnTo>
                  <a:pt x="756404" y="1344970"/>
                </a:lnTo>
                <a:lnTo>
                  <a:pt x="1376243" y="993974"/>
                </a:lnTo>
                <a:close/>
                <a:moveTo>
                  <a:pt x="1376243" y="676473"/>
                </a:moveTo>
                <a:lnTo>
                  <a:pt x="1495901" y="742990"/>
                </a:lnTo>
                <a:lnTo>
                  <a:pt x="756444" y="1164908"/>
                </a:lnTo>
                <a:lnTo>
                  <a:pt x="4167" y="742990"/>
                </a:lnTo>
                <a:lnTo>
                  <a:pt x="124698" y="676473"/>
                </a:lnTo>
                <a:lnTo>
                  <a:pt x="756404" y="1027470"/>
                </a:lnTo>
                <a:lnTo>
                  <a:pt x="1376243" y="676473"/>
                </a:lnTo>
                <a:close/>
                <a:moveTo>
                  <a:pt x="756444" y="40"/>
                </a:moveTo>
                <a:lnTo>
                  <a:pt x="1512888" y="425490"/>
                </a:lnTo>
                <a:lnTo>
                  <a:pt x="756444" y="850979"/>
                </a:lnTo>
                <a:lnTo>
                  <a:pt x="0" y="425490"/>
                </a:lnTo>
                <a:lnTo>
                  <a:pt x="756444" y="0"/>
                </a:lnTo>
                <a:close/>
                <a:moveTo>
                  <a:pt x="756444" y="136644"/>
                </a:moveTo>
                <a:lnTo>
                  <a:pt x="242848" y="425490"/>
                </a:lnTo>
                <a:lnTo>
                  <a:pt x="756444" y="714335"/>
                </a:lnTo>
                <a:lnTo>
                  <a:pt x="1270000" y="425490"/>
                </a:lnTo>
                <a:lnTo>
                  <a:pt x="756444" y="136604"/>
                </a:lnTo>
                <a:close/>
              </a:path>
            </a:pathLst>
          </a:custGeom>
          <a:solidFill>
            <a:schemeClr val="tx2"/>
          </a:solidFill>
          <a:ln w="1860" cap="flat">
            <a:noFill/>
            <a:prstDash val="solid"/>
            <a:miter/>
          </a:ln>
        </p:spPr>
        <p:txBody>
          <a:bodyPr wrap="square" rtlCol="0" anchor="ctr">
            <a:normAutofit fontScale="925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b="1">
              <a:latin typeface="微软雅黑" panose="020B0503020204020204" pitchFamily="34" charset="-122"/>
              <a:ea typeface="微软雅黑" panose="020B0503020204020204" pitchFamily="34" charset="-122"/>
            </a:endParaRPr>
          </a:p>
        </p:txBody>
      </p:sp>
      <p:sp>
        <p:nvSpPr>
          <p:cNvPr id="136" name="Text8">
            <a:extLst>
              <a:ext uri="{FF2B5EF4-FFF2-40B4-BE49-F238E27FC236}">
                <a16:creationId xmlns:a16="http://schemas.microsoft.com/office/drawing/2014/main" id="{363AFE1F-4209-7943-662B-8BB3533EFBF1}"/>
              </a:ext>
            </a:extLst>
          </p:cNvPr>
          <p:cNvSpPr txBox="1"/>
          <p:nvPr/>
        </p:nvSpPr>
        <p:spPr>
          <a:xfrm>
            <a:off x="791868" y="1689860"/>
            <a:ext cx="2257737" cy="720348"/>
          </a:xfrm>
          <a:prstGeom prst="rect">
            <a:avLst/>
          </a:prstGeom>
          <a:noFill/>
          <a:effectLst/>
        </p:spPr>
        <p:txBody>
          <a:bodyPr wrap="square" lIns="75895" tIns="37948" rIns="75895" bIns="37948"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党以马克思主义为指导，结合中国</a:t>
            </a:r>
            <a:endParaRPr lang="zh-CN" altLang="en-US" sz="1400">
              <a:latin typeface="微软雅黑" panose="020B0503020204020204" pitchFamily="34" charset="-122"/>
              <a:ea typeface="微软雅黑" panose="020B0503020204020204" pitchFamily="34" charset="-122"/>
            </a:endParaRPr>
          </a:p>
        </p:txBody>
      </p:sp>
      <p:sp>
        <p:nvSpPr>
          <p:cNvPr id="137" name="Text9">
            <a:extLst>
              <a:ext uri="{FF2B5EF4-FFF2-40B4-BE49-F238E27FC236}">
                <a16:creationId xmlns:a16="http://schemas.microsoft.com/office/drawing/2014/main" id="{554B4EE2-D211-6CDE-C7EF-67D724D7DAA1}"/>
              </a:ext>
            </a:extLst>
          </p:cNvPr>
          <p:cNvSpPr txBox="1"/>
          <p:nvPr/>
        </p:nvSpPr>
        <p:spPr>
          <a:xfrm>
            <a:off x="407368" y="3548896"/>
            <a:ext cx="1705856" cy="1335378"/>
          </a:xfrm>
          <a:prstGeom prst="rect">
            <a:avLst/>
          </a:prstGeom>
          <a:noFill/>
          <a:effectLst/>
        </p:spPr>
        <p:txBody>
          <a:bodyPr wrap="square" lIns="75895" tIns="37948" rIns="75895" bIns="37948"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党以马克思主义为指导，结合中国</a:t>
            </a:r>
            <a:endParaRPr lang="zh-CN" altLang="en-US" sz="1400">
              <a:latin typeface="微软雅黑" panose="020B0503020204020204" pitchFamily="34" charset="-122"/>
              <a:ea typeface="微软雅黑" panose="020B0503020204020204" pitchFamily="34" charset="-122"/>
            </a:endParaRPr>
          </a:p>
        </p:txBody>
      </p:sp>
      <p:sp>
        <p:nvSpPr>
          <p:cNvPr id="138" name="Text10">
            <a:extLst>
              <a:ext uri="{FF2B5EF4-FFF2-40B4-BE49-F238E27FC236}">
                <a16:creationId xmlns:a16="http://schemas.microsoft.com/office/drawing/2014/main" id="{3DBADFE1-ABC7-E165-A648-152130580CF0}"/>
              </a:ext>
            </a:extLst>
          </p:cNvPr>
          <p:cNvSpPr txBox="1"/>
          <p:nvPr/>
        </p:nvSpPr>
        <p:spPr>
          <a:xfrm>
            <a:off x="753987" y="5653906"/>
            <a:ext cx="2257737" cy="720348"/>
          </a:xfrm>
          <a:prstGeom prst="rect">
            <a:avLst/>
          </a:prstGeom>
          <a:noFill/>
          <a:effectLst/>
        </p:spPr>
        <p:txBody>
          <a:bodyPr wrap="square" lIns="75895" tIns="37948" rIns="75895" bIns="37948"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党以马克思主义为指导，结合中国</a:t>
            </a:r>
            <a:endParaRPr lang="zh-CN" altLang="en-US" sz="1400">
              <a:latin typeface="微软雅黑" panose="020B0503020204020204" pitchFamily="34" charset="-122"/>
              <a:ea typeface="微软雅黑" panose="020B0503020204020204" pitchFamily="34" charset="-122"/>
            </a:endParaRPr>
          </a:p>
        </p:txBody>
      </p:sp>
      <p:sp>
        <p:nvSpPr>
          <p:cNvPr id="139" name="Text11">
            <a:extLst>
              <a:ext uri="{FF2B5EF4-FFF2-40B4-BE49-F238E27FC236}">
                <a16:creationId xmlns:a16="http://schemas.microsoft.com/office/drawing/2014/main" id="{1BF2CB48-5B70-BEE5-B632-9455A4D0592C}"/>
              </a:ext>
            </a:extLst>
          </p:cNvPr>
          <p:cNvSpPr txBox="1"/>
          <p:nvPr/>
        </p:nvSpPr>
        <p:spPr>
          <a:xfrm>
            <a:off x="9070262" y="1702990"/>
            <a:ext cx="2257737" cy="720348"/>
          </a:xfrm>
          <a:prstGeom prst="rect">
            <a:avLst/>
          </a:prstGeom>
          <a:noFill/>
          <a:effectLst/>
        </p:spPr>
        <p:txBody>
          <a:bodyPr wrap="square" lIns="75895" tIns="37948" rIns="75895" bIns="37948"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党以马克思主义为指导，结合中国</a:t>
            </a:r>
            <a:endParaRPr lang="zh-CN" altLang="en-US" sz="1400">
              <a:latin typeface="微软雅黑" panose="020B0503020204020204" pitchFamily="34" charset="-122"/>
              <a:ea typeface="微软雅黑" panose="020B0503020204020204" pitchFamily="34" charset="-122"/>
            </a:endParaRPr>
          </a:p>
        </p:txBody>
      </p:sp>
      <p:sp>
        <p:nvSpPr>
          <p:cNvPr id="140" name="Text12">
            <a:extLst>
              <a:ext uri="{FF2B5EF4-FFF2-40B4-BE49-F238E27FC236}">
                <a16:creationId xmlns:a16="http://schemas.microsoft.com/office/drawing/2014/main" id="{5D9B576F-3FCE-4050-53F2-43C905B86915}"/>
              </a:ext>
            </a:extLst>
          </p:cNvPr>
          <p:cNvSpPr txBox="1"/>
          <p:nvPr/>
        </p:nvSpPr>
        <p:spPr>
          <a:xfrm>
            <a:off x="9777730" y="3525915"/>
            <a:ext cx="2257737" cy="720348"/>
          </a:xfrm>
          <a:prstGeom prst="rect">
            <a:avLst/>
          </a:prstGeom>
          <a:noFill/>
          <a:effectLst/>
        </p:spPr>
        <p:txBody>
          <a:bodyPr wrap="square" lIns="75895" tIns="37948" rIns="75895" bIns="37948"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0" lang="zh-CN" altLang="en-US" sz="14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党以马克思主义为</a:t>
            </a:r>
            <a:endParaRPr kumimoji="0" lang="en-US" altLang="zh-CN" sz="14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algn="ctr"/>
            <a:r>
              <a:rPr kumimoji="0" lang="zh-CN" altLang="en-US" sz="1400" b="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指导，结合中国</a:t>
            </a:r>
            <a:endParaRPr lang="zh-CN" altLang="en-US" sz="1400" dirty="0">
              <a:latin typeface="微软雅黑" panose="020B0503020204020204" pitchFamily="34" charset="-122"/>
              <a:ea typeface="微软雅黑" panose="020B0503020204020204" pitchFamily="34" charset="-122"/>
            </a:endParaRPr>
          </a:p>
        </p:txBody>
      </p:sp>
      <p:sp>
        <p:nvSpPr>
          <p:cNvPr id="141" name="Text13">
            <a:extLst>
              <a:ext uri="{FF2B5EF4-FFF2-40B4-BE49-F238E27FC236}">
                <a16:creationId xmlns:a16="http://schemas.microsoft.com/office/drawing/2014/main" id="{37F3C696-8861-13DE-1C8F-F8B7D4BB1F74}"/>
              </a:ext>
            </a:extLst>
          </p:cNvPr>
          <p:cNvSpPr txBox="1"/>
          <p:nvPr/>
        </p:nvSpPr>
        <p:spPr>
          <a:xfrm>
            <a:off x="8994096" y="5697104"/>
            <a:ext cx="2257737" cy="720348"/>
          </a:xfrm>
          <a:prstGeom prst="rect">
            <a:avLst/>
          </a:prstGeom>
          <a:noFill/>
          <a:effectLst/>
        </p:spPr>
        <p:txBody>
          <a:bodyPr wrap="square" lIns="75895" tIns="37948" rIns="75895" bIns="37948"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党以马克思主义为指导，结合中国</a:t>
            </a:r>
            <a:endParaRPr lang="zh-CN" altLang="en-US" sz="1400">
              <a:latin typeface="微软雅黑" panose="020B0503020204020204" pitchFamily="34" charset="-122"/>
              <a:ea typeface="微软雅黑" panose="020B0503020204020204" pitchFamily="34" charset="-122"/>
            </a:endParaRPr>
          </a:p>
        </p:txBody>
      </p:sp>
      <p:sp>
        <p:nvSpPr>
          <p:cNvPr id="3" name="Shape2">
            <a:extLst>
              <a:ext uri="{FF2B5EF4-FFF2-40B4-BE49-F238E27FC236}">
                <a16:creationId xmlns:a16="http://schemas.microsoft.com/office/drawing/2014/main" id="{2BC2511D-52BE-AFF5-5408-23CFC2EEB6C3}"/>
              </a:ext>
            </a:extLst>
          </p:cNvPr>
          <p:cNvSpPr>
            <a:spLocks noChangeAspect="1"/>
          </p:cNvSpPr>
          <p:nvPr/>
        </p:nvSpPr>
        <p:spPr>
          <a:xfrm>
            <a:off x="5640303" y="2899032"/>
            <a:ext cx="993898" cy="973871"/>
          </a:xfrm>
          <a:custGeom>
            <a:avLst/>
            <a:gdLst>
              <a:gd name="connsiteX0" fmla="*/ 1376243 w 1512887"/>
              <a:gd name="connsiteY0" fmla="*/ 993974 h 1482407"/>
              <a:gd name="connsiteX1" fmla="*/ 1495901 w 1512887"/>
              <a:gd name="connsiteY1" fmla="*/ 1060490 h 1482407"/>
              <a:gd name="connsiteX2" fmla="*/ 756444 w 1512887"/>
              <a:gd name="connsiteY2" fmla="*/ 1482408 h 1482407"/>
              <a:gd name="connsiteX3" fmla="*/ 4167 w 1512887"/>
              <a:gd name="connsiteY3" fmla="*/ 1060490 h 1482407"/>
              <a:gd name="connsiteX4" fmla="*/ 124698 w 1512887"/>
              <a:gd name="connsiteY4" fmla="*/ 993974 h 1482407"/>
              <a:gd name="connsiteX5" fmla="*/ 756404 w 1512887"/>
              <a:gd name="connsiteY5" fmla="*/ 1344970 h 1482407"/>
              <a:gd name="connsiteX6" fmla="*/ 1376243 w 1512887"/>
              <a:gd name="connsiteY6" fmla="*/ 993974 h 1482407"/>
              <a:gd name="connsiteX7" fmla="*/ 1376243 w 1512887"/>
              <a:gd name="connsiteY7" fmla="*/ 676473 h 1482407"/>
              <a:gd name="connsiteX8" fmla="*/ 1495901 w 1512887"/>
              <a:gd name="connsiteY8" fmla="*/ 742990 h 1482407"/>
              <a:gd name="connsiteX9" fmla="*/ 756444 w 1512887"/>
              <a:gd name="connsiteY9" fmla="*/ 1164908 h 1482407"/>
              <a:gd name="connsiteX10" fmla="*/ 4167 w 1512887"/>
              <a:gd name="connsiteY10" fmla="*/ 742990 h 1482407"/>
              <a:gd name="connsiteX11" fmla="*/ 124698 w 1512887"/>
              <a:gd name="connsiteY11" fmla="*/ 676473 h 1482407"/>
              <a:gd name="connsiteX12" fmla="*/ 756404 w 1512887"/>
              <a:gd name="connsiteY12" fmla="*/ 1027470 h 1482407"/>
              <a:gd name="connsiteX13" fmla="*/ 1376243 w 1512887"/>
              <a:gd name="connsiteY13" fmla="*/ 676473 h 1482407"/>
              <a:gd name="connsiteX14" fmla="*/ 756444 w 1512887"/>
              <a:gd name="connsiteY14" fmla="*/ 40 h 1482407"/>
              <a:gd name="connsiteX15" fmla="*/ 1512888 w 1512887"/>
              <a:gd name="connsiteY15" fmla="*/ 425490 h 1482407"/>
              <a:gd name="connsiteX16" fmla="*/ 756444 w 1512887"/>
              <a:gd name="connsiteY16" fmla="*/ 850979 h 1482407"/>
              <a:gd name="connsiteX17" fmla="*/ 0 w 1512887"/>
              <a:gd name="connsiteY17" fmla="*/ 425490 h 1482407"/>
              <a:gd name="connsiteX18" fmla="*/ 756444 w 1512887"/>
              <a:gd name="connsiteY18" fmla="*/ 0 h 1482407"/>
              <a:gd name="connsiteX19" fmla="*/ 756444 w 1512887"/>
              <a:gd name="connsiteY19" fmla="*/ 136644 h 1482407"/>
              <a:gd name="connsiteX20" fmla="*/ 242848 w 1512887"/>
              <a:gd name="connsiteY20" fmla="*/ 425490 h 1482407"/>
              <a:gd name="connsiteX21" fmla="*/ 756444 w 1512887"/>
              <a:gd name="connsiteY21" fmla="*/ 714335 h 1482407"/>
              <a:gd name="connsiteX22" fmla="*/ 1270000 w 1512887"/>
              <a:gd name="connsiteY22" fmla="*/ 425490 h 1482407"/>
              <a:gd name="connsiteX23" fmla="*/ 756444 w 1512887"/>
              <a:gd name="connsiteY23" fmla="*/ 136604 h 148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2887" h="1482407">
                <a:moveTo>
                  <a:pt x="1376243" y="993974"/>
                </a:moveTo>
                <a:lnTo>
                  <a:pt x="1495901" y="1060490"/>
                </a:lnTo>
                <a:lnTo>
                  <a:pt x="756444" y="1482408"/>
                </a:lnTo>
                <a:lnTo>
                  <a:pt x="4167" y="1060490"/>
                </a:lnTo>
                <a:lnTo>
                  <a:pt x="124698" y="993974"/>
                </a:lnTo>
                <a:lnTo>
                  <a:pt x="756404" y="1344970"/>
                </a:lnTo>
                <a:lnTo>
                  <a:pt x="1376243" y="993974"/>
                </a:lnTo>
                <a:close/>
                <a:moveTo>
                  <a:pt x="1376243" y="676473"/>
                </a:moveTo>
                <a:lnTo>
                  <a:pt x="1495901" y="742990"/>
                </a:lnTo>
                <a:lnTo>
                  <a:pt x="756444" y="1164908"/>
                </a:lnTo>
                <a:lnTo>
                  <a:pt x="4167" y="742990"/>
                </a:lnTo>
                <a:lnTo>
                  <a:pt x="124698" y="676473"/>
                </a:lnTo>
                <a:lnTo>
                  <a:pt x="756404" y="1027470"/>
                </a:lnTo>
                <a:lnTo>
                  <a:pt x="1376243" y="676473"/>
                </a:lnTo>
                <a:close/>
                <a:moveTo>
                  <a:pt x="756444" y="40"/>
                </a:moveTo>
                <a:lnTo>
                  <a:pt x="1512888" y="425490"/>
                </a:lnTo>
                <a:lnTo>
                  <a:pt x="756444" y="850979"/>
                </a:lnTo>
                <a:lnTo>
                  <a:pt x="0" y="425490"/>
                </a:lnTo>
                <a:lnTo>
                  <a:pt x="756444" y="0"/>
                </a:lnTo>
                <a:close/>
                <a:moveTo>
                  <a:pt x="756444" y="136644"/>
                </a:moveTo>
                <a:lnTo>
                  <a:pt x="242848" y="425490"/>
                </a:lnTo>
                <a:lnTo>
                  <a:pt x="756444" y="714335"/>
                </a:lnTo>
                <a:lnTo>
                  <a:pt x="1270000" y="425490"/>
                </a:lnTo>
                <a:lnTo>
                  <a:pt x="756444" y="136604"/>
                </a:lnTo>
                <a:close/>
              </a:path>
            </a:pathLst>
          </a:custGeom>
          <a:solidFill>
            <a:schemeClr val="tx2"/>
          </a:solidFill>
          <a:ln w="1860" cap="flat">
            <a:noFill/>
            <a:prstDash val="solid"/>
            <a:miter/>
          </a:ln>
        </p:spPr>
        <p:txBody>
          <a:bodyPr wrap="square"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b="1">
              <a:latin typeface="微软雅黑" panose="020B0503020204020204" pitchFamily="34" charset="-122"/>
              <a:ea typeface="微软雅黑" panose="020B0503020204020204" pitchFamily="34" charset="-122"/>
            </a:endParaRPr>
          </a:p>
        </p:txBody>
      </p:sp>
      <p:sp>
        <p:nvSpPr>
          <p:cNvPr id="5" name="Text2">
            <a:extLst>
              <a:ext uri="{FF2B5EF4-FFF2-40B4-BE49-F238E27FC236}">
                <a16:creationId xmlns:a16="http://schemas.microsoft.com/office/drawing/2014/main" id="{D25DCEE2-E2F4-6207-F195-334F3016257F}"/>
              </a:ext>
            </a:extLst>
          </p:cNvPr>
          <p:cNvSpPr txBox="1"/>
          <p:nvPr/>
        </p:nvSpPr>
        <p:spPr>
          <a:xfrm>
            <a:off x="2999656" y="260648"/>
            <a:ext cx="6580657" cy="935321"/>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noProof="0" dirty="0" err="1">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马克思主义哲学的基本原理和核心观点</a:t>
            </a:r>
            <a:endParaRPr lang="en-US" altLang="zh-CN" sz="28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a:p>
            <a:endParaRPr lang="en-US" altLang="ko-KR"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35038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reeform: Shape 25"/>
          <p:cNvSpPr/>
          <p:nvPr>
            <p:custDataLst>
              <p:tags r:id="rId2"/>
            </p:custDataLst>
          </p:nvPr>
        </p:nvSpPr>
        <p:spPr>
          <a:xfrm flipH="1">
            <a:off x="11556317" y="201937"/>
            <a:ext cx="339090" cy="340360"/>
          </a:xfrm>
          <a:custGeom>
            <a:avLst/>
            <a:gdLst>
              <a:gd name="connsiteX0" fmla="*/ 316376 w 718878"/>
              <a:gd name="connsiteY0" fmla="*/ 634637 h 719819"/>
              <a:gd name="connsiteX1" fmla="*/ 401558 w 718878"/>
              <a:gd name="connsiteY1" fmla="*/ 634637 h 719819"/>
              <a:gd name="connsiteX2" fmla="*/ 401558 w 718878"/>
              <a:gd name="connsiteY2" fmla="*/ 719819 h 719819"/>
              <a:gd name="connsiteX3" fmla="*/ 316376 w 718878"/>
              <a:gd name="connsiteY3" fmla="*/ 719819 h 719819"/>
              <a:gd name="connsiteX4" fmla="*/ 632753 w 718878"/>
              <a:gd name="connsiteY4" fmla="*/ 634636 h 719819"/>
              <a:gd name="connsiteX5" fmla="*/ 717935 w 718878"/>
              <a:gd name="connsiteY5" fmla="*/ 634636 h 719819"/>
              <a:gd name="connsiteX6" fmla="*/ 717935 w 718878"/>
              <a:gd name="connsiteY6" fmla="*/ 719818 h 719819"/>
              <a:gd name="connsiteX7" fmla="*/ 632753 w 718878"/>
              <a:gd name="connsiteY7" fmla="*/ 719818 h 719819"/>
              <a:gd name="connsiteX8" fmla="*/ 0 w 718878"/>
              <a:gd name="connsiteY8" fmla="*/ 634636 h 719819"/>
              <a:gd name="connsiteX9" fmla="*/ 85182 w 718878"/>
              <a:gd name="connsiteY9" fmla="*/ 634636 h 719819"/>
              <a:gd name="connsiteX10" fmla="*/ 85182 w 718878"/>
              <a:gd name="connsiteY10" fmla="*/ 719818 h 719819"/>
              <a:gd name="connsiteX11" fmla="*/ 0 w 718878"/>
              <a:gd name="connsiteY11" fmla="*/ 719818 h 719819"/>
              <a:gd name="connsiteX12" fmla="*/ 632756 w 718878"/>
              <a:gd name="connsiteY12" fmla="*/ 317318 h 719819"/>
              <a:gd name="connsiteX13" fmla="*/ 717938 w 718878"/>
              <a:gd name="connsiteY13" fmla="*/ 317318 h 719819"/>
              <a:gd name="connsiteX14" fmla="*/ 717938 w 718878"/>
              <a:gd name="connsiteY14" fmla="*/ 402500 h 719819"/>
              <a:gd name="connsiteX15" fmla="*/ 632756 w 718878"/>
              <a:gd name="connsiteY15" fmla="*/ 402500 h 719819"/>
              <a:gd name="connsiteX16" fmla="*/ 316378 w 718878"/>
              <a:gd name="connsiteY16" fmla="*/ 317318 h 719819"/>
              <a:gd name="connsiteX17" fmla="*/ 401560 w 718878"/>
              <a:gd name="connsiteY17" fmla="*/ 317318 h 719819"/>
              <a:gd name="connsiteX18" fmla="*/ 401560 w 718878"/>
              <a:gd name="connsiteY18" fmla="*/ 402500 h 719819"/>
              <a:gd name="connsiteX19" fmla="*/ 316378 w 718878"/>
              <a:gd name="connsiteY19" fmla="*/ 402500 h 719819"/>
              <a:gd name="connsiteX20" fmla="*/ 0 w 718878"/>
              <a:gd name="connsiteY20" fmla="*/ 317318 h 719819"/>
              <a:gd name="connsiteX21" fmla="*/ 85182 w 718878"/>
              <a:gd name="connsiteY21" fmla="*/ 317318 h 719819"/>
              <a:gd name="connsiteX22" fmla="*/ 85182 w 718878"/>
              <a:gd name="connsiteY22" fmla="*/ 402500 h 719819"/>
              <a:gd name="connsiteX23" fmla="*/ 0 w 718878"/>
              <a:gd name="connsiteY23" fmla="*/ 402500 h 719819"/>
              <a:gd name="connsiteX24" fmla="*/ 633696 w 718878"/>
              <a:gd name="connsiteY24" fmla="*/ 0 h 719819"/>
              <a:gd name="connsiteX25" fmla="*/ 718878 w 718878"/>
              <a:gd name="connsiteY25" fmla="*/ 0 h 719819"/>
              <a:gd name="connsiteX26" fmla="*/ 718878 w 718878"/>
              <a:gd name="connsiteY26" fmla="*/ 85182 h 719819"/>
              <a:gd name="connsiteX27" fmla="*/ 633696 w 718878"/>
              <a:gd name="connsiteY27" fmla="*/ 85182 h 719819"/>
              <a:gd name="connsiteX28" fmla="*/ 316378 w 718878"/>
              <a:gd name="connsiteY28" fmla="*/ 0 h 719819"/>
              <a:gd name="connsiteX29" fmla="*/ 401560 w 718878"/>
              <a:gd name="connsiteY29" fmla="*/ 0 h 719819"/>
              <a:gd name="connsiteX30" fmla="*/ 401560 w 718878"/>
              <a:gd name="connsiteY30" fmla="*/ 85182 h 719819"/>
              <a:gd name="connsiteX31" fmla="*/ 316378 w 718878"/>
              <a:gd name="connsiteY31" fmla="*/ 85182 h 719819"/>
              <a:gd name="connsiteX32" fmla="*/ 0 w 718878"/>
              <a:gd name="connsiteY32" fmla="*/ 0 h 719819"/>
              <a:gd name="connsiteX33" fmla="*/ 85182 w 718878"/>
              <a:gd name="connsiteY33" fmla="*/ 0 h 719819"/>
              <a:gd name="connsiteX34" fmla="*/ 85182 w 718878"/>
              <a:gd name="connsiteY34" fmla="*/ 85182 h 719819"/>
              <a:gd name="connsiteX35" fmla="*/ 0 w 718878"/>
              <a:gd name="connsiteY35" fmla="*/ 85182 h 71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18878" h="719819">
                <a:moveTo>
                  <a:pt x="316376" y="634637"/>
                </a:moveTo>
                <a:lnTo>
                  <a:pt x="401558" y="634637"/>
                </a:lnTo>
                <a:lnTo>
                  <a:pt x="401558" y="719819"/>
                </a:lnTo>
                <a:lnTo>
                  <a:pt x="316376" y="719819"/>
                </a:lnTo>
                <a:close/>
                <a:moveTo>
                  <a:pt x="632753" y="634636"/>
                </a:moveTo>
                <a:lnTo>
                  <a:pt x="717935" y="634636"/>
                </a:lnTo>
                <a:lnTo>
                  <a:pt x="717935" y="719818"/>
                </a:lnTo>
                <a:lnTo>
                  <a:pt x="632753" y="719818"/>
                </a:lnTo>
                <a:close/>
                <a:moveTo>
                  <a:pt x="0" y="634636"/>
                </a:moveTo>
                <a:lnTo>
                  <a:pt x="85182" y="634636"/>
                </a:lnTo>
                <a:lnTo>
                  <a:pt x="85182" y="719818"/>
                </a:lnTo>
                <a:lnTo>
                  <a:pt x="0" y="719818"/>
                </a:lnTo>
                <a:close/>
                <a:moveTo>
                  <a:pt x="632756" y="317318"/>
                </a:moveTo>
                <a:lnTo>
                  <a:pt x="717938" y="317318"/>
                </a:lnTo>
                <a:lnTo>
                  <a:pt x="717938" y="402500"/>
                </a:lnTo>
                <a:lnTo>
                  <a:pt x="632756" y="402500"/>
                </a:lnTo>
                <a:close/>
                <a:moveTo>
                  <a:pt x="316378" y="317318"/>
                </a:moveTo>
                <a:lnTo>
                  <a:pt x="401560" y="317318"/>
                </a:lnTo>
                <a:lnTo>
                  <a:pt x="401560" y="402500"/>
                </a:lnTo>
                <a:lnTo>
                  <a:pt x="316378" y="402500"/>
                </a:lnTo>
                <a:close/>
                <a:moveTo>
                  <a:pt x="0" y="317318"/>
                </a:moveTo>
                <a:lnTo>
                  <a:pt x="85182" y="317318"/>
                </a:lnTo>
                <a:lnTo>
                  <a:pt x="85182" y="402500"/>
                </a:lnTo>
                <a:lnTo>
                  <a:pt x="0" y="402500"/>
                </a:lnTo>
                <a:close/>
                <a:moveTo>
                  <a:pt x="633696" y="0"/>
                </a:moveTo>
                <a:lnTo>
                  <a:pt x="718878" y="0"/>
                </a:lnTo>
                <a:lnTo>
                  <a:pt x="718878" y="85182"/>
                </a:lnTo>
                <a:lnTo>
                  <a:pt x="633696" y="85182"/>
                </a:lnTo>
                <a:close/>
                <a:moveTo>
                  <a:pt x="316378" y="0"/>
                </a:moveTo>
                <a:lnTo>
                  <a:pt x="401560" y="0"/>
                </a:lnTo>
                <a:lnTo>
                  <a:pt x="401560" y="85182"/>
                </a:lnTo>
                <a:lnTo>
                  <a:pt x="316378" y="85182"/>
                </a:lnTo>
                <a:close/>
                <a:moveTo>
                  <a:pt x="0" y="0"/>
                </a:moveTo>
                <a:lnTo>
                  <a:pt x="85182" y="0"/>
                </a:lnTo>
                <a:lnTo>
                  <a:pt x="85182" y="85182"/>
                </a:lnTo>
                <a:lnTo>
                  <a:pt x="0" y="8518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5" name="任意多边形: 形状 7"/>
          <p:cNvSpPr/>
          <p:nvPr/>
        </p:nvSpPr>
        <p:spPr>
          <a:xfrm>
            <a:off x="1" y="0"/>
            <a:ext cx="2979367" cy="3559078"/>
          </a:xfrm>
          <a:custGeom>
            <a:avLst/>
            <a:gdLst>
              <a:gd name="connsiteX0" fmla="*/ 0 w 2979367"/>
              <a:gd name="connsiteY0" fmla="*/ 0 h 3559078"/>
              <a:gd name="connsiteX1" fmla="*/ 2679715 w 2979367"/>
              <a:gd name="connsiteY1" fmla="*/ 0 h 3559078"/>
              <a:gd name="connsiteX2" fmla="*/ 2824001 w 2979367"/>
              <a:gd name="connsiteY2" fmla="*/ 122568 h 3559078"/>
              <a:gd name="connsiteX3" fmla="*/ 2968557 w 2979367"/>
              <a:gd name="connsiteY3" fmla="*/ 574292 h 3559078"/>
              <a:gd name="connsiteX4" fmla="*/ 279011 w 2979367"/>
              <a:gd name="connsiteY4" fmla="*/ 3536622 h 3559078"/>
              <a:gd name="connsiteX5" fmla="*/ 33447 w 2979367"/>
              <a:gd name="connsiteY5" fmla="*/ 3548095 h 3559078"/>
              <a:gd name="connsiteX6" fmla="*/ 0 w 2979367"/>
              <a:gd name="connsiteY6" fmla="*/ 3538461 h 355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9367" h="3559078">
                <a:moveTo>
                  <a:pt x="0" y="0"/>
                </a:moveTo>
                <a:lnTo>
                  <a:pt x="2679715" y="0"/>
                </a:lnTo>
                <a:lnTo>
                  <a:pt x="2824001" y="122568"/>
                </a:lnTo>
                <a:cubicBezTo>
                  <a:pt x="2949396" y="236505"/>
                  <a:pt x="3004509" y="408724"/>
                  <a:pt x="2968557" y="574292"/>
                </a:cubicBezTo>
                <a:cubicBezTo>
                  <a:pt x="2665793" y="1971407"/>
                  <a:pt x="1640455" y="3100719"/>
                  <a:pt x="279011" y="3536622"/>
                </a:cubicBezTo>
                <a:cubicBezTo>
                  <a:pt x="198182" y="3562422"/>
                  <a:pt x="113541" y="3565635"/>
                  <a:pt x="33447" y="3548095"/>
                </a:cubicBezTo>
                <a:lnTo>
                  <a:pt x="0" y="3538461"/>
                </a:lnTo>
                <a:close/>
              </a:path>
            </a:pathLst>
          </a:cu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4" name="任意多边形: 形状 6"/>
          <p:cNvSpPr/>
          <p:nvPr/>
        </p:nvSpPr>
        <p:spPr>
          <a:xfrm>
            <a:off x="6164111" y="1146706"/>
            <a:ext cx="6027890" cy="5711294"/>
          </a:xfrm>
          <a:custGeom>
            <a:avLst/>
            <a:gdLst>
              <a:gd name="connsiteX0" fmla="*/ 5923419 w 6027890"/>
              <a:gd name="connsiteY0" fmla="*/ 718 h 5711294"/>
              <a:gd name="connsiteX1" fmla="*/ 6027890 w 6027890"/>
              <a:gd name="connsiteY1" fmla="*/ 11969 h 5711294"/>
              <a:gd name="connsiteX2" fmla="*/ 6027890 w 6027890"/>
              <a:gd name="connsiteY2" fmla="*/ 5711294 h 5711294"/>
              <a:gd name="connsiteX3" fmla="*/ 842952 w 6027890"/>
              <a:gd name="connsiteY3" fmla="*/ 5711294 h 5711294"/>
              <a:gd name="connsiteX4" fmla="*/ 738762 w 6027890"/>
              <a:gd name="connsiteY4" fmla="*/ 5606065 h 5711294"/>
              <a:gd name="connsiteX5" fmla="*/ 151883 w 6027890"/>
              <a:gd name="connsiteY5" fmla="*/ 4881924 h 5711294"/>
              <a:gd name="connsiteX6" fmla="*/ 77560 w 6027890"/>
              <a:gd name="connsiteY6" fmla="*/ 4052002 h 5711294"/>
              <a:gd name="connsiteX7" fmla="*/ 5812959 w 6027890"/>
              <a:gd name="connsiteY7" fmla="*/ 3468 h 5711294"/>
              <a:gd name="connsiteX8" fmla="*/ 5923419 w 6027890"/>
              <a:gd name="connsiteY8" fmla="*/ 718 h 571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27890" h="5711294">
                <a:moveTo>
                  <a:pt x="5923419" y="718"/>
                </a:moveTo>
                <a:lnTo>
                  <a:pt x="6027890" y="11969"/>
                </a:lnTo>
                <a:lnTo>
                  <a:pt x="6027890" y="5711294"/>
                </a:lnTo>
                <a:lnTo>
                  <a:pt x="842952" y="5711294"/>
                </a:lnTo>
                <a:lnTo>
                  <a:pt x="738762" y="5606065"/>
                </a:lnTo>
                <a:cubicBezTo>
                  <a:pt x="528959" y="5379733"/>
                  <a:pt x="332737" y="5138078"/>
                  <a:pt x="151883" y="4881924"/>
                </a:cubicBezTo>
                <a:cubicBezTo>
                  <a:pt x="-19648" y="4638515"/>
                  <a:pt x="-47981" y="4321990"/>
                  <a:pt x="77560" y="4052002"/>
                </a:cubicBezTo>
                <a:cubicBezTo>
                  <a:pt x="1128982" y="1774938"/>
                  <a:pt x="3315249" y="231657"/>
                  <a:pt x="5812959" y="3468"/>
                </a:cubicBezTo>
                <a:cubicBezTo>
                  <a:pt x="5849976" y="81"/>
                  <a:pt x="5886867" y="-802"/>
                  <a:pt x="5923419" y="718"/>
                </a:cubicBezTo>
                <a:close/>
              </a:path>
            </a:pathLst>
          </a:cu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2" name="任意多边形: 形状 21"/>
          <p:cNvSpPr/>
          <p:nvPr>
            <p:custDataLst>
              <p:tags r:id="rId3"/>
            </p:custDataLst>
          </p:nvPr>
        </p:nvSpPr>
        <p:spPr>
          <a:xfrm>
            <a:off x="1122744" y="266218"/>
            <a:ext cx="10794524" cy="6319777"/>
          </a:xfrm>
          <a:custGeom>
            <a:avLst/>
            <a:gdLst>
              <a:gd name="connsiteX0" fmla="*/ 0 w 3802742"/>
              <a:gd name="connsiteY0" fmla="*/ 348343 h 3817257"/>
              <a:gd name="connsiteX1" fmla="*/ 0 w 3802742"/>
              <a:gd name="connsiteY1" fmla="*/ 0 h 3817257"/>
              <a:gd name="connsiteX2" fmla="*/ 3802742 w 3802742"/>
              <a:gd name="connsiteY2" fmla="*/ 0 h 3817257"/>
              <a:gd name="connsiteX3" fmla="*/ 3802742 w 3802742"/>
              <a:gd name="connsiteY3" fmla="*/ 3817257 h 3817257"/>
              <a:gd name="connsiteX4" fmla="*/ 0 w 3802742"/>
              <a:gd name="connsiteY4" fmla="*/ 3817257 h 3817257"/>
              <a:gd name="connsiteX5" fmla="*/ 0 w 3802742"/>
              <a:gd name="connsiteY5" fmla="*/ 3454400 h 381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02742" h="3817257">
                <a:moveTo>
                  <a:pt x="0" y="348343"/>
                </a:moveTo>
                <a:lnTo>
                  <a:pt x="0" y="0"/>
                </a:lnTo>
                <a:lnTo>
                  <a:pt x="3802742" y="0"/>
                </a:lnTo>
                <a:lnTo>
                  <a:pt x="3802742" y="3817257"/>
                </a:lnTo>
                <a:lnTo>
                  <a:pt x="0" y="3817257"/>
                </a:lnTo>
                <a:lnTo>
                  <a:pt x="0" y="3454400"/>
                </a:lnTo>
              </a:path>
            </a:pathLst>
          </a:cu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sz="1800">
              <a:latin typeface="微软雅黑" panose="020B0503020204020204" pitchFamily="34" charset="-122"/>
              <a:ea typeface="微软雅黑" panose="020B0503020204020204" pitchFamily="34" charset="-122"/>
              <a:sym typeface="Arial" panose="020B0604020202020204" pitchFamily="34" charset="0"/>
            </a:endParaRPr>
          </a:p>
        </p:txBody>
      </p:sp>
      <p:sp>
        <p:nvSpPr>
          <p:cNvPr id="21" name="!!平滑17"/>
          <p:cNvSpPr/>
          <p:nvPr>
            <p:custDataLst>
              <p:tags r:id="rId4"/>
            </p:custDataLst>
          </p:nvPr>
        </p:nvSpPr>
        <p:spPr>
          <a:xfrm>
            <a:off x="11798409" y="6203690"/>
            <a:ext cx="232168" cy="2321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sz="1800">
              <a:latin typeface="微软雅黑" panose="020B0503020204020204" pitchFamily="34" charset="-122"/>
              <a:ea typeface="微软雅黑" panose="020B0503020204020204" pitchFamily="34" charset="-122"/>
              <a:sym typeface="Arial" panose="020B0604020202020204" pitchFamily="34" charset="0"/>
            </a:endParaRPr>
          </a:p>
        </p:txBody>
      </p:sp>
      <p:sp>
        <p:nvSpPr>
          <p:cNvPr id="2" name="Text1"/>
          <p:cNvSpPr txBox="1"/>
          <p:nvPr>
            <p:custDataLst>
              <p:tags r:id="rId5"/>
            </p:custDataLst>
          </p:nvPr>
        </p:nvSpPr>
        <p:spPr>
          <a:xfrm>
            <a:off x="2567305" y="567055"/>
            <a:ext cx="9010015" cy="774700"/>
          </a:xfrm>
          <a:prstGeom prst="rect">
            <a:avLst/>
          </a:prstGeom>
          <a:noFill/>
        </p:spPr>
        <p:txBody>
          <a:bodyPr wrap="square"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马克思主义哲学对认识世界的独特贡献</a:t>
            </a:r>
          </a:p>
        </p:txBody>
      </p:sp>
      <p:sp>
        <p:nvSpPr>
          <p:cNvPr id="3" name="Text2"/>
          <p:cNvSpPr txBox="1"/>
          <p:nvPr>
            <p:custDataLst>
              <p:tags r:id="rId6"/>
            </p:custDataLst>
          </p:nvPr>
        </p:nvSpPr>
        <p:spPr>
          <a:xfrm>
            <a:off x="1261110" y="1503045"/>
            <a:ext cx="10322560" cy="4787900"/>
          </a:xfrm>
          <a:prstGeom prst="rect">
            <a:avLst/>
          </a:prstGeom>
          <a:noFill/>
          <a:ln>
            <a:noFill/>
          </a:ln>
        </p:spPr>
        <p:txBody>
          <a:bodyPr spcFirstLastPara="1" wrap="square" lIns="60950" tIns="30466" rIns="60950" bIns="30466"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300"/>
              </a:spcBef>
              <a:spcAft>
                <a:spcPts val="300"/>
              </a:spcAft>
              <a:buClrTx/>
              <a:buSzTx/>
              <a:buFontTx/>
              <a:buNone/>
              <a:defRPr/>
            </a:pPr>
            <a:r>
              <a:rPr kumimoji="0" lang="zh-CN" altLang="en-US" sz="32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辩证唯物主义：</a:t>
            </a:r>
          </a:p>
          <a:p>
            <a:pPr marL="0" marR="0" lvl="0" indent="0" algn="just" defTabSz="914400" rtl="0" eaLnBrk="1" fontAlgn="auto" latinLnBrk="0" hangingPunct="1">
              <a:lnSpc>
                <a:spcPct val="150000"/>
              </a:lnSpc>
              <a:spcBef>
                <a:spcPts val="300"/>
              </a:spcBef>
              <a:spcAft>
                <a:spcPts val="300"/>
              </a:spcAft>
              <a:buClrTx/>
              <a:buSzTx/>
              <a:buFontTx/>
              <a:buNone/>
              <a:defRPr/>
            </a:pPr>
            <a:r>
              <a:rPr kumimoji="0" lang="zh-CN" altLang="en-US" sz="2400" b="0"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马克思主义哲学坚持辩证唯物主义，认为物质是世界的本原，意识是物质的产物。它揭示了事物发展的普遍规律，特别是社会历史发展的客观规律。</a:t>
            </a:r>
          </a:p>
          <a:p>
            <a:pPr marL="0" marR="0" lvl="0" indent="0" algn="just" defTabSz="914400" rtl="0" eaLnBrk="1" fontAlgn="auto" latinLnBrk="0" hangingPunct="1">
              <a:lnSpc>
                <a:spcPct val="150000"/>
              </a:lnSpc>
              <a:spcBef>
                <a:spcPts val="300"/>
              </a:spcBef>
              <a:spcAft>
                <a:spcPts val="300"/>
              </a:spcAft>
              <a:buClrTx/>
              <a:buSzTx/>
              <a:buFontTx/>
              <a:buNone/>
              <a:defRPr/>
            </a:pPr>
            <a:r>
              <a:rPr kumimoji="0" lang="zh-CN" altLang="en-US" sz="32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历史唯物主义：</a:t>
            </a:r>
          </a:p>
          <a:p>
            <a:pPr marL="0" marR="0" lvl="0" indent="0" algn="just" defTabSz="914400" rtl="0" eaLnBrk="1" fontAlgn="auto" latinLnBrk="0" hangingPunct="1">
              <a:lnSpc>
                <a:spcPct val="150000"/>
              </a:lnSpc>
              <a:spcBef>
                <a:spcPts val="300"/>
              </a:spcBef>
              <a:spcAft>
                <a:spcPts val="300"/>
              </a:spcAft>
              <a:buClrTx/>
              <a:buSzTx/>
              <a:buFontTx/>
              <a:buNone/>
              <a:defRPr/>
            </a:pPr>
            <a:r>
              <a:rPr kumimoji="0" lang="zh-CN" altLang="en-US" sz="2400" b="0"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马克思主义哲学强调历史的发展是由经济基础决定的，上层建筑是在经济基础之上建立起来的。这一观点有助于我们深入理解社会历史的发展过程和规律。</a:t>
            </a:r>
          </a:p>
          <a:p>
            <a:pPr marL="0" marR="0" lvl="0" indent="0" algn="just" defTabSz="914400" rtl="0" eaLnBrk="1" fontAlgn="auto" latinLnBrk="0" hangingPunct="1">
              <a:lnSpc>
                <a:spcPct val="150000"/>
              </a:lnSpc>
              <a:spcBef>
                <a:spcPts val="300"/>
              </a:spcBef>
              <a:spcAft>
                <a:spcPts val="300"/>
              </a:spcAft>
              <a:buClrTx/>
              <a:buSzTx/>
              <a:buFontTx/>
              <a:buNone/>
              <a:defRPr/>
            </a:pPr>
            <a:endParaRPr kumimoji="0" lang="zh-CN" altLang="en-US" sz="2400" b="0"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p:txBody>
      </p:sp>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reeform: Shape 25"/>
          <p:cNvSpPr/>
          <p:nvPr>
            <p:custDataLst>
              <p:tags r:id="rId2"/>
            </p:custDataLst>
          </p:nvPr>
        </p:nvSpPr>
        <p:spPr>
          <a:xfrm flipH="1">
            <a:off x="11556317" y="201937"/>
            <a:ext cx="339090" cy="340360"/>
          </a:xfrm>
          <a:custGeom>
            <a:avLst/>
            <a:gdLst>
              <a:gd name="connsiteX0" fmla="*/ 316376 w 718878"/>
              <a:gd name="connsiteY0" fmla="*/ 634637 h 719819"/>
              <a:gd name="connsiteX1" fmla="*/ 401558 w 718878"/>
              <a:gd name="connsiteY1" fmla="*/ 634637 h 719819"/>
              <a:gd name="connsiteX2" fmla="*/ 401558 w 718878"/>
              <a:gd name="connsiteY2" fmla="*/ 719819 h 719819"/>
              <a:gd name="connsiteX3" fmla="*/ 316376 w 718878"/>
              <a:gd name="connsiteY3" fmla="*/ 719819 h 719819"/>
              <a:gd name="connsiteX4" fmla="*/ 632753 w 718878"/>
              <a:gd name="connsiteY4" fmla="*/ 634636 h 719819"/>
              <a:gd name="connsiteX5" fmla="*/ 717935 w 718878"/>
              <a:gd name="connsiteY5" fmla="*/ 634636 h 719819"/>
              <a:gd name="connsiteX6" fmla="*/ 717935 w 718878"/>
              <a:gd name="connsiteY6" fmla="*/ 719818 h 719819"/>
              <a:gd name="connsiteX7" fmla="*/ 632753 w 718878"/>
              <a:gd name="connsiteY7" fmla="*/ 719818 h 719819"/>
              <a:gd name="connsiteX8" fmla="*/ 0 w 718878"/>
              <a:gd name="connsiteY8" fmla="*/ 634636 h 719819"/>
              <a:gd name="connsiteX9" fmla="*/ 85182 w 718878"/>
              <a:gd name="connsiteY9" fmla="*/ 634636 h 719819"/>
              <a:gd name="connsiteX10" fmla="*/ 85182 w 718878"/>
              <a:gd name="connsiteY10" fmla="*/ 719818 h 719819"/>
              <a:gd name="connsiteX11" fmla="*/ 0 w 718878"/>
              <a:gd name="connsiteY11" fmla="*/ 719818 h 719819"/>
              <a:gd name="connsiteX12" fmla="*/ 632756 w 718878"/>
              <a:gd name="connsiteY12" fmla="*/ 317318 h 719819"/>
              <a:gd name="connsiteX13" fmla="*/ 717938 w 718878"/>
              <a:gd name="connsiteY13" fmla="*/ 317318 h 719819"/>
              <a:gd name="connsiteX14" fmla="*/ 717938 w 718878"/>
              <a:gd name="connsiteY14" fmla="*/ 402500 h 719819"/>
              <a:gd name="connsiteX15" fmla="*/ 632756 w 718878"/>
              <a:gd name="connsiteY15" fmla="*/ 402500 h 719819"/>
              <a:gd name="connsiteX16" fmla="*/ 316378 w 718878"/>
              <a:gd name="connsiteY16" fmla="*/ 317318 h 719819"/>
              <a:gd name="connsiteX17" fmla="*/ 401560 w 718878"/>
              <a:gd name="connsiteY17" fmla="*/ 317318 h 719819"/>
              <a:gd name="connsiteX18" fmla="*/ 401560 w 718878"/>
              <a:gd name="connsiteY18" fmla="*/ 402500 h 719819"/>
              <a:gd name="connsiteX19" fmla="*/ 316378 w 718878"/>
              <a:gd name="connsiteY19" fmla="*/ 402500 h 719819"/>
              <a:gd name="connsiteX20" fmla="*/ 0 w 718878"/>
              <a:gd name="connsiteY20" fmla="*/ 317318 h 719819"/>
              <a:gd name="connsiteX21" fmla="*/ 85182 w 718878"/>
              <a:gd name="connsiteY21" fmla="*/ 317318 h 719819"/>
              <a:gd name="connsiteX22" fmla="*/ 85182 w 718878"/>
              <a:gd name="connsiteY22" fmla="*/ 402500 h 719819"/>
              <a:gd name="connsiteX23" fmla="*/ 0 w 718878"/>
              <a:gd name="connsiteY23" fmla="*/ 402500 h 719819"/>
              <a:gd name="connsiteX24" fmla="*/ 633696 w 718878"/>
              <a:gd name="connsiteY24" fmla="*/ 0 h 719819"/>
              <a:gd name="connsiteX25" fmla="*/ 718878 w 718878"/>
              <a:gd name="connsiteY25" fmla="*/ 0 h 719819"/>
              <a:gd name="connsiteX26" fmla="*/ 718878 w 718878"/>
              <a:gd name="connsiteY26" fmla="*/ 85182 h 719819"/>
              <a:gd name="connsiteX27" fmla="*/ 633696 w 718878"/>
              <a:gd name="connsiteY27" fmla="*/ 85182 h 719819"/>
              <a:gd name="connsiteX28" fmla="*/ 316378 w 718878"/>
              <a:gd name="connsiteY28" fmla="*/ 0 h 719819"/>
              <a:gd name="connsiteX29" fmla="*/ 401560 w 718878"/>
              <a:gd name="connsiteY29" fmla="*/ 0 h 719819"/>
              <a:gd name="connsiteX30" fmla="*/ 401560 w 718878"/>
              <a:gd name="connsiteY30" fmla="*/ 85182 h 719819"/>
              <a:gd name="connsiteX31" fmla="*/ 316378 w 718878"/>
              <a:gd name="connsiteY31" fmla="*/ 85182 h 719819"/>
              <a:gd name="connsiteX32" fmla="*/ 0 w 718878"/>
              <a:gd name="connsiteY32" fmla="*/ 0 h 719819"/>
              <a:gd name="connsiteX33" fmla="*/ 85182 w 718878"/>
              <a:gd name="connsiteY33" fmla="*/ 0 h 719819"/>
              <a:gd name="connsiteX34" fmla="*/ 85182 w 718878"/>
              <a:gd name="connsiteY34" fmla="*/ 85182 h 719819"/>
              <a:gd name="connsiteX35" fmla="*/ 0 w 718878"/>
              <a:gd name="connsiteY35" fmla="*/ 85182 h 71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18878" h="719819">
                <a:moveTo>
                  <a:pt x="316376" y="634637"/>
                </a:moveTo>
                <a:lnTo>
                  <a:pt x="401558" y="634637"/>
                </a:lnTo>
                <a:lnTo>
                  <a:pt x="401558" y="719819"/>
                </a:lnTo>
                <a:lnTo>
                  <a:pt x="316376" y="719819"/>
                </a:lnTo>
                <a:close/>
                <a:moveTo>
                  <a:pt x="632753" y="634636"/>
                </a:moveTo>
                <a:lnTo>
                  <a:pt x="717935" y="634636"/>
                </a:lnTo>
                <a:lnTo>
                  <a:pt x="717935" y="719818"/>
                </a:lnTo>
                <a:lnTo>
                  <a:pt x="632753" y="719818"/>
                </a:lnTo>
                <a:close/>
                <a:moveTo>
                  <a:pt x="0" y="634636"/>
                </a:moveTo>
                <a:lnTo>
                  <a:pt x="85182" y="634636"/>
                </a:lnTo>
                <a:lnTo>
                  <a:pt x="85182" y="719818"/>
                </a:lnTo>
                <a:lnTo>
                  <a:pt x="0" y="719818"/>
                </a:lnTo>
                <a:close/>
                <a:moveTo>
                  <a:pt x="632756" y="317318"/>
                </a:moveTo>
                <a:lnTo>
                  <a:pt x="717938" y="317318"/>
                </a:lnTo>
                <a:lnTo>
                  <a:pt x="717938" y="402500"/>
                </a:lnTo>
                <a:lnTo>
                  <a:pt x="632756" y="402500"/>
                </a:lnTo>
                <a:close/>
                <a:moveTo>
                  <a:pt x="316378" y="317318"/>
                </a:moveTo>
                <a:lnTo>
                  <a:pt x="401560" y="317318"/>
                </a:lnTo>
                <a:lnTo>
                  <a:pt x="401560" y="402500"/>
                </a:lnTo>
                <a:lnTo>
                  <a:pt x="316378" y="402500"/>
                </a:lnTo>
                <a:close/>
                <a:moveTo>
                  <a:pt x="0" y="317318"/>
                </a:moveTo>
                <a:lnTo>
                  <a:pt x="85182" y="317318"/>
                </a:lnTo>
                <a:lnTo>
                  <a:pt x="85182" y="402500"/>
                </a:lnTo>
                <a:lnTo>
                  <a:pt x="0" y="402500"/>
                </a:lnTo>
                <a:close/>
                <a:moveTo>
                  <a:pt x="633696" y="0"/>
                </a:moveTo>
                <a:lnTo>
                  <a:pt x="718878" y="0"/>
                </a:lnTo>
                <a:lnTo>
                  <a:pt x="718878" y="85182"/>
                </a:lnTo>
                <a:lnTo>
                  <a:pt x="633696" y="85182"/>
                </a:lnTo>
                <a:close/>
                <a:moveTo>
                  <a:pt x="316378" y="0"/>
                </a:moveTo>
                <a:lnTo>
                  <a:pt x="401560" y="0"/>
                </a:lnTo>
                <a:lnTo>
                  <a:pt x="401560" y="85182"/>
                </a:lnTo>
                <a:lnTo>
                  <a:pt x="316378" y="85182"/>
                </a:lnTo>
                <a:close/>
                <a:moveTo>
                  <a:pt x="0" y="0"/>
                </a:moveTo>
                <a:lnTo>
                  <a:pt x="85182" y="0"/>
                </a:lnTo>
                <a:lnTo>
                  <a:pt x="85182" y="85182"/>
                </a:lnTo>
                <a:lnTo>
                  <a:pt x="0" y="8518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5" name="任意多边形: 形状 7"/>
          <p:cNvSpPr/>
          <p:nvPr/>
        </p:nvSpPr>
        <p:spPr>
          <a:xfrm>
            <a:off x="1" y="0"/>
            <a:ext cx="2979367" cy="3559078"/>
          </a:xfrm>
          <a:custGeom>
            <a:avLst/>
            <a:gdLst>
              <a:gd name="connsiteX0" fmla="*/ 0 w 2979367"/>
              <a:gd name="connsiteY0" fmla="*/ 0 h 3559078"/>
              <a:gd name="connsiteX1" fmla="*/ 2679715 w 2979367"/>
              <a:gd name="connsiteY1" fmla="*/ 0 h 3559078"/>
              <a:gd name="connsiteX2" fmla="*/ 2824001 w 2979367"/>
              <a:gd name="connsiteY2" fmla="*/ 122568 h 3559078"/>
              <a:gd name="connsiteX3" fmla="*/ 2968557 w 2979367"/>
              <a:gd name="connsiteY3" fmla="*/ 574292 h 3559078"/>
              <a:gd name="connsiteX4" fmla="*/ 279011 w 2979367"/>
              <a:gd name="connsiteY4" fmla="*/ 3536622 h 3559078"/>
              <a:gd name="connsiteX5" fmla="*/ 33447 w 2979367"/>
              <a:gd name="connsiteY5" fmla="*/ 3548095 h 3559078"/>
              <a:gd name="connsiteX6" fmla="*/ 0 w 2979367"/>
              <a:gd name="connsiteY6" fmla="*/ 3538461 h 355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9367" h="3559078">
                <a:moveTo>
                  <a:pt x="0" y="0"/>
                </a:moveTo>
                <a:lnTo>
                  <a:pt x="2679715" y="0"/>
                </a:lnTo>
                <a:lnTo>
                  <a:pt x="2824001" y="122568"/>
                </a:lnTo>
                <a:cubicBezTo>
                  <a:pt x="2949396" y="236505"/>
                  <a:pt x="3004509" y="408724"/>
                  <a:pt x="2968557" y="574292"/>
                </a:cubicBezTo>
                <a:cubicBezTo>
                  <a:pt x="2665793" y="1971407"/>
                  <a:pt x="1640455" y="3100719"/>
                  <a:pt x="279011" y="3536622"/>
                </a:cubicBezTo>
                <a:cubicBezTo>
                  <a:pt x="198182" y="3562422"/>
                  <a:pt x="113541" y="3565635"/>
                  <a:pt x="33447" y="3548095"/>
                </a:cubicBezTo>
                <a:lnTo>
                  <a:pt x="0" y="3538461"/>
                </a:lnTo>
                <a:close/>
              </a:path>
            </a:pathLst>
          </a:cu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4" name="任意多边形: 形状 6"/>
          <p:cNvSpPr/>
          <p:nvPr/>
        </p:nvSpPr>
        <p:spPr>
          <a:xfrm>
            <a:off x="6164111" y="1146706"/>
            <a:ext cx="6027890" cy="5711294"/>
          </a:xfrm>
          <a:custGeom>
            <a:avLst/>
            <a:gdLst>
              <a:gd name="connsiteX0" fmla="*/ 5923419 w 6027890"/>
              <a:gd name="connsiteY0" fmla="*/ 718 h 5711294"/>
              <a:gd name="connsiteX1" fmla="*/ 6027890 w 6027890"/>
              <a:gd name="connsiteY1" fmla="*/ 11969 h 5711294"/>
              <a:gd name="connsiteX2" fmla="*/ 6027890 w 6027890"/>
              <a:gd name="connsiteY2" fmla="*/ 5711294 h 5711294"/>
              <a:gd name="connsiteX3" fmla="*/ 842952 w 6027890"/>
              <a:gd name="connsiteY3" fmla="*/ 5711294 h 5711294"/>
              <a:gd name="connsiteX4" fmla="*/ 738762 w 6027890"/>
              <a:gd name="connsiteY4" fmla="*/ 5606065 h 5711294"/>
              <a:gd name="connsiteX5" fmla="*/ 151883 w 6027890"/>
              <a:gd name="connsiteY5" fmla="*/ 4881924 h 5711294"/>
              <a:gd name="connsiteX6" fmla="*/ 77560 w 6027890"/>
              <a:gd name="connsiteY6" fmla="*/ 4052002 h 5711294"/>
              <a:gd name="connsiteX7" fmla="*/ 5812959 w 6027890"/>
              <a:gd name="connsiteY7" fmla="*/ 3468 h 5711294"/>
              <a:gd name="connsiteX8" fmla="*/ 5923419 w 6027890"/>
              <a:gd name="connsiteY8" fmla="*/ 718 h 571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27890" h="5711294">
                <a:moveTo>
                  <a:pt x="5923419" y="718"/>
                </a:moveTo>
                <a:lnTo>
                  <a:pt x="6027890" y="11969"/>
                </a:lnTo>
                <a:lnTo>
                  <a:pt x="6027890" y="5711294"/>
                </a:lnTo>
                <a:lnTo>
                  <a:pt x="842952" y="5711294"/>
                </a:lnTo>
                <a:lnTo>
                  <a:pt x="738762" y="5606065"/>
                </a:lnTo>
                <a:cubicBezTo>
                  <a:pt x="528959" y="5379733"/>
                  <a:pt x="332737" y="5138078"/>
                  <a:pt x="151883" y="4881924"/>
                </a:cubicBezTo>
                <a:cubicBezTo>
                  <a:pt x="-19648" y="4638515"/>
                  <a:pt x="-47981" y="4321990"/>
                  <a:pt x="77560" y="4052002"/>
                </a:cubicBezTo>
                <a:cubicBezTo>
                  <a:pt x="1128982" y="1774938"/>
                  <a:pt x="3315249" y="231657"/>
                  <a:pt x="5812959" y="3468"/>
                </a:cubicBezTo>
                <a:cubicBezTo>
                  <a:pt x="5849976" y="81"/>
                  <a:pt x="5886867" y="-802"/>
                  <a:pt x="5923419" y="718"/>
                </a:cubicBezTo>
                <a:close/>
              </a:path>
            </a:pathLst>
          </a:cu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2" name="任意多边形: 形状 21"/>
          <p:cNvSpPr/>
          <p:nvPr>
            <p:custDataLst>
              <p:tags r:id="rId3"/>
            </p:custDataLst>
          </p:nvPr>
        </p:nvSpPr>
        <p:spPr>
          <a:xfrm>
            <a:off x="1122744" y="266218"/>
            <a:ext cx="10794524" cy="6319777"/>
          </a:xfrm>
          <a:custGeom>
            <a:avLst/>
            <a:gdLst>
              <a:gd name="connsiteX0" fmla="*/ 0 w 3802742"/>
              <a:gd name="connsiteY0" fmla="*/ 348343 h 3817257"/>
              <a:gd name="connsiteX1" fmla="*/ 0 w 3802742"/>
              <a:gd name="connsiteY1" fmla="*/ 0 h 3817257"/>
              <a:gd name="connsiteX2" fmla="*/ 3802742 w 3802742"/>
              <a:gd name="connsiteY2" fmla="*/ 0 h 3817257"/>
              <a:gd name="connsiteX3" fmla="*/ 3802742 w 3802742"/>
              <a:gd name="connsiteY3" fmla="*/ 3817257 h 3817257"/>
              <a:gd name="connsiteX4" fmla="*/ 0 w 3802742"/>
              <a:gd name="connsiteY4" fmla="*/ 3817257 h 3817257"/>
              <a:gd name="connsiteX5" fmla="*/ 0 w 3802742"/>
              <a:gd name="connsiteY5" fmla="*/ 3454400 h 381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02742" h="3817257">
                <a:moveTo>
                  <a:pt x="0" y="348343"/>
                </a:moveTo>
                <a:lnTo>
                  <a:pt x="0" y="0"/>
                </a:lnTo>
                <a:lnTo>
                  <a:pt x="3802742" y="0"/>
                </a:lnTo>
                <a:lnTo>
                  <a:pt x="3802742" y="3817257"/>
                </a:lnTo>
                <a:lnTo>
                  <a:pt x="0" y="3817257"/>
                </a:lnTo>
                <a:lnTo>
                  <a:pt x="0" y="3454400"/>
                </a:lnTo>
              </a:path>
            </a:pathLst>
          </a:cu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sz="1800">
              <a:latin typeface="微软雅黑" panose="020B0503020204020204" pitchFamily="34" charset="-122"/>
              <a:ea typeface="微软雅黑" panose="020B0503020204020204" pitchFamily="34" charset="-122"/>
              <a:sym typeface="Arial" panose="020B0604020202020204" pitchFamily="34" charset="0"/>
            </a:endParaRPr>
          </a:p>
        </p:txBody>
      </p:sp>
      <p:sp>
        <p:nvSpPr>
          <p:cNvPr id="21" name="!!平滑17"/>
          <p:cNvSpPr/>
          <p:nvPr>
            <p:custDataLst>
              <p:tags r:id="rId4"/>
            </p:custDataLst>
          </p:nvPr>
        </p:nvSpPr>
        <p:spPr>
          <a:xfrm>
            <a:off x="11798409" y="6203690"/>
            <a:ext cx="232168" cy="2321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sz="1800">
              <a:latin typeface="微软雅黑" panose="020B0503020204020204" pitchFamily="34" charset="-122"/>
              <a:ea typeface="微软雅黑" panose="020B0503020204020204" pitchFamily="34" charset="-122"/>
              <a:sym typeface="Arial" panose="020B0604020202020204" pitchFamily="34" charset="0"/>
            </a:endParaRPr>
          </a:p>
        </p:txBody>
      </p:sp>
      <p:sp>
        <p:nvSpPr>
          <p:cNvPr id="2" name="Text1"/>
          <p:cNvSpPr txBox="1"/>
          <p:nvPr>
            <p:custDataLst>
              <p:tags r:id="rId5"/>
            </p:custDataLst>
          </p:nvPr>
        </p:nvSpPr>
        <p:spPr>
          <a:xfrm>
            <a:off x="2567305" y="567055"/>
            <a:ext cx="9010015" cy="774700"/>
          </a:xfrm>
          <a:prstGeom prst="rect">
            <a:avLst/>
          </a:prstGeom>
          <a:noFill/>
        </p:spPr>
        <p:txBody>
          <a:bodyPr wrap="square"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马克思主义哲学对认识世界的独特贡献</a:t>
            </a:r>
          </a:p>
        </p:txBody>
      </p:sp>
      <p:sp>
        <p:nvSpPr>
          <p:cNvPr id="3" name="Text2"/>
          <p:cNvSpPr txBox="1"/>
          <p:nvPr>
            <p:custDataLst>
              <p:tags r:id="rId6"/>
            </p:custDataLst>
          </p:nvPr>
        </p:nvSpPr>
        <p:spPr>
          <a:xfrm>
            <a:off x="1358900" y="1484630"/>
            <a:ext cx="10322560" cy="4787900"/>
          </a:xfrm>
          <a:prstGeom prst="rect">
            <a:avLst/>
          </a:prstGeom>
          <a:noFill/>
          <a:ln>
            <a:noFill/>
          </a:ln>
        </p:spPr>
        <p:txBody>
          <a:bodyPr spcFirstLastPara="1" wrap="square" lIns="60950" tIns="30466" rIns="60950" bIns="30466"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300"/>
              </a:spcBef>
              <a:spcAft>
                <a:spcPts val="300"/>
              </a:spcAft>
              <a:buClrTx/>
              <a:buSzTx/>
              <a:buFontTx/>
              <a:buNone/>
              <a:defRPr/>
            </a:pPr>
            <a:r>
              <a:rPr kumimoji="0" lang="zh-CN" altLang="en-US" sz="24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实践观：</a:t>
            </a:r>
          </a:p>
          <a:p>
            <a:pPr marL="0" marR="0" lvl="0" indent="0" algn="just" defTabSz="914400" rtl="0" eaLnBrk="1" fontAlgn="auto" latinLnBrk="0" hangingPunct="1">
              <a:lnSpc>
                <a:spcPct val="150000"/>
              </a:lnSpc>
              <a:spcBef>
                <a:spcPts val="300"/>
              </a:spcBef>
              <a:spcAft>
                <a:spcPts val="300"/>
              </a:spcAft>
              <a:buClrTx/>
              <a:buSzTx/>
              <a:buFontTx/>
              <a:buNone/>
              <a:defRPr/>
            </a:pPr>
            <a:r>
              <a:rPr kumimoji="0" lang="zh-CN" altLang="en-US" sz="2400" b="0"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马克思主义哲学认为实践是检验真理的唯一标准，强调不仅要“解释世界”、而且要“改变世界”。这一观点鼓励人们积极参与社会实践，通过实践来认识和改造世界。</a:t>
            </a:r>
          </a:p>
          <a:p>
            <a:pPr marL="0" marR="0" lvl="0" indent="0" algn="just" defTabSz="914400" rtl="0" eaLnBrk="1" fontAlgn="auto" latinLnBrk="0" hangingPunct="1">
              <a:lnSpc>
                <a:spcPct val="150000"/>
              </a:lnSpc>
              <a:spcBef>
                <a:spcPts val="300"/>
              </a:spcBef>
              <a:spcAft>
                <a:spcPts val="300"/>
              </a:spcAft>
              <a:buClrTx/>
              <a:buSzTx/>
              <a:buFontTx/>
              <a:buNone/>
              <a:defRPr/>
            </a:pPr>
            <a:r>
              <a:rPr kumimoji="0" lang="zh-CN" altLang="en-US" sz="24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人的解放：</a:t>
            </a:r>
          </a:p>
          <a:p>
            <a:pPr marL="0" marR="0" lvl="0" indent="0" algn="just" defTabSz="914400" rtl="0" eaLnBrk="1" fontAlgn="auto" latinLnBrk="0" hangingPunct="1">
              <a:lnSpc>
                <a:spcPct val="150000"/>
              </a:lnSpc>
              <a:spcBef>
                <a:spcPts val="300"/>
              </a:spcBef>
              <a:spcAft>
                <a:spcPts val="300"/>
              </a:spcAft>
              <a:buClrTx/>
              <a:buSzTx/>
              <a:buFontTx/>
              <a:buNone/>
              <a:defRPr/>
            </a:pPr>
            <a:r>
              <a:rPr kumimoji="0" lang="zh-CN" altLang="en-US" sz="2400" b="0"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马克思主义哲学阐明了人的解放及其条件，认为人的解放是社会发展的最终目标。这一观点有助于提高人们的科学素质和思维水平，使人们更好地认识世界、洞察社会、把握人生，改造自然和社会。的</a:t>
            </a:r>
            <a:r>
              <a:rPr kumimoji="0" lang="zh-CN" altLang="en-US" sz="2400" b="0" i="0" u="none" strike="noStrike" kern="1200" cap="none" spc="0" normalizeH="0" baseline="0" noProof="0">
                <a:ln>
                  <a:noFill/>
                </a:ln>
                <a:no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科学素质和思维水平，使人们更好地认识世界、洞察社会、把握人生，改造自然和社会。</a:t>
            </a:r>
          </a:p>
        </p:txBody>
      </p:sp>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Freeform: Shape 25"/>
          <p:cNvSpPr/>
          <p:nvPr>
            <p:custDataLst>
              <p:tags r:id="rId2"/>
            </p:custDataLst>
          </p:nvPr>
        </p:nvSpPr>
        <p:spPr>
          <a:xfrm flipH="1">
            <a:off x="11556317" y="201937"/>
            <a:ext cx="339090" cy="340360"/>
          </a:xfrm>
          <a:custGeom>
            <a:avLst/>
            <a:gdLst>
              <a:gd name="connsiteX0" fmla="*/ 316376 w 718878"/>
              <a:gd name="connsiteY0" fmla="*/ 634637 h 719819"/>
              <a:gd name="connsiteX1" fmla="*/ 401558 w 718878"/>
              <a:gd name="connsiteY1" fmla="*/ 634637 h 719819"/>
              <a:gd name="connsiteX2" fmla="*/ 401558 w 718878"/>
              <a:gd name="connsiteY2" fmla="*/ 719819 h 719819"/>
              <a:gd name="connsiteX3" fmla="*/ 316376 w 718878"/>
              <a:gd name="connsiteY3" fmla="*/ 719819 h 719819"/>
              <a:gd name="connsiteX4" fmla="*/ 632753 w 718878"/>
              <a:gd name="connsiteY4" fmla="*/ 634636 h 719819"/>
              <a:gd name="connsiteX5" fmla="*/ 717935 w 718878"/>
              <a:gd name="connsiteY5" fmla="*/ 634636 h 719819"/>
              <a:gd name="connsiteX6" fmla="*/ 717935 w 718878"/>
              <a:gd name="connsiteY6" fmla="*/ 719818 h 719819"/>
              <a:gd name="connsiteX7" fmla="*/ 632753 w 718878"/>
              <a:gd name="connsiteY7" fmla="*/ 719818 h 719819"/>
              <a:gd name="connsiteX8" fmla="*/ 0 w 718878"/>
              <a:gd name="connsiteY8" fmla="*/ 634636 h 719819"/>
              <a:gd name="connsiteX9" fmla="*/ 85182 w 718878"/>
              <a:gd name="connsiteY9" fmla="*/ 634636 h 719819"/>
              <a:gd name="connsiteX10" fmla="*/ 85182 w 718878"/>
              <a:gd name="connsiteY10" fmla="*/ 719818 h 719819"/>
              <a:gd name="connsiteX11" fmla="*/ 0 w 718878"/>
              <a:gd name="connsiteY11" fmla="*/ 719818 h 719819"/>
              <a:gd name="connsiteX12" fmla="*/ 632756 w 718878"/>
              <a:gd name="connsiteY12" fmla="*/ 317318 h 719819"/>
              <a:gd name="connsiteX13" fmla="*/ 717938 w 718878"/>
              <a:gd name="connsiteY13" fmla="*/ 317318 h 719819"/>
              <a:gd name="connsiteX14" fmla="*/ 717938 w 718878"/>
              <a:gd name="connsiteY14" fmla="*/ 402500 h 719819"/>
              <a:gd name="connsiteX15" fmla="*/ 632756 w 718878"/>
              <a:gd name="connsiteY15" fmla="*/ 402500 h 719819"/>
              <a:gd name="connsiteX16" fmla="*/ 316378 w 718878"/>
              <a:gd name="connsiteY16" fmla="*/ 317318 h 719819"/>
              <a:gd name="connsiteX17" fmla="*/ 401560 w 718878"/>
              <a:gd name="connsiteY17" fmla="*/ 317318 h 719819"/>
              <a:gd name="connsiteX18" fmla="*/ 401560 w 718878"/>
              <a:gd name="connsiteY18" fmla="*/ 402500 h 719819"/>
              <a:gd name="connsiteX19" fmla="*/ 316378 w 718878"/>
              <a:gd name="connsiteY19" fmla="*/ 402500 h 719819"/>
              <a:gd name="connsiteX20" fmla="*/ 0 w 718878"/>
              <a:gd name="connsiteY20" fmla="*/ 317318 h 719819"/>
              <a:gd name="connsiteX21" fmla="*/ 85182 w 718878"/>
              <a:gd name="connsiteY21" fmla="*/ 317318 h 719819"/>
              <a:gd name="connsiteX22" fmla="*/ 85182 w 718878"/>
              <a:gd name="connsiteY22" fmla="*/ 402500 h 719819"/>
              <a:gd name="connsiteX23" fmla="*/ 0 w 718878"/>
              <a:gd name="connsiteY23" fmla="*/ 402500 h 719819"/>
              <a:gd name="connsiteX24" fmla="*/ 633696 w 718878"/>
              <a:gd name="connsiteY24" fmla="*/ 0 h 719819"/>
              <a:gd name="connsiteX25" fmla="*/ 718878 w 718878"/>
              <a:gd name="connsiteY25" fmla="*/ 0 h 719819"/>
              <a:gd name="connsiteX26" fmla="*/ 718878 w 718878"/>
              <a:gd name="connsiteY26" fmla="*/ 85182 h 719819"/>
              <a:gd name="connsiteX27" fmla="*/ 633696 w 718878"/>
              <a:gd name="connsiteY27" fmla="*/ 85182 h 719819"/>
              <a:gd name="connsiteX28" fmla="*/ 316378 w 718878"/>
              <a:gd name="connsiteY28" fmla="*/ 0 h 719819"/>
              <a:gd name="connsiteX29" fmla="*/ 401560 w 718878"/>
              <a:gd name="connsiteY29" fmla="*/ 0 h 719819"/>
              <a:gd name="connsiteX30" fmla="*/ 401560 w 718878"/>
              <a:gd name="connsiteY30" fmla="*/ 85182 h 719819"/>
              <a:gd name="connsiteX31" fmla="*/ 316378 w 718878"/>
              <a:gd name="connsiteY31" fmla="*/ 85182 h 719819"/>
              <a:gd name="connsiteX32" fmla="*/ 0 w 718878"/>
              <a:gd name="connsiteY32" fmla="*/ 0 h 719819"/>
              <a:gd name="connsiteX33" fmla="*/ 85182 w 718878"/>
              <a:gd name="connsiteY33" fmla="*/ 0 h 719819"/>
              <a:gd name="connsiteX34" fmla="*/ 85182 w 718878"/>
              <a:gd name="connsiteY34" fmla="*/ 85182 h 719819"/>
              <a:gd name="connsiteX35" fmla="*/ 0 w 718878"/>
              <a:gd name="connsiteY35" fmla="*/ 85182 h 71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18878" h="719819">
                <a:moveTo>
                  <a:pt x="316376" y="634637"/>
                </a:moveTo>
                <a:lnTo>
                  <a:pt x="401558" y="634637"/>
                </a:lnTo>
                <a:lnTo>
                  <a:pt x="401558" y="719819"/>
                </a:lnTo>
                <a:lnTo>
                  <a:pt x="316376" y="719819"/>
                </a:lnTo>
                <a:close/>
                <a:moveTo>
                  <a:pt x="632753" y="634636"/>
                </a:moveTo>
                <a:lnTo>
                  <a:pt x="717935" y="634636"/>
                </a:lnTo>
                <a:lnTo>
                  <a:pt x="717935" y="719818"/>
                </a:lnTo>
                <a:lnTo>
                  <a:pt x="632753" y="719818"/>
                </a:lnTo>
                <a:close/>
                <a:moveTo>
                  <a:pt x="0" y="634636"/>
                </a:moveTo>
                <a:lnTo>
                  <a:pt x="85182" y="634636"/>
                </a:lnTo>
                <a:lnTo>
                  <a:pt x="85182" y="719818"/>
                </a:lnTo>
                <a:lnTo>
                  <a:pt x="0" y="719818"/>
                </a:lnTo>
                <a:close/>
                <a:moveTo>
                  <a:pt x="632756" y="317318"/>
                </a:moveTo>
                <a:lnTo>
                  <a:pt x="717938" y="317318"/>
                </a:lnTo>
                <a:lnTo>
                  <a:pt x="717938" y="402500"/>
                </a:lnTo>
                <a:lnTo>
                  <a:pt x="632756" y="402500"/>
                </a:lnTo>
                <a:close/>
                <a:moveTo>
                  <a:pt x="316378" y="317318"/>
                </a:moveTo>
                <a:lnTo>
                  <a:pt x="401560" y="317318"/>
                </a:lnTo>
                <a:lnTo>
                  <a:pt x="401560" y="402500"/>
                </a:lnTo>
                <a:lnTo>
                  <a:pt x="316378" y="402500"/>
                </a:lnTo>
                <a:close/>
                <a:moveTo>
                  <a:pt x="0" y="317318"/>
                </a:moveTo>
                <a:lnTo>
                  <a:pt x="85182" y="317318"/>
                </a:lnTo>
                <a:lnTo>
                  <a:pt x="85182" y="402500"/>
                </a:lnTo>
                <a:lnTo>
                  <a:pt x="0" y="402500"/>
                </a:lnTo>
                <a:close/>
                <a:moveTo>
                  <a:pt x="633696" y="0"/>
                </a:moveTo>
                <a:lnTo>
                  <a:pt x="718878" y="0"/>
                </a:lnTo>
                <a:lnTo>
                  <a:pt x="718878" y="85182"/>
                </a:lnTo>
                <a:lnTo>
                  <a:pt x="633696" y="85182"/>
                </a:lnTo>
                <a:close/>
                <a:moveTo>
                  <a:pt x="316378" y="0"/>
                </a:moveTo>
                <a:lnTo>
                  <a:pt x="401560" y="0"/>
                </a:lnTo>
                <a:lnTo>
                  <a:pt x="401560" y="85182"/>
                </a:lnTo>
                <a:lnTo>
                  <a:pt x="316378" y="85182"/>
                </a:lnTo>
                <a:close/>
                <a:moveTo>
                  <a:pt x="0" y="0"/>
                </a:moveTo>
                <a:lnTo>
                  <a:pt x="85182" y="0"/>
                </a:lnTo>
                <a:lnTo>
                  <a:pt x="85182" y="85182"/>
                </a:lnTo>
                <a:lnTo>
                  <a:pt x="0" y="8518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Arial"/>
            </a:endParaRPr>
          </a:p>
        </p:txBody>
      </p:sp>
      <p:sp>
        <p:nvSpPr>
          <p:cNvPr id="25" name="任意多边形: 形状 7"/>
          <p:cNvSpPr/>
          <p:nvPr/>
        </p:nvSpPr>
        <p:spPr>
          <a:xfrm>
            <a:off x="1" y="0"/>
            <a:ext cx="2979367" cy="3559078"/>
          </a:xfrm>
          <a:custGeom>
            <a:avLst/>
            <a:gdLst>
              <a:gd name="connsiteX0" fmla="*/ 0 w 2979367"/>
              <a:gd name="connsiteY0" fmla="*/ 0 h 3559078"/>
              <a:gd name="connsiteX1" fmla="*/ 2679715 w 2979367"/>
              <a:gd name="connsiteY1" fmla="*/ 0 h 3559078"/>
              <a:gd name="connsiteX2" fmla="*/ 2824001 w 2979367"/>
              <a:gd name="connsiteY2" fmla="*/ 122568 h 3559078"/>
              <a:gd name="connsiteX3" fmla="*/ 2968557 w 2979367"/>
              <a:gd name="connsiteY3" fmla="*/ 574292 h 3559078"/>
              <a:gd name="connsiteX4" fmla="*/ 279011 w 2979367"/>
              <a:gd name="connsiteY4" fmla="*/ 3536622 h 3559078"/>
              <a:gd name="connsiteX5" fmla="*/ 33447 w 2979367"/>
              <a:gd name="connsiteY5" fmla="*/ 3548095 h 3559078"/>
              <a:gd name="connsiteX6" fmla="*/ 0 w 2979367"/>
              <a:gd name="connsiteY6" fmla="*/ 3538461 h 355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9367" h="3559078">
                <a:moveTo>
                  <a:pt x="0" y="0"/>
                </a:moveTo>
                <a:lnTo>
                  <a:pt x="2679715" y="0"/>
                </a:lnTo>
                <a:lnTo>
                  <a:pt x="2824001" y="122568"/>
                </a:lnTo>
                <a:cubicBezTo>
                  <a:pt x="2949396" y="236505"/>
                  <a:pt x="3004509" y="408724"/>
                  <a:pt x="2968557" y="574292"/>
                </a:cubicBezTo>
                <a:cubicBezTo>
                  <a:pt x="2665793" y="1971407"/>
                  <a:pt x="1640455" y="3100719"/>
                  <a:pt x="279011" y="3536622"/>
                </a:cubicBezTo>
                <a:cubicBezTo>
                  <a:pt x="198182" y="3562422"/>
                  <a:pt x="113541" y="3565635"/>
                  <a:pt x="33447" y="3548095"/>
                </a:cubicBezTo>
                <a:lnTo>
                  <a:pt x="0" y="3538461"/>
                </a:lnTo>
                <a:close/>
              </a:path>
            </a:pathLst>
          </a:cu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B2B28"/>
              </a:solidFill>
              <a:effectLst/>
              <a:uLnTx/>
              <a:uFillTx/>
              <a:latin typeface="Calibri"/>
              <a:ea typeface="宋体" panose="02010600030101010101" pitchFamily="2" charset="-122"/>
              <a:cs typeface="Arial"/>
            </a:endParaRPr>
          </a:p>
        </p:txBody>
      </p:sp>
      <p:sp>
        <p:nvSpPr>
          <p:cNvPr id="24" name="任意多边形: 形状 6"/>
          <p:cNvSpPr/>
          <p:nvPr/>
        </p:nvSpPr>
        <p:spPr>
          <a:xfrm>
            <a:off x="6164111" y="1146706"/>
            <a:ext cx="6027890" cy="5711294"/>
          </a:xfrm>
          <a:custGeom>
            <a:avLst/>
            <a:gdLst>
              <a:gd name="connsiteX0" fmla="*/ 5923419 w 6027890"/>
              <a:gd name="connsiteY0" fmla="*/ 718 h 5711294"/>
              <a:gd name="connsiteX1" fmla="*/ 6027890 w 6027890"/>
              <a:gd name="connsiteY1" fmla="*/ 11969 h 5711294"/>
              <a:gd name="connsiteX2" fmla="*/ 6027890 w 6027890"/>
              <a:gd name="connsiteY2" fmla="*/ 5711294 h 5711294"/>
              <a:gd name="connsiteX3" fmla="*/ 842952 w 6027890"/>
              <a:gd name="connsiteY3" fmla="*/ 5711294 h 5711294"/>
              <a:gd name="connsiteX4" fmla="*/ 738762 w 6027890"/>
              <a:gd name="connsiteY4" fmla="*/ 5606065 h 5711294"/>
              <a:gd name="connsiteX5" fmla="*/ 151883 w 6027890"/>
              <a:gd name="connsiteY5" fmla="*/ 4881924 h 5711294"/>
              <a:gd name="connsiteX6" fmla="*/ 77560 w 6027890"/>
              <a:gd name="connsiteY6" fmla="*/ 4052002 h 5711294"/>
              <a:gd name="connsiteX7" fmla="*/ 5812959 w 6027890"/>
              <a:gd name="connsiteY7" fmla="*/ 3468 h 5711294"/>
              <a:gd name="connsiteX8" fmla="*/ 5923419 w 6027890"/>
              <a:gd name="connsiteY8" fmla="*/ 718 h 571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27890" h="5711294">
                <a:moveTo>
                  <a:pt x="5923419" y="718"/>
                </a:moveTo>
                <a:lnTo>
                  <a:pt x="6027890" y="11969"/>
                </a:lnTo>
                <a:lnTo>
                  <a:pt x="6027890" y="5711294"/>
                </a:lnTo>
                <a:lnTo>
                  <a:pt x="842952" y="5711294"/>
                </a:lnTo>
                <a:lnTo>
                  <a:pt x="738762" y="5606065"/>
                </a:lnTo>
                <a:cubicBezTo>
                  <a:pt x="528959" y="5379733"/>
                  <a:pt x="332737" y="5138078"/>
                  <a:pt x="151883" y="4881924"/>
                </a:cubicBezTo>
                <a:cubicBezTo>
                  <a:pt x="-19648" y="4638515"/>
                  <a:pt x="-47981" y="4321990"/>
                  <a:pt x="77560" y="4052002"/>
                </a:cubicBezTo>
                <a:cubicBezTo>
                  <a:pt x="1128982" y="1774938"/>
                  <a:pt x="3315249" y="231657"/>
                  <a:pt x="5812959" y="3468"/>
                </a:cubicBezTo>
                <a:cubicBezTo>
                  <a:pt x="5849976" y="81"/>
                  <a:pt x="5886867" y="-802"/>
                  <a:pt x="5923419" y="718"/>
                </a:cubicBezTo>
                <a:close/>
              </a:path>
            </a:pathLst>
          </a:cu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B2B28"/>
              </a:solidFill>
              <a:effectLst/>
              <a:uLnTx/>
              <a:uFillTx/>
              <a:latin typeface="Calibri"/>
              <a:ea typeface="宋体" panose="02010600030101010101" pitchFamily="2" charset="-122"/>
              <a:cs typeface="Arial"/>
            </a:endParaRPr>
          </a:p>
        </p:txBody>
      </p:sp>
      <p:sp>
        <p:nvSpPr>
          <p:cNvPr id="22" name="任意多边形: 形状 21"/>
          <p:cNvSpPr/>
          <p:nvPr>
            <p:custDataLst>
              <p:tags r:id="rId3"/>
            </p:custDataLst>
          </p:nvPr>
        </p:nvSpPr>
        <p:spPr>
          <a:xfrm>
            <a:off x="1122744" y="266218"/>
            <a:ext cx="10794524" cy="6319777"/>
          </a:xfrm>
          <a:custGeom>
            <a:avLst/>
            <a:gdLst>
              <a:gd name="connsiteX0" fmla="*/ 0 w 3802742"/>
              <a:gd name="connsiteY0" fmla="*/ 348343 h 3817257"/>
              <a:gd name="connsiteX1" fmla="*/ 0 w 3802742"/>
              <a:gd name="connsiteY1" fmla="*/ 0 h 3817257"/>
              <a:gd name="connsiteX2" fmla="*/ 3802742 w 3802742"/>
              <a:gd name="connsiteY2" fmla="*/ 0 h 3817257"/>
              <a:gd name="connsiteX3" fmla="*/ 3802742 w 3802742"/>
              <a:gd name="connsiteY3" fmla="*/ 3817257 h 3817257"/>
              <a:gd name="connsiteX4" fmla="*/ 0 w 3802742"/>
              <a:gd name="connsiteY4" fmla="*/ 3817257 h 3817257"/>
              <a:gd name="connsiteX5" fmla="*/ 0 w 3802742"/>
              <a:gd name="connsiteY5" fmla="*/ 3454400 h 381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02742" h="3817257">
                <a:moveTo>
                  <a:pt x="0" y="348343"/>
                </a:moveTo>
                <a:lnTo>
                  <a:pt x="0" y="0"/>
                </a:lnTo>
                <a:lnTo>
                  <a:pt x="3802742" y="0"/>
                </a:lnTo>
                <a:lnTo>
                  <a:pt x="3802742" y="3817257"/>
                </a:lnTo>
                <a:lnTo>
                  <a:pt x="0" y="3817257"/>
                </a:lnTo>
                <a:lnTo>
                  <a:pt x="0" y="3454400"/>
                </a:lnTo>
              </a:path>
            </a:pathLst>
          </a:cu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Arial"/>
              <a:sym typeface="Arial" panose="020B0604020202020204" pitchFamily="34" charset="0"/>
            </a:endParaRPr>
          </a:p>
        </p:txBody>
      </p:sp>
      <p:sp>
        <p:nvSpPr>
          <p:cNvPr id="21" name="!!平滑17"/>
          <p:cNvSpPr/>
          <p:nvPr>
            <p:custDataLst>
              <p:tags r:id="rId4"/>
            </p:custDataLst>
          </p:nvPr>
        </p:nvSpPr>
        <p:spPr>
          <a:xfrm>
            <a:off x="11798409" y="6203690"/>
            <a:ext cx="232168" cy="2321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Arial"/>
              <a:sym typeface="Arial" panose="020B0604020202020204" pitchFamily="34" charset="0"/>
            </a:endParaRPr>
          </a:p>
        </p:txBody>
      </p:sp>
      <p:sp>
        <p:nvSpPr>
          <p:cNvPr id="2" name="Text1"/>
          <p:cNvSpPr txBox="1"/>
          <p:nvPr>
            <p:custDataLst>
              <p:tags r:id="rId5"/>
            </p:custDataLst>
          </p:nvPr>
        </p:nvSpPr>
        <p:spPr>
          <a:xfrm>
            <a:off x="2567305" y="567055"/>
            <a:ext cx="9010015" cy="774700"/>
          </a:xfrm>
          <a:prstGeom prst="rect">
            <a:avLst/>
          </a:prstGeom>
          <a:noFill/>
        </p:spPr>
        <p:txBody>
          <a:bodyPr wrap="square"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0"/>
              </a:spcBef>
              <a:spcAft>
                <a:spcPct val="0"/>
              </a:spcAft>
              <a:buClrTx/>
              <a:buSzTx/>
              <a:buFontTx/>
              <a:buNone/>
              <a:tabLst/>
              <a:defRPr/>
            </a:pPr>
            <a:r>
              <a:rPr kumimoji="0" lang="en-US" altLang="zh-CN" sz="3200"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马克思主义哲学对认识世界的独特贡献</a:t>
            </a:r>
          </a:p>
        </p:txBody>
      </p:sp>
      <p:sp>
        <p:nvSpPr>
          <p:cNvPr id="3" name="Text2"/>
          <p:cNvSpPr txBox="1"/>
          <p:nvPr>
            <p:custDataLst>
              <p:tags r:id="rId6"/>
            </p:custDataLst>
          </p:nvPr>
        </p:nvSpPr>
        <p:spPr>
          <a:xfrm>
            <a:off x="1358900" y="1484630"/>
            <a:ext cx="10322560" cy="4787900"/>
          </a:xfrm>
          <a:prstGeom prst="rect">
            <a:avLst/>
          </a:prstGeom>
          <a:noFill/>
          <a:ln>
            <a:noFill/>
          </a:ln>
        </p:spPr>
        <p:txBody>
          <a:bodyPr spcFirstLastPara="1" wrap="square" lIns="60950" tIns="30466" rIns="60950" bIns="30466"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300"/>
              </a:spcBef>
              <a:spcAft>
                <a:spcPts val="300"/>
              </a:spcAft>
              <a:buClrTx/>
              <a:buSzTx/>
              <a:buFontTx/>
              <a:buNone/>
              <a:tabLst/>
              <a:defRPr/>
            </a:pPr>
            <a:r>
              <a:rPr kumimoji="0" lang="zh-CN" altLang="en-US" sz="24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科学抽象与反思：</a:t>
            </a:r>
          </a:p>
          <a:p>
            <a:pPr marL="0" marR="0" lvl="0" indent="0" algn="just" defTabSz="914400" rtl="0" eaLnBrk="1" fontAlgn="auto" latinLnBrk="0" hangingPunct="1">
              <a:lnSpc>
                <a:spcPct val="150000"/>
              </a:lnSpc>
              <a:spcBef>
                <a:spcPts val="300"/>
              </a:spcBef>
              <a:spcAft>
                <a:spcPts val="300"/>
              </a:spcAft>
              <a:buClrTx/>
              <a:buSzTx/>
              <a:buFontTx/>
              <a:buNone/>
              <a:tabLst/>
              <a:defRPr/>
            </a:pPr>
            <a:r>
              <a:rPr kumimoji="0" lang="zh-CN" altLang="en-US" sz="2400" b="0" i="0" u="none" strike="noStrike" kern="1200" cap="none" spc="0" normalizeH="0" baseline="0" noProof="0">
                <a:ln>
                  <a:noFill/>
                </a:ln>
                <a:solidFill>
                  <a:srgbClr val="E3B04B"/>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马克思主义哲学不是停留在对现实问题的经验描述和实证研究上，而是通过特有的科学抽象与反思来揭示现实世界中“形而上”的东西，即事物发展的内在本质或普遍规律。</a:t>
            </a:r>
          </a:p>
          <a:p>
            <a:pPr marL="0" marR="0" lvl="0" indent="0" algn="just" defTabSz="914400" rtl="0" eaLnBrk="1" fontAlgn="auto" latinLnBrk="0" hangingPunct="1">
              <a:lnSpc>
                <a:spcPct val="150000"/>
              </a:lnSpc>
              <a:spcBef>
                <a:spcPts val="300"/>
              </a:spcBef>
              <a:spcAft>
                <a:spcPts val="300"/>
              </a:spcAft>
              <a:buClrTx/>
              <a:buSzTx/>
              <a:buFontTx/>
              <a:buNone/>
              <a:tabLst/>
              <a:defRPr/>
            </a:pPr>
            <a:r>
              <a:rPr kumimoji="0" lang="zh-CN" altLang="en-US" sz="24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观察和分析工具：</a:t>
            </a:r>
          </a:p>
          <a:p>
            <a:pPr marL="0" marR="0" lvl="0" indent="0" algn="just" defTabSz="914400" rtl="0" eaLnBrk="1" fontAlgn="auto" latinLnBrk="0" hangingPunct="1">
              <a:lnSpc>
                <a:spcPct val="150000"/>
              </a:lnSpc>
              <a:spcBef>
                <a:spcPts val="300"/>
              </a:spcBef>
              <a:spcAft>
                <a:spcPts val="300"/>
              </a:spcAft>
              <a:buClrTx/>
              <a:buSzTx/>
              <a:buFontTx/>
              <a:buNone/>
              <a:tabLst/>
              <a:defRPr/>
            </a:pPr>
            <a:r>
              <a:rPr kumimoji="0" lang="zh-CN" altLang="en-US" sz="2400" b="0" i="0" u="none" strike="noStrike" kern="1200" cap="none" spc="0" normalizeH="0" baseline="0" noProof="0">
                <a:ln>
                  <a:noFill/>
                </a:ln>
                <a:solidFill>
                  <a:srgbClr val="E3B04B"/>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马克思主义哲学是我们观察世界、分析问题的“显微镜”和“放大镜”。它揭示了世界发展特别是社会发展的本质和客观规律，有助于提高人们的科学素质和思维水平。</a:t>
            </a:r>
            <a:r>
              <a:rPr kumimoji="0" lang="zh-CN" altLang="en-US" sz="2400" b="0" i="0" u="none" strike="noStrike" kern="1200" cap="none" spc="0" normalizeH="0" baseline="0" noProof="0">
                <a:ln>
                  <a:noFill/>
                </a:ln>
                <a:no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素质和思维水平，使人们更好地认识世界、洞察社会、把握人生，改造自然和社会。</a:t>
            </a:r>
          </a:p>
        </p:txBody>
      </p:sp>
    </p:spTree>
    <p:custDataLst>
      <p:tags r:id="rId1"/>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40259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panose="020F0502020204030204"/>
                <a:ea typeface="+mn-ea"/>
                <a:cs typeface="+mn-cs"/>
              </a:defRPr>
            </a:lvl1pPr>
            <a:lvl2pPr marL="457200" algn="l" defTabSz="914400" rtl="0" eaLnBrk="1" latinLnBrk="0" hangingPunct="1">
              <a:defRPr sz="1800" kern="1200">
                <a:solidFill>
                  <a:srgbClr val="FFFFFF"/>
                </a:solidFill>
                <a:latin typeface="Calibri" panose="020F0502020204030204"/>
                <a:ea typeface="+mn-ea"/>
                <a:cs typeface="+mn-cs"/>
              </a:defRPr>
            </a:lvl2pPr>
            <a:lvl3pPr marL="914400" algn="l" defTabSz="914400" rtl="0" eaLnBrk="1" latinLnBrk="0" hangingPunct="1">
              <a:defRPr sz="1800" kern="1200">
                <a:solidFill>
                  <a:srgbClr val="FFFFFF"/>
                </a:solidFill>
                <a:latin typeface="Calibri" panose="020F0502020204030204"/>
                <a:ea typeface="+mn-ea"/>
                <a:cs typeface="+mn-cs"/>
              </a:defRPr>
            </a:lvl3pPr>
            <a:lvl4pPr marL="1371600" algn="l" defTabSz="914400" rtl="0" eaLnBrk="1" latinLnBrk="0" hangingPunct="1">
              <a:defRPr sz="1800" kern="1200">
                <a:solidFill>
                  <a:srgbClr val="FFFFFF"/>
                </a:solidFill>
                <a:latin typeface="Calibri" panose="020F0502020204030204"/>
                <a:ea typeface="+mn-ea"/>
                <a:cs typeface="+mn-cs"/>
              </a:defRPr>
            </a:lvl4pPr>
            <a:lvl5pPr marL="1828800" algn="l" defTabSz="914400" rtl="0" eaLnBrk="1" latinLnBrk="0" hangingPunct="1">
              <a:defRPr sz="1800" kern="1200">
                <a:solidFill>
                  <a:srgbClr val="FFFFFF"/>
                </a:solidFill>
                <a:latin typeface="Calibri" panose="020F0502020204030204"/>
                <a:ea typeface="+mn-ea"/>
                <a:cs typeface="+mn-cs"/>
              </a:defRPr>
            </a:lvl5pPr>
            <a:lvl6pPr marL="2286000" algn="l" defTabSz="914400" rtl="0" eaLnBrk="1" latinLnBrk="0" hangingPunct="1">
              <a:defRPr sz="1800" kern="1200">
                <a:solidFill>
                  <a:srgbClr val="FFFFFF"/>
                </a:solidFill>
                <a:latin typeface="Calibri" panose="020F0502020204030204"/>
                <a:ea typeface="+mn-ea"/>
                <a:cs typeface="+mn-cs"/>
              </a:defRPr>
            </a:lvl6pPr>
            <a:lvl7pPr marL="2743200" algn="l" defTabSz="914400" rtl="0" eaLnBrk="1" latinLnBrk="0" hangingPunct="1">
              <a:defRPr sz="1800" kern="1200">
                <a:solidFill>
                  <a:srgbClr val="FFFFFF"/>
                </a:solidFill>
                <a:latin typeface="Calibri" panose="020F0502020204030204"/>
                <a:ea typeface="+mn-ea"/>
                <a:cs typeface="+mn-cs"/>
              </a:defRPr>
            </a:lvl7pPr>
            <a:lvl8pPr marL="3200400" algn="l" defTabSz="914400" rtl="0" eaLnBrk="1" latinLnBrk="0" hangingPunct="1">
              <a:defRPr sz="1800" kern="1200">
                <a:solidFill>
                  <a:srgbClr val="FFFFFF"/>
                </a:solidFill>
                <a:latin typeface="Calibri" panose="020F0502020204030204"/>
                <a:ea typeface="+mn-ea"/>
                <a:cs typeface="+mn-cs"/>
              </a:defRPr>
            </a:lvl8pPr>
            <a:lvl9pPr marL="3657600" algn="l" defTabSz="914400" rtl="0" eaLnBrk="1" latinLnBrk="0" hangingPunct="1">
              <a:defRPr sz="1800" kern="1200">
                <a:solidFill>
                  <a:srgbClr val="FFFFFF"/>
                </a:solidFill>
                <a:latin typeface="Calibri" panose="020F0502020204030204"/>
                <a:ea typeface="+mn-ea"/>
                <a:cs typeface="+mn-cs"/>
              </a:defRPr>
            </a:lvl9pPr>
          </a:lstStyle>
          <a:p>
            <a:pPr algn="ctr"/>
            <a:endParaRPr lang="zh-CN" altLang="en-US"/>
          </a:p>
        </p:txBody>
      </p:sp>
      <p:sp>
        <p:nvSpPr>
          <p:cNvPr id="5" name="圆: 空心 4"/>
          <p:cNvSpPr/>
          <p:nvPr/>
        </p:nvSpPr>
        <p:spPr>
          <a:xfrm rot="2999566">
            <a:off x="-5259162" y="-1140007"/>
            <a:ext cx="9307710" cy="9307710"/>
          </a:xfrm>
          <a:prstGeom prst="donut">
            <a:avLst>
              <a:gd name="adj" fmla="val 27538"/>
            </a:avLst>
          </a:prstGeom>
          <a:gradFill>
            <a:gsLst>
              <a:gs pos="0">
                <a:schemeClr val="accent1">
                  <a:lumMod val="20000"/>
                  <a:lumOff val="80000"/>
                </a:schemeClr>
              </a:gs>
              <a:gs pos="7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panose="020F0502020204030204"/>
                <a:ea typeface="+mn-ea"/>
                <a:cs typeface="+mn-cs"/>
              </a:defRPr>
            </a:lvl1pPr>
            <a:lvl2pPr marL="457200" algn="l" defTabSz="914400" rtl="0" eaLnBrk="1" latinLnBrk="0" hangingPunct="1">
              <a:defRPr sz="1800" kern="1200">
                <a:solidFill>
                  <a:srgbClr val="FFFFFF"/>
                </a:solidFill>
                <a:latin typeface="Calibri" panose="020F0502020204030204"/>
                <a:ea typeface="+mn-ea"/>
                <a:cs typeface="+mn-cs"/>
              </a:defRPr>
            </a:lvl2pPr>
            <a:lvl3pPr marL="914400" algn="l" defTabSz="914400" rtl="0" eaLnBrk="1" latinLnBrk="0" hangingPunct="1">
              <a:defRPr sz="1800" kern="1200">
                <a:solidFill>
                  <a:srgbClr val="FFFFFF"/>
                </a:solidFill>
                <a:latin typeface="Calibri" panose="020F0502020204030204"/>
                <a:ea typeface="+mn-ea"/>
                <a:cs typeface="+mn-cs"/>
              </a:defRPr>
            </a:lvl3pPr>
            <a:lvl4pPr marL="1371600" algn="l" defTabSz="914400" rtl="0" eaLnBrk="1" latinLnBrk="0" hangingPunct="1">
              <a:defRPr sz="1800" kern="1200">
                <a:solidFill>
                  <a:srgbClr val="FFFFFF"/>
                </a:solidFill>
                <a:latin typeface="Calibri" panose="020F0502020204030204"/>
                <a:ea typeface="+mn-ea"/>
                <a:cs typeface="+mn-cs"/>
              </a:defRPr>
            </a:lvl4pPr>
            <a:lvl5pPr marL="1828800" algn="l" defTabSz="914400" rtl="0" eaLnBrk="1" latinLnBrk="0" hangingPunct="1">
              <a:defRPr sz="1800" kern="1200">
                <a:solidFill>
                  <a:srgbClr val="FFFFFF"/>
                </a:solidFill>
                <a:latin typeface="Calibri" panose="020F0502020204030204"/>
                <a:ea typeface="+mn-ea"/>
                <a:cs typeface="+mn-cs"/>
              </a:defRPr>
            </a:lvl5pPr>
            <a:lvl6pPr marL="2286000" algn="l" defTabSz="914400" rtl="0" eaLnBrk="1" latinLnBrk="0" hangingPunct="1">
              <a:defRPr sz="1800" kern="1200">
                <a:solidFill>
                  <a:srgbClr val="FFFFFF"/>
                </a:solidFill>
                <a:latin typeface="Calibri" panose="020F0502020204030204"/>
                <a:ea typeface="+mn-ea"/>
                <a:cs typeface="+mn-cs"/>
              </a:defRPr>
            </a:lvl6pPr>
            <a:lvl7pPr marL="2743200" algn="l" defTabSz="914400" rtl="0" eaLnBrk="1" latinLnBrk="0" hangingPunct="1">
              <a:defRPr sz="1800" kern="1200">
                <a:solidFill>
                  <a:srgbClr val="FFFFFF"/>
                </a:solidFill>
                <a:latin typeface="Calibri" panose="020F0502020204030204"/>
                <a:ea typeface="+mn-ea"/>
                <a:cs typeface="+mn-cs"/>
              </a:defRPr>
            </a:lvl7pPr>
            <a:lvl8pPr marL="3200400" algn="l" defTabSz="914400" rtl="0" eaLnBrk="1" latinLnBrk="0" hangingPunct="1">
              <a:defRPr sz="1800" kern="1200">
                <a:solidFill>
                  <a:srgbClr val="FFFFFF"/>
                </a:solidFill>
                <a:latin typeface="Calibri" panose="020F0502020204030204"/>
                <a:ea typeface="+mn-ea"/>
                <a:cs typeface="+mn-cs"/>
              </a:defRPr>
            </a:lvl8pPr>
            <a:lvl9pPr marL="3657600" algn="l" defTabSz="914400" rtl="0" eaLnBrk="1" latinLnBrk="0" hangingPunct="1">
              <a:defRPr sz="1800" kern="1200">
                <a:solidFill>
                  <a:srgbClr val="FFFFFF"/>
                </a:solidFill>
                <a:latin typeface="Calibri" panose="020F0502020204030204"/>
                <a:ea typeface="+mn-ea"/>
                <a:cs typeface="+mn-cs"/>
              </a:defRPr>
            </a:lvl9pPr>
          </a:lstStyle>
          <a:p>
            <a:pPr algn="ctr"/>
            <a:endParaRPr lang="zh-CN" altLang="en-US">
              <a:solidFill>
                <a:schemeClr val="tx1"/>
              </a:solidFill>
            </a:endParaRPr>
          </a:p>
        </p:txBody>
      </p:sp>
      <p:grpSp>
        <p:nvGrpSpPr>
          <p:cNvPr id="2" name="Text8">
            <a:extLst>
              <a:ext uri="{FF2B5EF4-FFF2-40B4-BE49-F238E27FC236}">
                <a16:creationId xmlns:a16="http://schemas.microsoft.com/office/drawing/2014/main" id="{2F73F7A5-73A0-827F-5AA9-747ED7B08BF4}"/>
              </a:ext>
            </a:extLst>
          </p:cNvPr>
          <p:cNvGrpSpPr/>
          <p:nvPr/>
        </p:nvGrpSpPr>
        <p:grpSpPr>
          <a:xfrm>
            <a:off x="5663952" y="7245424"/>
            <a:ext cx="5996431" cy="798619"/>
            <a:chOff x="4804784" y="1449588"/>
            <a:chExt cx="5996431" cy="798619"/>
          </a:xfrm>
        </p:grpSpPr>
        <p:sp>
          <p:nvSpPr>
            <p:cNvPr id="3" name="Text5">
              <a:extLst>
                <a:ext uri="{FF2B5EF4-FFF2-40B4-BE49-F238E27FC236}">
                  <a16:creationId xmlns:a16="http://schemas.microsoft.com/office/drawing/2014/main" id="{E72957C9-988C-6D4A-2E5E-B503CA76FE98}"/>
                </a:ext>
              </a:extLst>
            </p:cNvPr>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000" dirty="0">
                  <a:solidFill>
                    <a:schemeClr val="bg2"/>
                  </a:solidFill>
                  <a:latin typeface="微软雅黑" panose="020B0503020204020204" pitchFamily="34" charset="-122"/>
                  <a:ea typeface="微软雅黑" panose="020B0503020204020204" pitchFamily="34" charset="-122"/>
                </a:rPr>
                <a:t>《</a:t>
              </a:r>
              <a:r>
                <a:rPr lang="en-US" altLang="ko-KR" sz="1000" dirty="0" err="1">
                  <a:solidFill>
                    <a:schemeClr val="bg2"/>
                  </a:solidFill>
                  <a:latin typeface="微软雅黑" panose="020B0503020204020204" pitchFamily="34" charset="-122"/>
                  <a:ea typeface="微软雅黑" panose="020B0503020204020204" pitchFamily="34" charset="-122"/>
                </a:rPr>
                <a:t>马克思主义历史唯物主义视角下的改造世界》探讨了如何运用马克思主义理论改变现实社会</a:t>
              </a:r>
              <a:r>
                <a:rPr lang="en-US" altLang="ko-KR" sz="1000" dirty="0">
                  <a:solidFill>
                    <a:schemeClr val="bg2"/>
                  </a:solidFill>
                  <a:latin typeface="微软雅黑" panose="020B0503020204020204" pitchFamily="34" charset="-122"/>
                  <a:ea typeface="微软雅黑" panose="020B0503020204020204" pitchFamily="34" charset="-122"/>
                </a:rPr>
                <a:t>。</a:t>
              </a:r>
            </a:p>
          </p:txBody>
        </p:sp>
        <p:sp>
          <p:nvSpPr>
            <p:cNvPr id="6" name="Text6">
              <a:extLst>
                <a:ext uri="{FF2B5EF4-FFF2-40B4-BE49-F238E27FC236}">
                  <a16:creationId xmlns:a16="http://schemas.microsoft.com/office/drawing/2014/main" id="{F060D5EA-CAAE-FB4E-D26E-8B79E61B39F1}"/>
                </a:ext>
              </a:extLst>
            </p:cNvPr>
            <p:cNvSpPr txBox="1"/>
            <p:nvPr/>
          </p:nvSpPr>
          <p:spPr>
            <a:xfrm>
              <a:off x="5614494" y="1449588"/>
              <a:ext cx="4989681" cy="400110"/>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b="1" dirty="0" err="1">
                  <a:latin typeface="微软雅黑" panose="020B0503020204020204" pitchFamily="34" charset="-122"/>
                  <a:ea typeface="微软雅黑" panose="020B0503020204020204" pitchFamily="34" charset="-122"/>
                </a:rPr>
                <a:t>马克思主义历史唯物主义视角下的改造世界</a:t>
              </a:r>
              <a:endParaRPr lang="en-US" altLang="ko-KR" b="1" dirty="0">
                <a:latin typeface="微软雅黑" panose="020B0503020204020204" pitchFamily="34" charset="-122"/>
                <a:ea typeface="微软雅黑" panose="020B0503020204020204" pitchFamily="34" charset="-122"/>
              </a:endParaRPr>
            </a:p>
          </p:txBody>
        </p:sp>
        <p:sp>
          <p:nvSpPr>
            <p:cNvPr id="7" name="Text7">
              <a:extLst>
                <a:ext uri="{FF2B5EF4-FFF2-40B4-BE49-F238E27FC236}">
                  <a16:creationId xmlns:a16="http://schemas.microsoft.com/office/drawing/2014/main" id="{9A8E559A-DD52-0EFE-1E43-A867678CD5FE}"/>
                </a:ext>
              </a:extLst>
            </p:cNvPr>
            <p:cNvSpPr txBox="1"/>
            <p:nvPr/>
          </p:nvSpPr>
          <p:spPr>
            <a:xfrm>
              <a:off x="4804784" y="1449986"/>
              <a:ext cx="729687" cy="523220"/>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dirty="0">
                  <a:latin typeface="微软雅黑" panose="020B0503020204020204" pitchFamily="34" charset="-122"/>
                  <a:ea typeface="微软雅黑" panose="020B0503020204020204" pitchFamily="34" charset="-122"/>
                </a:rPr>
                <a:t>02.</a:t>
              </a:r>
            </a:p>
          </p:txBody>
        </p:sp>
      </p:grpSp>
    </p:spTree>
    <p:extLst>
      <p:ext uri="{BB962C8B-B14F-4D97-AF65-F5344CB8AC3E}">
        <p14:creationId xmlns:p14="http://schemas.microsoft.com/office/powerpoint/2010/main" val="3949401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3.33333E-6 1.85185E-6 L -0.00287 -0.59838 " pathEditMode="relative" rAng="0" ptsTypes="AA">
                                      <p:cBhvr>
                                        <p:cTn id="6" dur="2000" fill="hold"/>
                                        <p:tgtEl>
                                          <p:spTgt spid="2"/>
                                        </p:tgtEl>
                                        <p:attrNameLst>
                                          <p:attrName>ppt_x</p:attrName>
                                          <p:attrName>ppt_y</p:attrName>
                                        </p:attrNameLst>
                                      </p:cBhvr>
                                      <p:rCtr x="-143" y="-299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2"/>
          <p:cNvSpPr/>
          <p:nvPr/>
        </p:nvSpPr>
        <p:spPr>
          <a:xfrm>
            <a:off x="406800" y="0"/>
            <a:ext cx="813600" cy="813600"/>
          </a:xfrm>
          <a:prstGeom prst="rect">
            <a:avLst/>
          </a:prstGeom>
          <a:solidFill>
            <a:schemeClr val="accent1"/>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endParaRPr lang="ko-KR" altLang="en-US" sz="2000">
              <a:latin typeface="+mj-lt"/>
            </a:endParaRPr>
          </a:p>
        </p:txBody>
      </p:sp>
      <p:sp>
        <p:nvSpPr>
          <p:cNvPr id="8" name="Text3"/>
          <p:cNvSpPr txBox="1"/>
          <p:nvPr/>
        </p:nvSpPr>
        <p:spPr>
          <a:xfrm>
            <a:off x="689116" y="2353991"/>
            <a:ext cx="1722527" cy="1866900"/>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altLang="zh-CN" sz="8800" b="1" dirty="0">
                <a:solidFill>
                  <a:schemeClr val="accent1"/>
                </a:solidFill>
                <a:latin typeface="微软雅黑" panose="020B0503020204020204" pitchFamily="34" charset="-122"/>
                <a:ea typeface="微软雅黑" panose="020B0503020204020204" pitchFamily="34" charset="-122"/>
              </a:rPr>
              <a:t>02</a:t>
            </a:r>
          </a:p>
        </p:txBody>
      </p:sp>
      <p:sp>
        <p:nvSpPr>
          <p:cNvPr id="9" name="Shape1"/>
          <p:cNvSpPr txBox="1"/>
          <p:nvPr/>
        </p:nvSpPr>
        <p:spPr>
          <a:xfrm>
            <a:off x="2138713" y="2353991"/>
            <a:ext cx="528447" cy="1866900"/>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altLang="zh-CN" sz="8800" b="1">
                <a:solidFill>
                  <a:schemeClr val="accent1"/>
                </a:solidFill>
                <a:latin typeface="微软雅黑" panose="020B0503020204020204" pitchFamily="34" charset="-122"/>
                <a:ea typeface="微软雅黑" panose="020B0503020204020204" pitchFamily="34" charset="-122"/>
              </a:rPr>
              <a:t>.</a:t>
            </a:r>
            <a:endParaRPr lang="zh-CN" altLang="en-US" sz="8800" b="1">
              <a:solidFill>
                <a:schemeClr val="accent1"/>
              </a:solidFill>
              <a:latin typeface="微软雅黑" panose="020B0503020204020204" pitchFamily="34" charset="-122"/>
              <a:ea typeface="微软雅黑" panose="020B0503020204020204" pitchFamily="34" charset="-122"/>
            </a:endParaRPr>
          </a:p>
        </p:txBody>
      </p:sp>
      <p:grpSp>
        <p:nvGrpSpPr>
          <p:cNvPr id="5" name="Text4">
            <a:extLst>
              <a:ext uri="{FF2B5EF4-FFF2-40B4-BE49-F238E27FC236}">
                <a16:creationId xmlns:a16="http://schemas.microsoft.com/office/drawing/2014/main" id="{63EA981F-C58C-2270-381C-E8835A3D0059}"/>
              </a:ext>
            </a:extLst>
          </p:cNvPr>
          <p:cNvGrpSpPr/>
          <p:nvPr/>
        </p:nvGrpSpPr>
        <p:grpSpPr>
          <a:xfrm>
            <a:off x="3852482" y="2636912"/>
            <a:ext cx="5746784" cy="1866900"/>
            <a:chOff x="5614493" y="1449588"/>
            <a:chExt cx="5186722" cy="798619"/>
          </a:xfrm>
        </p:grpSpPr>
        <p:sp>
          <p:nvSpPr>
            <p:cNvPr id="10" name="Text1">
              <a:extLst>
                <a:ext uri="{FF2B5EF4-FFF2-40B4-BE49-F238E27FC236}">
                  <a16:creationId xmlns:a16="http://schemas.microsoft.com/office/drawing/2014/main" id="{BD199C8E-1B1B-2895-792F-5BDA75600407}"/>
                </a:ext>
              </a:extLst>
            </p:cNvPr>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400" dirty="0">
                  <a:solidFill>
                    <a:schemeClr val="bg2"/>
                  </a:solidFill>
                  <a:latin typeface="微软雅黑" panose="020B0503020204020204" pitchFamily="34" charset="-122"/>
                  <a:ea typeface="微软雅黑" panose="020B0503020204020204" pitchFamily="34" charset="-122"/>
                </a:rPr>
                <a:t>《</a:t>
              </a:r>
              <a:r>
                <a:rPr lang="en-US" altLang="ko-KR" sz="1400" dirty="0" err="1">
                  <a:solidFill>
                    <a:schemeClr val="bg2"/>
                  </a:solidFill>
                  <a:latin typeface="微软雅黑" panose="020B0503020204020204" pitchFamily="34" charset="-122"/>
                  <a:ea typeface="微软雅黑" panose="020B0503020204020204" pitchFamily="34" charset="-122"/>
                </a:rPr>
                <a:t>马克思主义历史唯物主义视角下的改造世界》探讨了如何运用马克思主义理论改变现实社会</a:t>
              </a:r>
              <a:r>
                <a:rPr lang="en-US" altLang="ko-KR" sz="1400" dirty="0">
                  <a:solidFill>
                    <a:schemeClr val="bg2"/>
                  </a:solidFill>
                  <a:latin typeface="微软雅黑" panose="020B0503020204020204" pitchFamily="34" charset="-122"/>
                  <a:ea typeface="微软雅黑" panose="020B0503020204020204" pitchFamily="34" charset="-122"/>
                </a:rPr>
                <a:t>。</a:t>
              </a:r>
            </a:p>
            <a:p>
              <a:endParaRPr lang="en-US" altLang="ko-KR" sz="1000" dirty="0">
                <a:solidFill>
                  <a:schemeClr val="bg2"/>
                </a:solidFill>
                <a:latin typeface="微软雅黑" panose="020B0503020204020204" pitchFamily="34" charset="-122"/>
                <a:ea typeface="微软雅黑" panose="020B0503020204020204" pitchFamily="34" charset="-122"/>
              </a:endParaRPr>
            </a:p>
          </p:txBody>
        </p:sp>
        <p:sp>
          <p:nvSpPr>
            <p:cNvPr id="11" name="Text2">
              <a:extLst>
                <a:ext uri="{FF2B5EF4-FFF2-40B4-BE49-F238E27FC236}">
                  <a16:creationId xmlns:a16="http://schemas.microsoft.com/office/drawing/2014/main" id="{988E81FE-A897-4389-3801-5024D9FE42AF}"/>
                </a:ext>
              </a:extLst>
            </p:cNvPr>
            <p:cNvSpPr txBox="1"/>
            <p:nvPr/>
          </p:nvSpPr>
          <p:spPr>
            <a:xfrm>
              <a:off x="5614493" y="1449588"/>
              <a:ext cx="4989681" cy="400110"/>
            </a:xfrm>
            <a:prstGeom prst="rect">
              <a:avLst/>
            </a:prstGeom>
          </p:spPr>
          <p:txBody>
            <a:bodyPr wrap="square">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dirty="0" err="1">
                  <a:latin typeface="微软雅黑" panose="020B0503020204020204" pitchFamily="34" charset="-122"/>
                  <a:ea typeface="微软雅黑" panose="020B0503020204020204" pitchFamily="34" charset="-122"/>
                </a:rPr>
                <a:t>马克思主义历史唯物主义视角下的改造世界</a:t>
              </a:r>
              <a:endParaRPr lang="en-US" altLang="ko-KR" sz="2800" b="1"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0812976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5141586"/>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9"/>
          <p:cNvSpPr/>
          <p:nvPr/>
        </p:nvSpPr>
        <p:spPr bwMode="auto">
          <a:xfrm rot="2700000">
            <a:off x="6188181" y="2593391"/>
            <a:ext cx="2192342" cy="1207567"/>
          </a:xfrm>
          <a:custGeom>
            <a:avLst/>
            <a:gdLst>
              <a:gd name="T0" fmla="*/ 1171 w 1171"/>
              <a:gd name="T1" fmla="*/ 505 h 645"/>
              <a:gd name="T2" fmla="*/ 806 w 1171"/>
              <a:gd name="T3" fmla="*/ 140 h 645"/>
              <a:gd name="T4" fmla="*/ 391 w 1171"/>
              <a:gd name="T5" fmla="*/ 140 h 645"/>
              <a:gd name="T6" fmla="*/ 391 w 1171"/>
              <a:gd name="T7" fmla="*/ 0 h 645"/>
              <a:gd name="T8" fmla="*/ 0 w 1171"/>
              <a:gd name="T9" fmla="*/ 323 h 645"/>
              <a:gd name="T10" fmla="*/ 391 w 1171"/>
              <a:gd name="T11" fmla="*/ 645 h 645"/>
              <a:gd name="T12" fmla="*/ 391 w 1171"/>
              <a:gd name="T13" fmla="*/ 505 h 645"/>
              <a:gd name="T14" fmla="*/ 1171 w 1171"/>
              <a:gd name="T15" fmla="*/ 505 h 6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1" h="645">
                <a:moveTo>
                  <a:pt x="1171" y="505"/>
                </a:moveTo>
                <a:lnTo>
                  <a:pt x="806" y="140"/>
                </a:lnTo>
                <a:lnTo>
                  <a:pt x="391" y="140"/>
                </a:lnTo>
                <a:lnTo>
                  <a:pt x="391" y="0"/>
                </a:lnTo>
                <a:lnTo>
                  <a:pt x="0" y="323"/>
                </a:lnTo>
                <a:lnTo>
                  <a:pt x="391" y="645"/>
                </a:lnTo>
                <a:lnTo>
                  <a:pt x="391" y="505"/>
                </a:lnTo>
                <a:lnTo>
                  <a:pt x="1171" y="505"/>
                </a:lnTo>
                <a:close/>
              </a:path>
            </a:pathLst>
          </a:custGeom>
          <a:solidFill>
            <a:schemeClr val="accent1"/>
          </a:solidFill>
          <a:ln>
            <a:noFill/>
          </a:ln>
        </p:spPr>
        <p:txBody>
          <a:bodyPr vert="horz" wrap="square" lIns="365760" tIns="45720" rIns="91440" bIns="4572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800">
              <a:solidFill>
                <a:srgbClr val="FFFFFF"/>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30" name="Freeform 12"/>
          <p:cNvSpPr/>
          <p:nvPr/>
        </p:nvSpPr>
        <p:spPr bwMode="auto">
          <a:xfrm rot="2700000">
            <a:off x="3576352" y="3663331"/>
            <a:ext cx="2196087" cy="1205695"/>
          </a:xfrm>
          <a:custGeom>
            <a:avLst/>
            <a:gdLst>
              <a:gd name="T0" fmla="*/ 0 w 1173"/>
              <a:gd name="T1" fmla="*/ 139 h 644"/>
              <a:gd name="T2" fmla="*/ 367 w 1173"/>
              <a:gd name="T3" fmla="*/ 505 h 644"/>
              <a:gd name="T4" fmla="*/ 780 w 1173"/>
              <a:gd name="T5" fmla="*/ 505 h 644"/>
              <a:gd name="T6" fmla="*/ 780 w 1173"/>
              <a:gd name="T7" fmla="*/ 644 h 644"/>
              <a:gd name="T8" fmla="*/ 1173 w 1173"/>
              <a:gd name="T9" fmla="*/ 322 h 644"/>
              <a:gd name="T10" fmla="*/ 780 w 1173"/>
              <a:gd name="T11" fmla="*/ 0 h 644"/>
              <a:gd name="T12" fmla="*/ 780 w 1173"/>
              <a:gd name="T13" fmla="*/ 139 h 644"/>
              <a:gd name="T14" fmla="*/ 0 w 1173"/>
              <a:gd name="T15" fmla="*/ 139 h 6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3" h="644">
                <a:moveTo>
                  <a:pt x="0" y="139"/>
                </a:moveTo>
                <a:lnTo>
                  <a:pt x="367" y="505"/>
                </a:lnTo>
                <a:lnTo>
                  <a:pt x="780" y="505"/>
                </a:lnTo>
                <a:lnTo>
                  <a:pt x="780" y="644"/>
                </a:lnTo>
                <a:lnTo>
                  <a:pt x="1173" y="322"/>
                </a:lnTo>
                <a:lnTo>
                  <a:pt x="780" y="0"/>
                </a:lnTo>
                <a:lnTo>
                  <a:pt x="780" y="139"/>
                </a:lnTo>
                <a:lnTo>
                  <a:pt x="0" y="139"/>
                </a:lnTo>
                <a:close/>
              </a:path>
            </a:pathLst>
          </a:custGeom>
          <a:solidFill>
            <a:schemeClr val="accent1"/>
          </a:solidFill>
          <a:ln>
            <a:noFill/>
          </a:ln>
        </p:spPr>
        <p:txBody>
          <a:bodyPr vert="horz" wrap="square" lIns="91440" tIns="45720" rIns="365760" bIns="4572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sz="2800">
              <a:solidFill>
                <a:srgbClr val="FFFFFF"/>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54" name="Text9"/>
          <p:cNvSpPr txBox="1"/>
          <p:nvPr/>
        </p:nvSpPr>
        <p:spPr>
          <a:xfrm rot="2700000">
            <a:off x="4717184" y="2625918"/>
            <a:ext cx="6688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latin typeface="微软雅黑" panose="020B0503020204020204" pitchFamily="34" charset="-122"/>
                <a:ea typeface="微软雅黑" panose="020B0503020204020204" pitchFamily="34" charset="-122"/>
              </a:rPr>
              <a:t>01</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5" name="Text10"/>
          <p:cNvSpPr txBox="1"/>
          <p:nvPr/>
        </p:nvSpPr>
        <p:spPr>
          <a:xfrm rot="2700000">
            <a:off x="4735141" y="4417721"/>
            <a:ext cx="672872"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a:solidFill>
                  <a:schemeClr val="bg1"/>
                </a:solidFill>
                <a:latin typeface="微软雅黑" panose="020B0503020204020204" pitchFamily="34" charset="-122"/>
                <a:ea typeface="微软雅黑" panose="020B0503020204020204" pitchFamily="34" charset="-122"/>
              </a:rPr>
              <a:t>02</a:t>
            </a: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56" name="Text11"/>
          <p:cNvSpPr txBox="1"/>
          <p:nvPr/>
        </p:nvSpPr>
        <p:spPr>
          <a:xfrm rot="2700000">
            <a:off x="6628562" y="4463861"/>
            <a:ext cx="697177"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a:solidFill>
                  <a:schemeClr val="bg1"/>
                </a:solidFill>
                <a:latin typeface="微软雅黑" panose="020B0503020204020204" pitchFamily="34" charset="-122"/>
                <a:ea typeface="微软雅黑" panose="020B0503020204020204" pitchFamily="34" charset="-122"/>
              </a:rPr>
              <a:t>03</a:t>
            </a: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57" name="Text12"/>
          <p:cNvSpPr txBox="1"/>
          <p:nvPr/>
        </p:nvSpPr>
        <p:spPr>
          <a:xfrm rot="18900000">
            <a:off x="6611121" y="2561233"/>
            <a:ext cx="605303"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a:solidFill>
                  <a:schemeClr val="bg1"/>
                </a:solidFill>
                <a:latin typeface="微软雅黑" panose="020B0503020204020204" pitchFamily="34" charset="-122"/>
                <a:ea typeface="微软雅黑" panose="020B0503020204020204" pitchFamily="34" charset="-122"/>
              </a:rPr>
              <a:t>04</a:t>
            </a:r>
            <a:endParaRPr lang="zh-CN" altLang="en-US" sz="2400" b="1">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625817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reeform 5"/>
          <p:cNvSpPr/>
          <p:nvPr/>
        </p:nvSpPr>
        <p:spPr bwMode="auto">
          <a:xfrm rot="2700000">
            <a:off x="4200450" y="2416863"/>
            <a:ext cx="687096" cy="1825392"/>
          </a:xfrm>
          <a:custGeom>
            <a:avLst/>
            <a:gdLst>
              <a:gd name="T0" fmla="*/ 367 w 367"/>
              <a:gd name="T1" fmla="*/ 975 h 975"/>
              <a:gd name="T2" fmla="*/ 367 w 367"/>
              <a:gd name="T3" fmla="*/ 0 h 975"/>
              <a:gd name="T4" fmla="*/ 0 w 367"/>
              <a:gd name="T5" fmla="*/ 0 h 975"/>
              <a:gd name="T6" fmla="*/ 0 w 367"/>
              <a:gd name="T7" fmla="*/ 609 h 975"/>
              <a:gd name="T8" fmla="*/ 367 w 367"/>
              <a:gd name="T9" fmla="*/ 975 h 975"/>
            </a:gdLst>
            <a:ahLst/>
            <a:cxnLst>
              <a:cxn ang="0">
                <a:pos x="T0" y="T1"/>
              </a:cxn>
              <a:cxn ang="0">
                <a:pos x="T2" y="T3"/>
              </a:cxn>
              <a:cxn ang="0">
                <a:pos x="T4" y="T5"/>
              </a:cxn>
              <a:cxn ang="0">
                <a:pos x="T6" y="T7"/>
              </a:cxn>
              <a:cxn ang="0">
                <a:pos x="T8" y="T9"/>
              </a:cxn>
            </a:cxnLst>
            <a:rect l="0" t="0" r="r" b="b"/>
            <a:pathLst>
              <a:path w="367" h="975">
                <a:moveTo>
                  <a:pt x="367" y="975"/>
                </a:moveTo>
                <a:lnTo>
                  <a:pt x="367" y="0"/>
                </a:lnTo>
                <a:lnTo>
                  <a:pt x="0" y="0"/>
                </a:lnTo>
                <a:lnTo>
                  <a:pt x="0" y="609"/>
                </a:lnTo>
                <a:lnTo>
                  <a:pt x="367" y="975"/>
                </a:lnTo>
                <a:close/>
              </a:path>
            </a:pathLst>
          </a:custGeom>
          <a:solidFill>
            <a:srgbClr val="3E3E3E"/>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24" name="Freeform 6"/>
          <p:cNvSpPr/>
          <p:nvPr/>
        </p:nvSpPr>
        <p:spPr bwMode="auto">
          <a:xfrm rot="2700000">
            <a:off x="5470394" y="1953300"/>
            <a:ext cx="1823520" cy="683352"/>
          </a:xfrm>
          <a:custGeom>
            <a:avLst/>
            <a:gdLst>
              <a:gd name="T0" fmla="*/ 0 w 974"/>
              <a:gd name="T1" fmla="*/ 365 h 365"/>
              <a:gd name="T2" fmla="*/ 974 w 974"/>
              <a:gd name="T3" fmla="*/ 365 h 365"/>
              <a:gd name="T4" fmla="*/ 974 w 974"/>
              <a:gd name="T5" fmla="*/ 0 h 365"/>
              <a:gd name="T6" fmla="*/ 365 w 974"/>
              <a:gd name="T7" fmla="*/ 0 h 365"/>
              <a:gd name="T8" fmla="*/ 0 w 974"/>
              <a:gd name="T9" fmla="*/ 365 h 365"/>
            </a:gdLst>
            <a:ahLst/>
            <a:cxnLst>
              <a:cxn ang="0">
                <a:pos x="T0" y="T1"/>
              </a:cxn>
              <a:cxn ang="0">
                <a:pos x="T2" y="T3"/>
              </a:cxn>
              <a:cxn ang="0">
                <a:pos x="T4" y="T5"/>
              </a:cxn>
              <a:cxn ang="0">
                <a:pos x="T6" y="T7"/>
              </a:cxn>
              <a:cxn ang="0">
                <a:pos x="T8" y="T9"/>
              </a:cxn>
            </a:cxnLst>
            <a:rect l="0" t="0" r="r" b="b"/>
            <a:pathLst>
              <a:path w="974" h="365">
                <a:moveTo>
                  <a:pt x="0" y="365"/>
                </a:moveTo>
                <a:lnTo>
                  <a:pt x="974" y="365"/>
                </a:lnTo>
                <a:lnTo>
                  <a:pt x="974" y="0"/>
                </a:lnTo>
                <a:lnTo>
                  <a:pt x="365" y="0"/>
                </a:lnTo>
                <a:lnTo>
                  <a:pt x="0" y="365"/>
                </a:lnTo>
                <a:close/>
              </a:path>
            </a:pathLst>
          </a:custGeom>
          <a:solidFill>
            <a:srgbClr val="3E3E3E"/>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25" name="Freeform 7"/>
          <p:cNvSpPr/>
          <p:nvPr/>
        </p:nvSpPr>
        <p:spPr bwMode="auto">
          <a:xfrm rot="2700000">
            <a:off x="4839765" y="1328381"/>
            <a:ext cx="1207567" cy="2197959"/>
          </a:xfrm>
          <a:custGeom>
            <a:avLst/>
            <a:gdLst>
              <a:gd name="T0" fmla="*/ 505 w 645"/>
              <a:gd name="T1" fmla="*/ 0 h 1174"/>
              <a:gd name="T2" fmla="*/ 140 w 645"/>
              <a:gd name="T3" fmla="*/ 365 h 1174"/>
              <a:gd name="T4" fmla="*/ 140 w 645"/>
              <a:gd name="T5" fmla="*/ 780 h 1174"/>
              <a:gd name="T6" fmla="*/ 0 w 645"/>
              <a:gd name="T7" fmla="*/ 780 h 1174"/>
              <a:gd name="T8" fmla="*/ 322 w 645"/>
              <a:gd name="T9" fmla="*/ 1174 h 1174"/>
              <a:gd name="T10" fmla="*/ 645 w 645"/>
              <a:gd name="T11" fmla="*/ 780 h 1174"/>
              <a:gd name="T12" fmla="*/ 505 w 645"/>
              <a:gd name="T13" fmla="*/ 780 h 1174"/>
              <a:gd name="T14" fmla="*/ 505 w 645"/>
              <a:gd name="T15" fmla="*/ 0 h 11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5" h="1174">
                <a:moveTo>
                  <a:pt x="505" y="0"/>
                </a:moveTo>
                <a:lnTo>
                  <a:pt x="140" y="365"/>
                </a:lnTo>
                <a:lnTo>
                  <a:pt x="140" y="780"/>
                </a:lnTo>
                <a:lnTo>
                  <a:pt x="0" y="780"/>
                </a:lnTo>
                <a:lnTo>
                  <a:pt x="322" y="1174"/>
                </a:lnTo>
                <a:lnTo>
                  <a:pt x="645" y="780"/>
                </a:lnTo>
                <a:lnTo>
                  <a:pt x="505" y="780"/>
                </a:lnTo>
                <a:lnTo>
                  <a:pt x="505" y="0"/>
                </a:lnTo>
                <a:close/>
              </a:path>
            </a:pathLst>
          </a:custGeom>
          <a:solidFill>
            <a:schemeClr val="tx1"/>
          </a:solidFill>
          <a:ln>
            <a:noFill/>
          </a:ln>
        </p:spPr>
        <p:txBody>
          <a:bodyPr vert="horz" wrap="square" lIns="91440" tIns="45720" rIns="91440" bIns="274320" numCol="1" anchor="b"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800">
              <a:solidFill>
                <a:srgbClr val="FFFFFF"/>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26" name="Freeform 8"/>
          <p:cNvSpPr/>
          <p:nvPr/>
        </p:nvSpPr>
        <p:spPr bwMode="auto">
          <a:xfrm rot="2700000">
            <a:off x="7072413" y="3221760"/>
            <a:ext cx="683352" cy="1825392"/>
          </a:xfrm>
          <a:custGeom>
            <a:avLst/>
            <a:gdLst>
              <a:gd name="T0" fmla="*/ 0 w 365"/>
              <a:gd name="T1" fmla="*/ 0 h 975"/>
              <a:gd name="T2" fmla="*/ 0 w 365"/>
              <a:gd name="T3" fmla="*/ 975 h 975"/>
              <a:gd name="T4" fmla="*/ 365 w 365"/>
              <a:gd name="T5" fmla="*/ 975 h 975"/>
              <a:gd name="T6" fmla="*/ 365 w 365"/>
              <a:gd name="T7" fmla="*/ 365 h 975"/>
              <a:gd name="T8" fmla="*/ 0 w 365"/>
              <a:gd name="T9" fmla="*/ 0 h 975"/>
            </a:gdLst>
            <a:ahLst/>
            <a:cxnLst>
              <a:cxn ang="0">
                <a:pos x="T0" y="T1"/>
              </a:cxn>
              <a:cxn ang="0">
                <a:pos x="T2" y="T3"/>
              </a:cxn>
              <a:cxn ang="0">
                <a:pos x="T4" y="T5"/>
              </a:cxn>
              <a:cxn ang="0">
                <a:pos x="T6" y="T7"/>
              </a:cxn>
              <a:cxn ang="0">
                <a:pos x="T8" y="T9"/>
              </a:cxn>
            </a:cxnLst>
            <a:rect l="0" t="0" r="r" b="b"/>
            <a:pathLst>
              <a:path w="365" h="975">
                <a:moveTo>
                  <a:pt x="0" y="0"/>
                </a:moveTo>
                <a:lnTo>
                  <a:pt x="0" y="975"/>
                </a:lnTo>
                <a:lnTo>
                  <a:pt x="365" y="975"/>
                </a:lnTo>
                <a:lnTo>
                  <a:pt x="365" y="365"/>
                </a:lnTo>
                <a:lnTo>
                  <a:pt x="0" y="0"/>
                </a:lnTo>
                <a:close/>
              </a:path>
            </a:pathLst>
          </a:custGeom>
          <a:solidFill>
            <a:srgbClr val="3E3E3E"/>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27" name="Freeform 9"/>
          <p:cNvSpPr/>
          <p:nvPr/>
        </p:nvSpPr>
        <p:spPr bwMode="auto">
          <a:xfrm rot="2700000">
            <a:off x="6188181" y="2593391"/>
            <a:ext cx="2192342" cy="1207567"/>
          </a:xfrm>
          <a:custGeom>
            <a:avLst/>
            <a:gdLst>
              <a:gd name="T0" fmla="*/ 1171 w 1171"/>
              <a:gd name="T1" fmla="*/ 505 h 645"/>
              <a:gd name="T2" fmla="*/ 806 w 1171"/>
              <a:gd name="T3" fmla="*/ 140 h 645"/>
              <a:gd name="T4" fmla="*/ 391 w 1171"/>
              <a:gd name="T5" fmla="*/ 140 h 645"/>
              <a:gd name="T6" fmla="*/ 391 w 1171"/>
              <a:gd name="T7" fmla="*/ 0 h 645"/>
              <a:gd name="T8" fmla="*/ 0 w 1171"/>
              <a:gd name="T9" fmla="*/ 323 h 645"/>
              <a:gd name="T10" fmla="*/ 391 w 1171"/>
              <a:gd name="T11" fmla="*/ 645 h 645"/>
              <a:gd name="T12" fmla="*/ 391 w 1171"/>
              <a:gd name="T13" fmla="*/ 505 h 645"/>
              <a:gd name="T14" fmla="*/ 1171 w 1171"/>
              <a:gd name="T15" fmla="*/ 505 h 6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1" h="645">
                <a:moveTo>
                  <a:pt x="1171" y="505"/>
                </a:moveTo>
                <a:lnTo>
                  <a:pt x="806" y="140"/>
                </a:lnTo>
                <a:lnTo>
                  <a:pt x="391" y="140"/>
                </a:lnTo>
                <a:lnTo>
                  <a:pt x="391" y="0"/>
                </a:lnTo>
                <a:lnTo>
                  <a:pt x="0" y="323"/>
                </a:lnTo>
                <a:lnTo>
                  <a:pt x="391" y="645"/>
                </a:lnTo>
                <a:lnTo>
                  <a:pt x="391" y="505"/>
                </a:lnTo>
                <a:lnTo>
                  <a:pt x="1171" y="505"/>
                </a:lnTo>
                <a:close/>
              </a:path>
            </a:pathLst>
          </a:custGeom>
          <a:solidFill>
            <a:schemeClr val="accent1"/>
          </a:solidFill>
          <a:ln>
            <a:noFill/>
          </a:ln>
        </p:spPr>
        <p:txBody>
          <a:bodyPr vert="horz" wrap="square" lIns="365760" tIns="45720" rIns="91440" bIns="4572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800">
              <a:solidFill>
                <a:srgbClr val="FFFFFF"/>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28" name="Freeform 10"/>
          <p:cNvSpPr/>
          <p:nvPr/>
        </p:nvSpPr>
        <p:spPr bwMode="auto">
          <a:xfrm rot="2700000">
            <a:off x="4663511" y="4824441"/>
            <a:ext cx="1823520" cy="685224"/>
          </a:xfrm>
          <a:custGeom>
            <a:avLst/>
            <a:gdLst>
              <a:gd name="T0" fmla="*/ 974 w 974"/>
              <a:gd name="T1" fmla="*/ 0 h 366"/>
              <a:gd name="T2" fmla="*/ 0 w 974"/>
              <a:gd name="T3" fmla="*/ 0 h 366"/>
              <a:gd name="T4" fmla="*/ 0 w 974"/>
              <a:gd name="T5" fmla="*/ 366 h 366"/>
              <a:gd name="T6" fmla="*/ 609 w 974"/>
              <a:gd name="T7" fmla="*/ 366 h 366"/>
              <a:gd name="T8" fmla="*/ 974 w 974"/>
              <a:gd name="T9" fmla="*/ 0 h 366"/>
            </a:gdLst>
            <a:ahLst/>
            <a:cxnLst>
              <a:cxn ang="0">
                <a:pos x="T0" y="T1"/>
              </a:cxn>
              <a:cxn ang="0">
                <a:pos x="T2" y="T3"/>
              </a:cxn>
              <a:cxn ang="0">
                <a:pos x="T4" y="T5"/>
              </a:cxn>
              <a:cxn ang="0">
                <a:pos x="T6" y="T7"/>
              </a:cxn>
              <a:cxn ang="0">
                <a:pos x="T8" y="T9"/>
              </a:cxn>
            </a:cxnLst>
            <a:rect l="0" t="0" r="r" b="b"/>
            <a:pathLst>
              <a:path w="974" h="366">
                <a:moveTo>
                  <a:pt x="974" y="0"/>
                </a:moveTo>
                <a:lnTo>
                  <a:pt x="0" y="0"/>
                </a:lnTo>
                <a:lnTo>
                  <a:pt x="0" y="366"/>
                </a:lnTo>
                <a:lnTo>
                  <a:pt x="609" y="366"/>
                </a:lnTo>
                <a:lnTo>
                  <a:pt x="974" y="0"/>
                </a:lnTo>
                <a:close/>
              </a:path>
            </a:pathLst>
          </a:custGeom>
          <a:solidFill>
            <a:srgbClr val="3E3E3E"/>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29" name="Freeform 11"/>
          <p:cNvSpPr/>
          <p:nvPr/>
        </p:nvSpPr>
        <p:spPr bwMode="auto">
          <a:xfrm rot="2700000">
            <a:off x="5909430" y="3936351"/>
            <a:ext cx="1207567" cy="2197959"/>
          </a:xfrm>
          <a:custGeom>
            <a:avLst/>
            <a:gdLst>
              <a:gd name="T0" fmla="*/ 140 w 645"/>
              <a:gd name="T1" fmla="*/ 1174 h 1174"/>
              <a:gd name="T2" fmla="*/ 505 w 645"/>
              <a:gd name="T3" fmla="*/ 808 h 1174"/>
              <a:gd name="T4" fmla="*/ 505 w 645"/>
              <a:gd name="T5" fmla="*/ 394 h 1174"/>
              <a:gd name="T6" fmla="*/ 645 w 645"/>
              <a:gd name="T7" fmla="*/ 394 h 1174"/>
              <a:gd name="T8" fmla="*/ 323 w 645"/>
              <a:gd name="T9" fmla="*/ 0 h 1174"/>
              <a:gd name="T10" fmla="*/ 0 w 645"/>
              <a:gd name="T11" fmla="*/ 394 h 1174"/>
              <a:gd name="T12" fmla="*/ 140 w 645"/>
              <a:gd name="T13" fmla="*/ 394 h 1174"/>
              <a:gd name="T14" fmla="*/ 140 w 645"/>
              <a:gd name="T15" fmla="*/ 1174 h 11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5" h="1174">
                <a:moveTo>
                  <a:pt x="140" y="1174"/>
                </a:moveTo>
                <a:lnTo>
                  <a:pt x="505" y="808"/>
                </a:lnTo>
                <a:lnTo>
                  <a:pt x="505" y="394"/>
                </a:lnTo>
                <a:lnTo>
                  <a:pt x="645" y="394"/>
                </a:lnTo>
                <a:lnTo>
                  <a:pt x="323" y="0"/>
                </a:lnTo>
                <a:lnTo>
                  <a:pt x="0" y="394"/>
                </a:lnTo>
                <a:lnTo>
                  <a:pt x="140" y="394"/>
                </a:lnTo>
                <a:lnTo>
                  <a:pt x="140" y="1174"/>
                </a:lnTo>
                <a:close/>
              </a:path>
            </a:pathLst>
          </a:custGeom>
          <a:solidFill>
            <a:schemeClr val="tx1"/>
          </a:solidFill>
          <a:ln>
            <a:noFill/>
          </a:ln>
        </p:spPr>
        <p:txBody>
          <a:bodyPr vert="horz" wrap="square" lIns="91440" tIns="2743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800">
              <a:solidFill>
                <a:srgbClr val="FFFFFF"/>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30" name="Freeform 12"/>
          <p:cNvSpPr/>
          <p:nvPr/>
        </p:nvSpPr>
        <p:spPr bwMode="auto">
          <a:xfrm rot="2700000">
            <a:off x="3576352" y="3663331"/>
            <a:ext cx="2196087" cy="1205695"/>
          </a:xfrm>
          <a:custGeom>
            <a:avLst/>
            <a:gdLst>
              <a:gd name="T0" fmla="*/ 0 w 1173"/>
              <a:gd name="T1" fmla="*/ 139 h 644"/>
              <a:gd name="T2" fmla="*/ 367 w 1173"/>
              <a:gd name="T3" fmla="*/ 505 h 644"/>
              <a:gd name="T4" fmla="*/ 780 w 1173"/>
              <a:gd name="T5" fmla="*/ 505 h 644"/>
              <a:gd name="T6" fmla="*/ 780 w 1173"/>
              <a:gd name="T7" fmla="*/ 644 h 644"/>
              <a:gd name="T8" fmla="*/ 1173 w 1173"/>
              <a:gd name="T9" fmla="*/ 322 h 644"/>
              <a:gd name="T10" fmla="*/ 780 w 1173"/>
              <a:gd name="T11" fmla="*/ 0 h 644"/>
              <a:gd name="T12" fmla="*/ 780 w 1173"/>
              <a:gd name="T13" fmla="*/ 139 h 644"/>
              <a:gd name="T14" fmla="*/ 0 w 1173"/>
              <a:gd name="T15" fmla="*/ 139 h 6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3" h="644">
                <a:moveTo>
                  <a:pt x="0" y="139"/>
                </a:moveTo>
                <a:lnTo>
                  <a:pt x="367" y="505"/>
                </a:lnTo>
                <a:lnTo>
                  <a:pt x="780" y="505"/>
                </a:lnTo>
                <a:lnTo>
                  <a:pt x="780" y="644"/>
                </a:lnTo>
                <a:lnTo>
                  <a:pt x="1173" y="322"/>
                </a:lnTo>
                <a:lnTo>
                  <a:pt x="780" y="0"/>
                </a:lnTo>
                <a:lnTo>
                  <a:pt x="780" y="139"/>
                </a:lnTo>
                <a:lnTo>
                  <a:pt x="0" y="139"/>
                </a:lnTo>
                <a:close/>
              </a:path>
            </a:pathLst>
          </a:custGeom>
          <a:solidFill>
            <a:schemeClr val="accent1"/>
          </a:solidFill>
          <a:ln>
            <a:noFill/>
          </a:ln>
        </p:spPr>
        <p:txBody>
          <a:bodyPr vert="horz" wrap="square" lIns="91440" tIns="45720" rIns="365760" bIns="4572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sz="2800">
              <a:solidFill>
                <a:srgbClr val="FFFFFF"/>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54" name="Text9"/>
          <p:cNvSpPr txBox="1"/>
          <p:nvPr/>
        </p:nvSpPr>
        <p:spPr>
          <a:xfrm rot="2700000">
            <a:off x="4717184" y="2625918"/>
            <a:ext cx="6688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a:solidFill>
                  <a:schemeClr val="bg1"/>
                </a:solidFill>
                <a:latin typeface="微软雅黑" panose="020B0503020204020204" pitchFamily="34" charset="-122"/>
                <a:ea typeface="微软雅黑" panose="020B0503020204020204" pitchFamily="34" charset="-122"/>
              </a:rPr>
              <a:t>01</a:t>
            </a: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55" name="Text10"/>
          <p:cNvSpPr txBox="1"/>
          <p:nvPr/>
        </p:nvSpPr>
        <p:spPr>
          <a:xfrm rot="2700000">
            <a:off x="4735141" y="4417721"/>
            <a:ext cx="672872"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a:solidFill>
                  <a:schemeClr val="bg1"/>
                </a:solidFill>
                <a:latin typeface="微软雅黑" panose="020B0503020204020204" pitchFamily="34" charset="-122"/>
                <a:ea typeface="微软雅黑" panose="020B0503020204020204" pitchFamily="34" charset="-122"/>
              </a:rPr>
              <a:t>02</a:t>
            </a: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56" name="Text11"/>
          <p:cNvSpPr txBox="1"/>
          <p:nvPr/>
        </p:nvSpPr>
        <p:spPr>
          <a:xfrm rot="2700000">
            <a:off x="6628562" y="4463861"/>
            <a:ext cx="697177"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a:solidFill>
                  <a:schemeClr val="bg1"/>
                </a:solidFill>
                <a:latin typeface="微软雅黑" panose="020B0503020204020204" pitchFamily="34" charset="-122"/>
                <a:ea typeface="微软雅黑" panose="020B0503020204020204" pitchFamily="34" charset="-122"/>
              </a:rPr>
              <a:t>03</a:t>
            </a: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57" name="Text12"/>
          <p:cNvSpPr txBox="1"/>
          <p:nvPr/>
        </p:nvSpPr>
        <p:spPr>
          <a:xfrm rot="18900000">
            <a:off x="6611121" y="2561233"/>
            <a:ext cx="605303"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a:solidFill>
                  <a:schemeClr val="bg1"/>
                </a:solidFill>
                <a:latin typeface="微软雅黑" panose="020B0503020204020204" pitchFamily="34" charset="-122"/>
                <a:ea typeface="微软雅黑" panose="020B0503020204020204" pitchFamily="34" charset="-122"/>
              </a:rPr>
              <a:t>04</a:t>
            </a:r>
            <a:endParaRPr lang="zh-CN" altLang="en-US" sz="2400" b="1">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5250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reeform 5"/>
          <p:cNvSpPr/>
          <p:nvPr/>
        </p:nvSpPr>
        <p:spPr bwMode="auto">
          <a:xfrm rot="2700000">
            <a:off x="4200450" y="2416863"/>
            <a:ext cx="687096" cy="1825392"/>
          </a:xfrm>
          <a:custGeom>
            <a:avLst/>
            <a:gdLst>
              <a:gd name="T0" fmla="*/ 367 w 367"/>
              <a:gd name="T1" fmla="*/ 975 h 975"/>
              <a:gd name="T2" fmla="*/ 367 w 367"/>
              <a:gd name="T3" fmla="*/ 0 h 975"/>
              <a:gd name="T4" fmla="*/ 0 w 367"/>
              <a:gd name="T5" fmla="*/ 0 h 975"/>
              <a:gd name="T6" fmla="*/ 0 w 367"/>
              <a:gd name="T7" fmla="*/ 609 h 975"/>
              <a:gd name="T8" fmla="*/ 367 w 367"/>
              <a:gd name="T9" fmla="*/ 975 h 975"/>
            </a:gdLst>
            <a:ahLst/>
            <a:cxnLst>
              <a:cxn ang="0">
                <a:pos x="T0" y="T1"/>
              </a:cxn>
              <a:cxn ang="0">
                <a:pos x="T2" y="T3"/>
              </a:cxn>
              <a:cxn ang="0">
                <a:pos x="T4" y="T5"/>
              </a:cxn>
              <a:cxn ang="0">
                <a:pos x="T6" y="T7"/>
              </a:cxn>
              <a:cxn ang="0">
                <a:pos x="T8" y="T9"/>
              </a:cxn>
            </a:cxnLst>
            <a:rect l="0" t="0" r="r" b="b"/>
            <a:pathLst>
              <a:path w="367" h="975">
                <a:moveTo>
                  <a:pt x="367" y="975"/>
                </a:moveTo>
                <a:lnTo>
                  <a:pt x="367" y="0"/>
                </a:lnTo>
                <a:lnTo>
                  <a:pt x="0" y="0"/>
                </a:lnTo>
                <a:lnTo>
                  <a:pt x="0" y="609"/>
                </a:lnTo>
                <a:lnTo>
                  <a:pt x="367" y="975"/>
                </a:lnTo>
                <a:close/>
              </a:path>
            </a:pathLst>
          </a:custGeom>
          <a:solidFill>
            <a:srgbClr val="3E3E3E"/>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24" name="Freeform 6"/>
          <p:cNvSpPr/>
          <p:nvPr/>
        </p:nvSpPr>
        <p:spPr bwMode="auto">
          <a:xfrm rot="2700000">
            <a:off x="5470394" y="1953300"/>
            <a:ext cx="1823520" cy="683352"/>
          </a:xfrm>
          <a:custGeom>
            <a:avLst/>
            <a:gdLst>
              <a:gd name="T0" fmla="*/ 0 w 974"/>
              <a:gd name="T1" fmla="*/ 365 h 365"/>
              <a:gd name="T2" fmla="*/ 974 w 974"/>
              <a:gd name="T3" fmla="*/ 365 h 365"/>
              <a:gd name="T4" fmla="*/ 974 w 974"/>
              <a:gd name="T5" fmla="*/ 0 h 365"/>
              <a:gd name="T6" fmla="*/ 365 w 974"/>
              <a:gd name="T7" fmla="*/ 0 h 365"/>
              <a:gd name="T8" fmla="*/ 0 w 974"/>
              <a:gd name="T9" fmla="*/ 365 h 365"/>
            </a:gdLst>
            <a:ahLst/>
            <a:cxnLst>
              <a:cxn ang="0">
                <a:pos x="T0" y="T1"/>
              </a:cxn>
              <a:cxn ang="0">
                <a:pos x="T2" y="T3"/>
              </a:cxn>
              <a:cxn ang="0">
                <a:pos x="T4" y="T5"/>
              </a:cxn>
              <a:cxn ang="0">
                <a:pos x="T6" y="T7"/>
              </a:cxn>
              <a:cxn ang="0">
                <a:pos x="T8" y="T9"/>
              </a:cxn>
            </a:cxnLst>
            <a:rect l="0" t="0" r="r" b="b"/>
            <a:pathLst>
              <a:path w="974" h="365">
                <a:moveTo>
                  <a:pt x="0" y="365"/>
                </a:moveTo>
                <a:lnTo>
                  <a:pt x="974" y="365"/>
                </a:lnTo>
                <a:lnTo>
                  <a:pt x="974" y="0"/>
                </a:lnTo>
                <a:lnTo>
                  <a:pt x="365" y="0"/>
                </a:lnTo>
                <a:lnTo>
                  <a:pt x="0" y="365"/>
                </a:lnTo>
                <a:close/>
              </a:path>
            </a:pathLst>
          </a:custGeom>
          <a:solidFill>
            <a:srgbClr val="3E3E3E"/>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25" name="Freeform 7"/>
          <p:cNvSpPr/>
          <p:nvPr/>
        </p:nvSpPr>
        <p:spPr bwMode="auto">
          <a:xfrm rot="2700000">
            <a:off x="4839765" y="1328381"/>
            <a:ext cx="1207567" cy="2197959"/>
          </a:xfrm>
          <a:custGeom>
            <a:avLst/>
            <a:gdLst>
              <a:gd name="T0" fmla="*/ 505 w 645"/>
              <a:gd name="T1" fmla="*/ 0 h 1174"/>
              <a:gd name="T2" fmla="*/ 140 w 645"/>
              <a:gd name="T3" fmla="*/ 365 h 1174"/>
              <a:gd name="T4" fmla="*/ 140 w 645"/>
              <a:gd name="T5" fmla="*/ 780 h 1174"/>
              <a:gd name="T6" fmla="*/ 0 w 645"/>
              <a:gd name="T7" fmla="*/ 780 h 1174"/>
              <a:gd name="T8" fmla="*/ 322 w 645"/>
              <a:gd name="T9" fmla="*/ 1174 h 1174"/>
              <a:gd name="T10" fmla="*/ 645 w 645"/>
              <a:gd name="T11" fmla="*/ 780 h 1174"/>
              <a:gd name="T12" fmla="*/ 505 w 645"/>
              <a:gd name="T13" fmla="*/ 780 h 1174"/>
              <a:gd name="T14" fmla="*/ 505 w 645"/>
              <a:gd name="T15" fmla="*/ 0 h 11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5" h="1174">
                <a:moveTo>
                  <a:pt x="505" y="0"/>
                </a:moveTo>
                <a:lnTo>
                  <a:pt x="140" y="365"/>
                </a:lnTo>
                <a:lnTo>
                  <a:pt x="140" y="780"/>
                </a:lnTo>
                <a:lnTo>
                  <a:pt x="0" y="780"/>
                </a:lnTo>
                <a:lnTo>
                  <a:pt x="322" y="1174"/>
                </a:lnTo>
                <a:lnTo>
                  <a:pt x="645" y="780"/>
                </a:lnTo>
                <a:lnTo>
                  <a:pt x="505" y="780"/>
                </a:lnTo>
                <a:lnTo>
                  <a:pt x="505" y="0"/>
                </a:lnTo>
                <a:close/>
              </a:path>
            </a:pathLst>
          </a:custGeom>
          <a:solidFill>
            <a:schemeClr val="tx1"/>
          </a:solidFill>
          <a:ln>
            <a:noFill/>
          </a:ln>
        </p:spPr>
        <p:txBody>
          <a:bodyPr vert="horz" wrap="square" lIns="91440" tIns="45720" rIns="91440" bIns="274320" numCol="1" anchor="b"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800">
              <a:solidFill>
                <a:srgbClr val="FFFFFF"/>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26" name="Freeform 8"/>
          <p:cNvSpPr/>
          <p:nvPr/>
        </p:nvSpPr>
        <p:spPr bwMode="auto">
          <a:xfrm rot="2700000">
            <a:off x="7072413" y="3221760"/>
            <a:ext cx="683352" cy="1825392"/>
          </a:xfrm>
          <a:custGeom>
            <a:avLst/>
            <a:gdLst>
              <a:gd name="T0" fmla="*/ 0 w 365"/>
              <a:gd name="T1" fmla="*/ 0 h 975"/>
              <a:gd name="T2" fmla="*/ 0 w 365"/>
              <a:gd name="T3" fmla="*/ 975 h 975"/>
              <a:gd name="T4" fmla="*/ 365 w 365"/>
              <a:gd name="T5" fmla="*/ 975 h 975"/>
              <a:gd name="T6" fmla="*/ 365 w 365"/>
              <a:gd name="T7" fmla="*/ 365 h 975"/>
              <a:gd name="T8" fmla="*/ 0 w 365"/>
              <a:gd name="T9" fmla="*/ 0 h 975"/>
            </a:gdLst>
            <a:ahLst/>
            <a:cxnLst>
              <a:cxn ang="0">
                <a:pos x="T0" y="T1"/>
              </a:cxn>
              <a:cxn ang="0">
                <a:pos x="T2" y="T3"/>
              </a:cxn>
              <a:cxn ang="0">
                <a:pos x="T4" y="T5"/>
              </a:cxn>
              <a:cxn ang="0">
                <a:pos x="T6" y="T7"/>
              </a:cxn>
              <a:cxn ang="0">
                <a:pos x="T8" y="T9"/>
              </a:cxn>
            </a:cxnLst>
            <a:rect l="0" t="0" r="r" b="b"/>
            <a:pathLst>
              <a:path w="365" h="975">
                <a:moveTo>
                  <a:pt x="0" y="0"/>
                </a:moveTo>
                <a:lnTo>
                  <a:pt x="0" y="975"/>
                </a:lnTo>
                <a:lnTo>
                  <a:pt x="365" y="975"/>
                </a:lnTo>
                <a:lnTo>
                  <a:pt x="365" y="365"/>
                </a:lnTo>
                <a:lnTo>
                  <a:pt x="0" y="0"/>
                </a:lnTo>
                <a:close/>
              </a:path>
            </a:pathLst>
          </a:custGeom>
          <a:solidFill>
            <a:srgbClr val="3E3E3E"/>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27" name="Freeform 9"/>
          <p:cNvSpPr/>
          <p:nvPr/>
        </p:nvSpPr>
        <p:spPr bwMode="auto">
          <a:xfrm rot="2700000">
            <a:off x="6188181" y="2593391"/>
            <a:ext cx="2192342" cy="1207567"/>
          </a:xfrm>
          <a:custGeom>
            <a:avLst/>
            <a:gdLst>
              <a:gd name="T0" fmla="*/ 1171 w 1171"/>
              <a:gd name="T1" fmla="*/ 505 h 645"/>
              <a:gd name="T2" fmla="*/ 806 w 1171"/>
              <a:gd name="T3" fmla="*/ 140 h 645"/>
              <a:gd name="T4" fmla="*/ 391 w 1171"/>
              <a:gd name="T5" fmla="*/ 140 h 645"/>
              <a:gd name="T6" fmla="*/ 391 w 1171"/>
              <a:gd name="T7" fmla="*/ 0 h 645"/>
              <a:gd name="T8" fmla="*/ 0 w 1171"/>
              <a:gd name="T9" fmla="*/ 323 h 645"/>
              <a:gd name="T10" fmla="*/ 391 w 1171"/>
              <a:gd name="T11" fmla="*/ 645 h 645"/>
              <a:gd name="T12" fmla="*/ 391 w 1171"/>
              <a:gd name="T13" fmla="*/ 505 h 645"/>
              <a:gd name="T14" fmla="*/ 1171 w 1171"/>
              <a:gd name="T15" fmla="*/ 505 h 6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1" h="645">
                <a:moveTo>
                  <a:pt x="1171" y="505"/>
                </a:moveTo>
                <a:lnTo>
                  <a:pt x="806" y="140"/>
                </a:lnTo>
                <a:lnTo>
                  <a:pt x="391" y="140"/>
                </a:lnTo>
                <a:lnTo>
                  <a:pt x="391" y="0"/>
                </a:lnTo>
                <a:lnTo>
                  <a:pt x="0" y="323"/>
                </a:lnTo>
                <a:lnTo>
                  <a:pt x="391" y="645"/>
                </a:lnTo>
                <a:lnTo>
                  <a:pt x="391" y="505"/>
                </a:lnTo>
                <a:lnTo>
                  <a:pt x="1171" y="505"/>
                </a:lnTo>
                <a:close/>
              </a:path>
            </a:pathLst>
          </a:custGeom>
          <a:solidFill>
            <a:schemeClr val="accent1"/>
          </a:solidFill>
          <a:ln>
            <a:noFill/>
          </a:ln>
        </p:spPr>
        <p:txBody>
          <a:bodyPr vert="horz" wrap="square" lIns="365760" tIns="45720" rIns="91440" bIns="4572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800">
              <a:solidFill>
                <a:srgbClr val="FFFFFF"/>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28" name="Freeform 10"/>
          <p:cNvSpPr/>
          <p:nvPr/>
        </p:nvSpPr>
        <p:spPr bwMode="auto">
          <a:xfrm rot="2700000">
            <a:off x="4663511" y="4824441"/>
            <a:ext cx="1823520" cy="685224"/>
          </a:xfrm>
          <a:custGeom>
            <a:avLst/>
            <a:gdLst>
              <a:gd name="T0" fmla="*/ 974 w 974"/>
              <a:gd name="T1" fmla="*/ 0 h 366"/>
              <a:gd name="T2" fmla="*/ 0 w 974"/>
              <a:gd name="T3" fmla="*/ 0 h 366"/>
              <a:gd name="T4" fmla="*/ 0 w 974"/>
              <a:gd name="T5" fmla="*/ 366 h 366"/>
              <a:gd name="T6" fmla="*/ 609 w 974"/>
              <a:gd name="T7" fmla="*/ 366 h 366"/>
              <a:gd name="T8" fmla="*/ 974 w 974"/>
              <a:gd name="T9" fmla="*/ 0 h 366"/>
            </a:gdLst>
            <a:ahLst/>
            <a:cxnLst>
              <a:cxn ang="0">
                <a:pos x="T0" y="T1"/>
              </a:cxn>
              <a:cxn ang="0">
                <a:pos x="T2" y="T3"/>
              </a:cxn>
              <a:cxn ang="0">
                <a:pos x="T4" y="T5"/>
              </a:cxn>
              <a:cxn ang="0">
                <a:pos x="T6" y="T7"/>
              </a:cxn>
              <a:cxn ang="0">
                <a:pos x="T8" y="T9"/>
              </a:cxn>
            </a:cxnLst>
            <a:rect l="0" t="0" r="r" b="b"/>
            <a:pathLst>
              <a:path w="974" h="366">
                <a:moveTo>
                  <a:pt x="974" y="0"/>
                </a:moveTo>
                <a:lnTo>
                  <a:pt x="0" y="0"/>
                </a:lnTo>
                <a:lnTo>
                  <a:pt x="0" y="366"/>
                </a:lnTo>
                <a:lnTo>
                  <a:pt x="609" y="366"/>
                </a:lnTo>
                <a:lnTo>
                  <a:pt x="974" y="0"/>
                </a:lnTo>
                <a:close/>
              </a:path>
            </a:pathLst>
          </a:custGeom>
          <a:solidFill>
            <a:srgbClr val="3E3E3E"/>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29" name="Freeform 11"/>
          <p:cNvSpPr/>
          <p:nvPr/>
        </p:nvSpPr>
        <p:spPr bwMode="auto">
          <a:xfrm rot="2700000">
            <a:off x="5909430" y="3936351"/>
            <a:ext cx="1207567" cy="2197959"/>
          </a:xfrm>
          <a:custGeom>
            <a:avLst/>
            <a:gdLst>
              <a:gd name="T0" fmla="*/ 140 w 645"/>
              <a:gd name="T1" fmla="*/ 1174 h 1174"/>
              <a:gd name="T2" fmla="*/ 505 w 645"/>
              <a:gd name="T3" fmla="*/ 808 h 1174"/>
              <a:gd name="T4" fmla="*/ 505 w 645"/>
              <a:gd name="T5" fmla="*/ 394 h 1174"/>
              <a:gd name="T6" fmla="*/ 645 w 645"/>
              <a:gd name="T7" fmla="*/ 394 h 1174"/>
              <a:gd name="T8" fmla="*/ 323 w 645"/>
              <a:gd name="T9" fmla="*/ 0 h 1174"/>
              <a:gd name="T10" fmla="*/ 0 w 645"/>
              <a:gd name="T11" fmla="*/ 394 h 1174"/>
              <a:gd name="T12" fmla="*/ 140 w 645"/>
              <a:gd name="T13" fmla="*/ 394 h 1174"/>
              <a:gd name="T14" fmla="*/ 140 w 645"/>
              <a:gd name="T15" fmla="*/ 1174 h 11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5" h="1174">
                <a:moveTo>
                  <a:pt x="140" y="1174"/>
                </a:moveTo>
                <a:lnTo>
                  <a:pt x="505" y="808"/>
                </a:lnTo>
                <a:lnTo>
                  <a:pt x="505" y="394"/>
                </a:lnTo>
                <a:lnTo>
                  <a:pt x="645" y="394"/>
                </a:lnTo>
                <a:lnTo>
                  <a:pt x="323" y="0"/>
                </a:lnTo>
                <a:lnTo>
                  <a:pt x="0" y="394"/>
                </a:lnTo>
                <a:lnTo>
                  <a:pt x="140" y="394"/>
                </a:lnTo>
                <a:lnTo>
                  <a:pt x="140" y="1174"/>
                </a:lnTo>
                <a:close/>
              </a:path>
            </a:pathLst>
          </a:custGeom>
          <a:solidFill>
            <a:schemeClr val="tx1"/>
          </a:solidFill>
          <a:ln>
            <a:noFill/>
          </a:ln>
        </p:spPr>
        <p:txBody>
          <a:bodyPr vert="horz" wrap="square" lIns="91440" tIns="2743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800">
              <a:solidFill>
                <a:srgbClr val="FFFFFF"/>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30" name="Freeform 12"/>
          <p:cNvSpPr/>
          <p:nvPr/>
        </p:nvSpPr>
        <p:spPr bwMode="auto">
          <a:xfrm rot="2700000">
            <a:off x="3576352" y="3663331"/>
            <a:ext cx="2196087" cy="1205695"/>
          </a:xfrm>
          <a:custGeom>
            <a:avLst/>
            <a:gdLst>
              <a:gd name="T0" fmla="*/ 0 w 1173"/>
              <a:gd name="T1" fmla="*/ 139 h 644"/>
              <a:gd name="T2" fmla="*/ 367 w 1173"/>
              <a:gd name="T3" fmla="*/ 505 h 644"/>
              <a:gd name="T4" fmla="*/ 780 w 1173"/>
              <a:gd name="T5" fmla="*/ 505 h 644"/>
              <a:gd name="T6" fmla="*/ 780 w 1173"/>
              <a:gd name="T7" fmla="*/ 644 h 644"/>
              <a:gd name="T8" fmla="*/ 1173 w 1173"/>
              <a:gd name="T9" fmla="*/ 322 h 644"/>
              <a:gd name="T10" fmla="*/ 780 w 1173"/>
              <a:gd name="T11" fmla="*/ 0 h 644"/>
              <a:gd name="T12" fmla="*/ 780 w 1173"/>
              <a:gd name="T13" fmla="*/ 139 h 644"/>
              <a:gd name="T14" fmla="*/ 0 w 1173"/>
              <a:gd name="T15" fmla="*/ 139 h 6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73" h="644">
                <a:moveTo>
                  <a:pt x="0" y="139"/>
                </a:moveTo>
                <a:lnTo>
                  <a:pt x="367" y="505"/>
                </a:lnTo>
                <a:lnTo>
                  <a:pt x="780" y="505"/>
                </a:lnTo>
                <a:lnTo>
                  <a:pt x="780" y="644"/>
                </a:lnTo>
                <a:lnTo>
                  <a:pt x="1173" y="322"/>
                </a:lnTo>
                <a:lnTo>
                  <a:pt x="780" y="0"/>
                </a:lnTo>
                <a:lnTo>
                  <a:pt x="780" y="139"/>
                </a:lnTo>
                <a:lnTo>
                  <a:pt x="0" y="139"/>
                </a:lnTo>
                <a:close/>
              </a:path>
            </a:pathLst>
          </a:custGeom>
          <a:solidFill>
            <a:schemeClr val="accent1"/>
          </a:solidFill>
          <a:ln>
            <a:noFill/>
          </a:ln>
        </p:spPr>
        <p:txBody>
          <a:bodyPr vert="horz" wrap="square" lIns="91440" tIns="45720" rIns="365760" bIns="4572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endParaRPr lang="en-US" sz="2800">
              <a:solidFill>
                <a:srgbClr val="FFFFFF"/>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45" name="Text1"/>
          <p:cNvSpPr txBox="1"/>
          <p:nvPr/>
        </p:nvSpPr>
        <p:spPr>
          <a:xfrm>
            <a:off x="600459" y="4489219"/>
            <a:ext cx="3487695" cy="369332"/>
          </a:xfrm>
          <a:prstGeom prst="rect">
            <a:avLst/>
          </a:prstGeom>
          <a:noFill/>
        </p:spPr>
        <p:txBody>
          <a:bodyPr wrap="square"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b="1">
                <a:solidFill>
                  <a:schemeClr val="accent1"/>
                </a:solidFill>
                <a:latin typeface="微软雅黑" panose="020B0503020204020204" pitchFamily="34" charset="-122"/>
                <a:ea typeface="微软雅黑" panose="020B0503020204020204" pitchFamily="34" charset="-122"/>
              </a:rPr>
              <a:t>无产阶级专政</a:t>
            </a:r>
          </a:p>
        </p:txBody>
      </p:sp>
      <p:sp>
        <p:nvSpPr>
          <p:cNvPr id="46" name="Text2"/>
          <p:cNvSpPr txBox="1"/>
          <p:nvPr/>
        </p:nvSpPr>
        <p:spPr>
          <a:xfrm>
            <a:off x="600459" y="1815972"/>
            <a:ext cx="3487695" cy="369332"/>
          </a:xfrm>
          <a:prstGeom prst="rect">
            <a:avLst/>
          </a:prstGeom>
          <a:noFill/>
        </p:spPr>
        <p:txBody>
          <a:bodyPr wrap="square"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b="1" dirty="0">
                <a:solidFill>
                  <a:schemeClr val="accent1"/>
                </a:solidFill>
                <a:latin typeface="微软雅黑" panose="020B0503020204020204" pitchFamily="34" charset="-122"/>
                <a:ea typeface="微软雅黑" panose="020B0503020204020204" pitchFamily="34" charset="-122"/>
              </a:rPr>
              <a:t>历史唯物主义</a:t>
            </a:r>
          </a:p>
        </p:txBody>
      </p:sp>
      <p:sp>
        <p:nvSpPr>
          <p:cNvPr id="47" name="Text3"/>
          <p:cNvSpPr txBox="1"/>
          <p:nvPr/>
        </p:nvSpPr>
        <p:spPr>
          <a:xfrm>
            <a:off x="7878182" y="4489219"/>
            <a:ext cx="3663460" cy="369332"/>
          </a:xfrm>
          <a:prstGeom prst="rect">
            <a:avLst/>
          </a:prstGeom>
          <a:noFill/>
        </p:spPr>
        <p:txBody>
          <a:bodyPr wrap="square"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a:solidFill>
                  <a:schemeClr val="accent1"/>
                </a:solidFill>
                <a:latin typeface="微软雅黑" panose="020B0503020204020204" pitchFamily="34" charset="-122"/>
                <a:ea typeface="微软雅黑" panose="020B0503020204020204" pitchFamily="34" charset="-122"/>
              </a:rPr>
              <a:t>社会主义建设</a:t>
            </a:r>
          </a:p>
        </p:txBody>
      </p:sp>
      <p:sp>
        <p:nvSpPr>
          <p:cNvPr id="48" name="Text4"/>
          <p:cNvSpPr txBox="1"/>
          <p:nvPr/>
        </p:nvSpPr>
        <p:spPr>
          <a:xfrm>
            <a:off x="7878182" y="1815972"/>
            <a:ext cx="3663460" cy="369332"/>
          </a:xfrm>
          <a:prstGeom prst="rect">
            <a:avLst/>
          </a:prstGeom>
          <a:noFill/>
        </p:spPr>
        <p:txBody>
          <a:bodyPr wrap="square"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a:solidFill>
                  <a:schemeClr val="accent1"/>
                </a:solidFill>
                <a:latin typeface="微软雅黑" panose="020B0503020204020204" pitchFamily="34" charset="-122"/>
                <a:ea typeface="微软雅黑" panose="020B0503020204020204" pitchFamily="34" charset="-122"/>
              </a:rPr>
              <a:t>阶级斗争</a:t>
            </a:r>
          </a:p>
        </p:txBody>
      </p:sp>
      <p:sp>
        <p:nvSpPr>
          <p:cNvPr id="49" name="Text5"/>
          <p:cNvSpPr txBox="1"/>
          <p:nvPr/>
        </p:nvSpPr>
        <p:spPr>
          <a:xfrm>
            <a:off x="600459" y="4891158"/>
            <a:ext cx="3487695" cy="1391841"/>
          </a:xfrm>
          <a:prstGeom prst="rect">
            <a:avLst/>
          </a:prstGeom>
          <a:noFill/>
        </p:spPr>
        <p:txBody>
          <a:bodyPr wrap="square" lIns="72000" tIns="36000" rIns="72000" bIns="3600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spcBef>
                <a:spcPts val="300"/>
              </a:spcBef>
              <a:spcAft>
                <a:spcPts val="300"/>
              </a:spcAft>
            </a:pPr>
            <a:r>
              <a:rPr lang="en-US" altLang="zh-CN" sz="1400">
                <a:solidFill>
                  <a:schemeClr val="bg2"/>
                </a:solidFill>
                <a:latin typeface="微软雅黑" panose="020B0503020204020204" pitchFamily="34" charset="-122"/>
                <a:ea typeface="微软雅黑" panose="020B0503020204020204" pitchFamily="34" charset="-122"/>
              </a:rPr>
              <a:t>马克思主义认为，无产阶级通过革命推翻资产阶级的统治，建立无产阶级专政。</a:t>
            </a:r>
          </a:p>
        </p:txBody>
      </p:sp>
      <p:sp>
        <p:nvSpPr>
          <p:cNvPr id="50" name="Text6"/>
          <p:cNvSpPr txBox="1"/>
          <p:nvPr/>
        </p:nvSpPr>
        <p:spPr>
          <a:xfrm>
            <a:off x="600459" y="2217912"/>
            <a:ext cx="3487695" cy="1391842"/>
          </a:xfrm>
          <a:prstGeom prst="rect">
            <a:avLst/>
          </a:prstGeom>
          <a:noFill/>
        </p:spPr>
        <p:txBody>
          <a:bodyPr wrap="square" lIns="72000" tIns="36000" rIns="72000" bIns="3600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spcBef>
                <a:spcPts val="300"/>
              </a:spcBef>
              <a:spcAft>
                <a:spcPts val="300"/>
              </a:spcAft>
            </a:pPr>
            <a:r>
              <a:rPr lang="en-US" altLang="zh-CN" sz="1400" dirty="0" err="1">
                <a:solidFill>
                  <a:schemeClr val="bg2"/>
                </a:solidFill>
                <a:latin typeface="微软雅黑" panose="020B0503020204020204" pitchFamily="34" charset="-122"/>
                <a:ea typeface="微软雅黑" panose="020B0503020204020204" pitchFamily="34" charset="-122"/>
              </a:rPr>
              <a:t>马克思主义认为，物质决定意识，社会存在决定社会意识</a:t>
            </a:r>
            <a:r>
              <a:rPr lang="en-US" altLang="zh-CN" sz="1400" dirty="0">
                <a:solidFill>
                  <a:schemeClr val="bg2"/>
                </a:solidFill>
                <a:latin typeface="微软雅黑" panose="020B0503020204020204" pitchFamily="34" charset="-122"/>
                <a:ea typeface="微软雅黑" panose="020B0503020204020204" pitchFamily="34" charset="-122"/>
              </a:rPr>
              <a:t>。</a:t>
            </a:r>
          </a:p>
        </p:txBody>
      </p:sp>
      <p:sp>
        <p:nvSpPr>
          <p:cNvPr id="51" name="Text7"/>
          <p:cNvSpPr txBox="1"/>
          <p:nvPr/>
        </p:nvSpPr>
        <p:spPr>
          <a:xfrm>
            <a:off x="7878181" y="4891158"/>
            <a:ext cx="3663461" cy="1391841"/>
          </a:xfrm>
          <a:prstGeom prst="rect">
            <a:avLst/>
          </a:prstGeom>
          <a:noFill/>
        </p:spPr>
        <p:txBody>
          <a:bodyPr wrap="square" lIns="72000" tIns="36000" rIns="72000" bIns="3600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spcBef>
                <a:spcPts val="300"/>
              </a:spcBef>
              <a:spcAft>
                <a:spcPts val="300"/>
              </a:spcAft>
            </a:pPr>
            <a:r>
              <a:rPr lang="en-US" altLang="zh-CN" sz="1400">
                <a:solidFill>
                  <a:schemeClr val="bg2"/>
                </a:solidFill>
                <a:latin typeface="微软雅黑" panose="020B0503020204020204" pitchFamily="34" charset="-122"/>
                <a:ea typeface="微软雅黑" panose="020B0503020204020204" pitchFamily="34" charset="-122"/>
              </a:rPr>
              <a:t>马克思主义认为，通过无产阶级的领导和社会主义制度的建立，实现共产主义社会。</a:t>
            </a:r>
          </a:p>
        </p:txBody>
      </p:sp>
      <p:sp>
        <p:nvSpPr>
          <p:cNvPr id="52" name="Text8"/>
          <p:cNvSpPr txBox="1"/>
          <p:nvPr/>
        </p:nvSpPr>
        <p:spPr>
          <a:xfrm>
            <a:off x="7878181" y="2217912"/>
            <a:ext cx="3663461" cy="1391842"/>
          </a:xfrm>
          <a:prstGeom prst="rect">
            <a:avLst/>
          </a:prstGeom>
          <a:noFill/>
        </p:spPr>
        <p:txBody>
          <a:bodyPr wrap="square" lIns="72000" tIns="36000" rIns="72000" bIns="36000"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spcBef>
                <a:spcPts val="300"/>
              </a:spcBef>
              <a:spcAft>
                <a:spcPts val="300"/>
              </a:spcAft>
            </a:pPr>
            <a:r>
              <a:rPr lang="en-US" altLang="zh-CN" sz="1400">
                <a:solidFill>
                  <a:schemeClr val="bg2"/>
                </a:solidFill>
                <a:latin typeface="微软雅黑" panose="020B0503020204020204" pitchFamily="34" charset="-122"/>
                <a:ea typeface="微软雅黑" panose="020B0503020204020204" pitchFamily="34" charset="-122"/>
              </a:rPr>
              <a:t>马克思主义认为，阶级斗争是社会发展的动力。</a:t>
            </a:r>
          </a:p>
        </p:txBody>
      </p:sp>
      <p:sp>
        <p:nvSpPr>
          <p:cNvPr id="54" name="Text9"/>
          <p:cNvSpPr txBox="1"/>
          <p:nvPr/>
        </p:nvSpPr>
        <p:spPr>
          <a:xfrm rot="2700000">
            <a:off x="4717184" y="2625918"/>
            <a:ext cx="6688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a:solidFill>
                  <a:schemeClr val="bg1"/>
                </a:solidFill>
                <a:latin typeface="微软雅黑" panose="020B0503020204020204" pitchFamily="34" charset="-122"/>
                <a:ea typeface="微软雅黑" panose="020B0503020204020204" pitchFamily="34" charset="-122"/>
              </a:rPr>
              <a:t>01</a:t>
            </a: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55" name="Text10"/>
          <p:cNvSpPr txBox="1"/>
          <p:nvPr/>
        </p:nvSpPr>
        <p:spPr>
          <a:xfrm rot="2700000">
            <a:off x="4735141" y="4417721"/>
            <a:ext cx="672872"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a:solidFill>
                  <a:schemeClr val="bg1"/>
                </a:solidFill>
                <a:latin typeface="微软雅黑" panose="020B0503020204020204" pitchFamily="34" charset="-122"/>
                <a:ea typeface="微软雅黑" panose="020B0503020204020204" pitchFamily="34" charset="-122"/>
              </a:rPr>
              <a:t>02</a:t>
            </a: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56" name="Text11"/>
          <p:cNvSpPr txBox="1"/>
          <p:nvPr/>
        </p:nvSpPr>
        <p:spPr>
          <a:xfrm rot="2700000">
            <a:off x="6628562" y="4463861"/>
            <a:ext cx="697177"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a:solidFill>
                  <a:schemeClr val="bg1"/>
                </a:solidFill>
                <a:latin typeface="微软雅黑" panose="020B0503020204020204" pitchFamily="34" charset="-122"/>
                <a:ea typeface="微软雅黑" panose="020B0503020204020204" pitchFamily="34" charset="-122"/>
              </a:rPr>
              <a:t>03</a:t>
            </a: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57" name="Text12"/>
          <p:cNvSpPr txBox="1"/>
          <p:nvPr/>
        </p:nvSpPr>
        <p:spPr>
          <a:xfrm rot="18900000">
            <a:off x="6611121" y="2561233"/>
            <a:ext cx="605303"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a:solidFill>
                  <a:schemeClr val="bg1"/>
                </a:solidFill>
                <a:latin typeface="微软雅黑" panose="020B0503020204020204" pitchFamily="34" charset="-122"/>
                <a:ea typeface="微软雅黑" panose="020B0503020204020204" pitchFamily="34" charset="-122"/>
              </a:rPr>
              <a:t>04</a:t>
            </a: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3" name="Text13"/>
          <p:cNvSpPr txBox="1"/>
          <p:nvPr>
            <p:custDataLst>
              <p:tags r:id="rId1"/>
            </p:custDataLst>
          </p:nvPr>
        </p:nvSpPr>
        <p:spPr>
          <a:xfrm>
            <a:off x="347808" y="305152"/>
            <a:ext cx="11496384" cy="720348"/>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20000"/>
              </a:lnSpc>
              <a:spcBef>
                <a:spcPct val="0"/>
              </a:spcBef>
              <a:spcAft>
                <a:spcPct val="0"/>
              </a:spcAft>
              <a:buClrTx/>
              <a:buSzTx/>
              <a:buFontTx/>
              <a:buNone/>
              <a:defRPr/>
            </a:pPr>
            <a:r>
              <a:rPr lang="en-US" altLang="zh-CN" sz="3200" b="1" noProof="0" dirty="0" err="1">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马克思主义历史唯物主义的基本理论框架</a:t>
            </a:r>
            <a:endParaRPr lang="en-US" altLang="zh-CN" sz="32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Tree>
    <p:extLst>
      <p:ext uri="{BB962C8B-B14F-4D97-AF65-F5344CB8AC3E}">
        <p14:creationId xmlns:p14="http://schemas.microsoft.com/office/powerpoint/2010/main" val="5401931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circle(in)">
                                      <p:cBhvr>
                                        <p:cTn id="10" dur="2000"/>
                                        <p:tgtEl>
                                          <p:spTgt spid="46"/>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circle(in)">
                                      <p:cBhvr>
                                        <p:cTn id="13" dur="2000"/>
                                        <p:tgtEl>
                                          <p:spTgt spid="48"/>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47"/>
                                        </p:tgtEl>
                                        <p:attrNameLst>
                                          <p:attrName>style.visibility</p:attrName>
                                        </p:attrNameLst>
                                      </p:cBhvr>
                                      <p:to>
                                        <p:strVal val="visible"/>
                                      </p:to>
                                    </p:set>
                                    <p:animEffect transition="in" filter="circle(in)">
                                      <p:cBhvr>
                                        <p:cTn id="16" dur="2000"/>
                                        <p:tgtEl>
                                          <p:spTgt spid="47"/>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circle(in)">
                                      <p:cBhvr>
                                        <p:cTn id="19" dur="2000"/>
                                        <p:tgtEl>
                                          <p:spTgt spid="45"/>
                                        </p:tgtEl>
                                      </p:cBhvr>
                                    </p:animEffect>
                                  </p:childTnLst>
                                </p:cTn>
                              </p:par>
                            </p:childTnLst>
                          </p:cTn>
                        </p:par>
                        <p:par>
                          <p:cTn id="20" fill="hold">
                            <p:stCondLst>
                              <p:cond delay="2000"/>
                            </p:stCondLst>
                            <p:childTnLst>
                              <p:par>
                                <p:cTn id="21" presetID="53" presetClass="entr" presetSubtype="528" fill="hold" grpId="0" nodeType="afterEffect">
                                  <p:stCondLst>
                                    <p:cond delay="0"/>
                                  </p:stCondLst>
                                  <p:childTnLst>
                                    <p:set>
                                      <p:cBhvr>
                                        <p:cTn id="22" dur="1" fill="hold">
                                          <p:stCondLst>
                                            <p:cond delay="0"/>
                                          </p:stCondLst>
                                        </p:cTn>
                                        <p:tgtEl>
                                          <p:spTgt spid="50"/>
                                        </p:tgtEl>
                                        <p:attrNameLst>
                                          <p:attrName>style.visibility</p:attrName>
                                        </p:attrNameLst>
                                      </p:cBhvr>
                                      <p:to>
                                        <p:strVal val="visible"/>
                                      </p:to>
                                    </p:set>
                                    <p:anim calcmode="lin" valueType="num">
                                      <p:cBhvr>
                                        <p:cTn id="23" dur="500" fill="hold"/>
                                        <p:tgtEl>
                                          <p:spTgt spid="50"/>
                                        </p:tgtEl>
                                        <p:attrNameLst>
                                          <p:attrName>ppt_w</p:attrName>
                                        </p:attrNameLst>
                                      </p:cBhvr>
                                      <p:tavLst>
                                        <p:tav tm="0">
                                          <p:val>
                                            <p:fltVal val="0"/>
                                          </p:val>
                                        </p:tav>
                                        <p:tav tm="100000">
                                          <p:val>
                                            <p:strVal val="#ppt_w"/>
                                          </p:val>
                                        </p:tav>
                                      </p:tavLst>
                                    </p:anim>
                                    <p:anim calcmode="lin" valueType="num">
                                      <p:cBhvr>
                                        <p:cTn id="24" dur="500" fill="hold"/>
                                        <p:tgtEl>
                                          <p:spTgt spid="50"/>
                                        </p:tgtEl>
                                        <p:attrNameLst>
                                          <p:attrName>ppt_h</p:attrName>
                                        </p:attrNameLst>
                                      </p:cBhvr>
                                      <p:tavLst>
                                        <p:tav tm="0">
                                          <p:val>
                                            <p:fltVal val="0"/>
                                          </p:val>
                                        </p:tav>
                                        <p:tav tm="100000">
                                          <p:val>
                                            <p:strVal val="#ppt_h"/>
                                          </p:val>
                                        </p:tav>
                                      </p:tavLst>
                                    </p:anim>
                                    <p:animEffect transition="in" filter="fade">
                                      <p:cBhvr>
                                        <p:cTn id="25" dur="500"/>
                                        <p:tgtEl>
                                          <p:spTgt spid="50"/>
                                        </p:tgtEl>
                                      </p:cBhvr>
                                    </p:animEffect>
                                    <p:anim calcmode="lin" valueType="num">
                                      <p:cBhvr>
                                        <p:cTn id="26" dur="500" fill="hold"/>
                                        <p:tgtEl>
                                          <p:spTgt spid="50"/>
                                        </p:tgtEl>
                                        <p:attrNameLst>
                                          <p:attrName>ppt_x</p:attrName>
                                        </p:attrNameLst>
                                      </p:cBhvr>
                                      <p:tavLst>
                                        <p:tav tm="0">
                                          <p:val>
                                            <p:fltVal val="0.5"/>
                                          </p:val>
                                        </p:tav>
                                        <p:tav tm="100000">
                                          <p:val>
                                            <p:strVal val="#ppt_x"/>
                                          </p:val>
                                        </p:tav>
                                      </p:tavLst>
                                    </p:anim>
                                    <p:anim calcmode="lin" valueType="num">
                                      <p:cBhvr>
                                        <p:cTn id="27" dur="500" fill="hold"/>
                                        <p:tgtEl>
                                          <p:spTgt spid="50"/>
                                        </p:tgtEl>
                                        <p:attrNameLst>
                                          <p:attrName>ppt_y</p:attrName>
                                        </p:attrNameLst>
                                      </p:cBhvr>
                                      <p:tavLst>
                                        <p:tav tm="0">
                                          <p:val>
                                            <p:fltVal val="0.5"/>
                                          </p:val>
                                        </p:tav>
                                        <p:tav tm="100000">
                                          <p:val>
                                            <p:strVal val="#ppt_y"/>
                                          </p:val>
                                        </p:tav>
                                      </p:tavLst>
                                    </p:anim>
                                  </p:childTnLst>
                                </p:cTn>
                              </p:par>
                              <p:par>
                                <p:cTn id="28" presetID="53" presetClass="entr" presetSubtype="528" fill="hold" grpId="0" nodeType="withEffect">
                                  <p:stCondLst>
                                    <p:cond delay="0"/>
                                  </p:stCondLst>
                                  <p:childTnLst>
                                    <p:set>
                                      <p:cBhvr>
                                        <p:cTn id="29" dur="1" fill="hold">
                                          <p:stCondLst>
                                            <p:cond delay="0"/>
                                          </p:stCondLst>
                                        </p:cTn>
                                        <p:tgtEl>
                                          <p:spTgt spid="52"/>
                                        </p:tgtEl>
                                        <p:attrNameLst>
                                          <p:attrName>style.visibility</p:attrName>
                                        </p:attrNameLst>
                                      </p:cBhvr>
                                      <p:to>
                                        <p:strVal val="visible"/>
                                      </p:to>
                                    </p:set>
                                    <p:anim calcmode="lin" valueType="num">
                                      <p:cBhvr>
                                        <p:cTn id="30" dur="500" fill="hold"/>
                                        <p:tgtEl>
                                          <p:spTgt spid="52"/>
                                        </p:tgtEl>
                                        <p:attrNameLst>
                                          <p:attrName>ppt_w</p:attrName>
                                        </p:attrNameLst>
                                      </p:cBhvr>
                                      <p:tavLst>
                                        <p:tav tm="0">
                                          <p:val>
                                            <p:fltVal val="0"/>
                                          </p:val>
                                        </p:tav>
                                        <p:tav tm="100000">
                                          <p:val>
                                            <p:strVal val="#ppt_w"/>
                                          </p:val>
                                        </p:tav>
                                      </p:tavLst>
                                    </p:anim>
                                    <p:anim calcmode="lin" valueType="num">
                                      <p:cBhvr>
                                        <p:cTn id="31" dur="500" fill="hold"/>
                                        <p:tgtEl>
                                          <p:spTgt spid="52"/>
                                        </p:tgtEl>
                                        <p:attrNameLst>
                                          <p:attrName>ppt_h</p:attrName>
                                        </p:attrNameLst>
                                      </p:cBhvr>
                                      <p:tavLst>
                                        <p:tav tm="0">
                                          <p:val>
                                            <p:fltVal val="0"/>
                                          </p:val>
                                        </p:tav>
                                        <p:tav tm="100000">
                                          <p:val>
                                            <p:strVal val="#ppt_h"/>
                                          </p:val>
                                        </p:tav>
                                      </p:tavLst>
                                    </p:anim>
                                    <p:animEffect transition="in" filter="fade">
                                      <p:cBhvr>
                                        <p:cTn id="32" dur="500"/>
                                        <p:tgtEl>
                                          <p:spTgt spid="52"/>
                                        </p:tgtEl>
                                      </p:cBhvr>
                                    </p:animEffect>
                                    <p:anim calcmode="lin" valueType="num">
                                      <p:cBhvr>
                                        <p:cTn id="33" dur="500" fill="hold"/>
                                        <p:tgtEl>
                                          <p:spTgt spid="52"/>
                                        </p:tgtEl>
                                        <p:attrNameLst>
                                          <p:attrName>ppt_x</p:attrName>
                                        </p:attrNameLst>
                                      </p:cBhvr>
                                      <p:tavLst>
                                        <p:tav tm="0">
                                          <p:val>
                                            <p:fltVal val="0.5"/>
                                          </p:val>
                                        </p:tav>
                                        <p:tav tm="100000">
                                          <p:val>
                                            <p:strVal val="#ppt_x"/>
                                          </p:val>
                                        </p:tav>
                                      </p:tavLst>
                                    </p:anim>
                                    <p:anim calcmode="lin" valueType="num">
                                      <p:cBhvr>
                                        <p:cTn id="34" dur="500" fill="hold"/>
                                        <p:tgtEl>
                                          <p:spTgt spid="52"/>
                                        </p:tgtEl>
                                        <p:attrNameLst>
                                          <p:attrName>ppt_y</p:attrName>
                                        </p:attrNameLst>
                                      </p:cBhvr>
                                      <p:tavLst>
                                        <p:tav tm="0">
                                          <p:val>
                                            <p:fltVal val="0.5"/>
                                          </p:val>
                                        </p:tav>
                                        <p:tav tm="100000">
                                          <p:val>
                                            <p:strVal val="#ppt_y"/>
                                          </p:val>
                                        </p:tav>
                                      </p:tavLst>
                                    </p:anim>
                                  </p:childTnLst>
                                </p:cTn>
                              </p:par>
                              <p:par>
                                <p:cTn id="35" presetID="53" presetClass="entr" presetSubtype="528" fill="hold" grpId="0" nodeType="withEffect">
                                  <p:stCondLst>
                                    <p:cond delay="0"/>
                                  </p:stCondLst>
                                  <p:childTnLst>
                                    <p:set>
                                      <p:cBhvr>
                                        <p:cTn id="36" dur="1" fill="hold">
                                          <p:stCondLst>
                                            <p:cond delay="0"/>
                                          </p:stCondLst>
                                        </p:cTn>
                                        <p:tgtEl>
                                          <p:spTgt spid="51"/>
                                        </p:tgtEl>
                                        <p:attrNameLst>
                                          <p:attrName>style.visibility</p:attrName>
                                        </p:attrNameLst>
                                      </p:cBhvr>
                                      <p:to>
                                        <p:strVal val="visible"/>
                                      </p:to>
                                    </p:set>
                                    <p:anim calcmode="lin" valueType="num">
                                      <p:cBhvr>
                                        <p:cTn id="37" dur="500" fill="hold"/>
                                        <p:tgtEl>
                                          <p:spTgt spid="51"/>
                                        </p:tgtEl>
                                        <p:attrNameLst>
                                          <p:attrName>ppt_w</p:attrName>
                                        </p:attrNameLst>
                                      </p:cBhvr>
                                      <p:tavLst>
                                        <p:tav tm="0">
                                          <p:val>
                                            <p:fltVal val="0"/>
                                          </p:val>
                                        </p:tav>
                                        <p:tav tm="100000">
                                          <p:val>
                                            <p:strVal val="#ppt_w"/>
                                          </p:val>
                                        </p:tav>
                                      </p:tavLst>
                                    </p:anim>
                                    <p:anim calcmode="lin" valueType="num">
                                      <p:cBhvr>
                                        <p:cTn id="38" dur="500" fill="hold"/>
                                        <p:tgtEl>
                                          <p:spTgt spid="51"/>
                                        </p:tgtEl>
                                        <p:attrNameLst>
                                          <p:attrName>ppt_h</p:attrName>
                                        </p:attrNameLst>
                                      </p:cBhvr>
                                      <p:tavLst>
                                        <p:tav tm="0">
                                          <p:val>
                                            <p:fltVal val="0"/>
                                          </p:val>
                                        </p:tav>
                                        <p:tav tm="100000">
                                          <p:val>
                                            <p:strVal val="#ppt_h"/>
                                          </p:val>
                                        </p:tav>
                                      </p:tavLst>
                                    </p:anim>
                                    <p:animEffect transition="in" filter="fade">
                                      <p:cBhvr>
                                        <p:cTn id="39" dur="500"/>
                                        <p:tgtEl>
                                          <p:spTgt spid="51"/>
                                        </p:tgtEl>
                                      </p:cBhvr>
                                    </p:animEffect>
                                    <p:anim calcmode="lin" valueType="num">
                                      <p:cBhvr>
                                        <p:cTn id="40" dur="500" fill="hold"/>
                                        <p:tgtEl>
                                          <p:spTgt spid="51"/>
                                        </p:tgtEl>
                                        <p:attrNameLst>
                                          <p:attrName>ppt_x</p:attrName>
                                        </p:attrNameLst>
                                      </p:cBhvr>
                                      <p:tavLst>
                                        <p:tav tm="0">
                                          <p:val>
                                            <p:fltVal val="0.5"/>
                                          </p:val>
                                        </p:tav>
                                        <p:tav tm="100000">
                                          <p:val>
                                            <p:strVal val="#ppt_x"/>
                                          </p:val>
                                        </p:tav>
                                      </p:tavLst>
                                    </p:anim>
                                    <p:anim calcmode="lin" valueType="num">
                                      <p:cBhvr>
                                        <p:cTn id="41" dur="500" fill="hold"/>
                                        <p:tgtEl>
                                          <p:spTgt spid="51"/>
                                        </p:tgtEl>
                                        <p:attrNameLst>
                                          <p:attrName>ppt_y</p:attrName>
                                        </p:attrNameLst>
                                      </p:cBhvr>
                                      <p:tavLst>
                                        <p:tav tm="0">
                                          <p:val>
                                            <p:fltVal val="0.5"/>
                                          </p:val>
                                        </p:tav>
                                        <p:tav tm="100000">
                                          <p:val>
                                            <p:strVal val="#ppt_y"/>
                                          </p:val>
                                        </p:tav>
                                      </p:tavLst>
                                    </p:anim>
                                  </p:childTnLst>
                                </p:cTn>
                              </p:par>
                              <p:par>
                                <p:cTn id="42" presetID="53" presetClass="entr" presetSubtype="528" fill="hold" grpId="0" nodeType="withEffect">
                                  <p:stCondLst>
                                    <p:cond delay="0"/>
                                  </p:stCondLst>
                                  <p:childTnLst>
                                    <p:set>
                                      <p:cBhvr>
                                        <p:cTn id="43" dur="1" fill="hold">
                                          <p:stCondLst>
                                            <p:cond delay="0"/>
                                          </p:stCondLst>
                                        </p:cTn>
                                        <p:tgtEl>
                                          <p:spTgt spid="49"/>
                                        </p:tgtEl>
                                        <p:attrNameLst>
                                          <p:attrName>style.visibility</p:attrName>
                                        </p:attrNameLst>
                                      </p:cBhvr>
                                      <p:to>
                                        <p:strVal val="visible"/>
                                      </p:to>
                                    </p:set>
                                    <p:anim calcmode="lin" valueType="num">
                                      <p:cBhvr>
                                        <p:cTn id="44" dur="500" fill="hold"/>
                                        <p:tgtEl>
                                          <p:spTgt spid="49"/>
                                        </p:tgtEl>
                                        <p:attrNameLst>
                                          <p:attrName>ppt_w</p:attrName>
                                        </p:attrNameLst>
                                      </p:cBhvr>
                                      <p:tavLst>
                                        <p:tav tm="0">
                                          <p:val>
                                            <p:fltVal val="0"/>
                                          </p:val>
                                        </p:tav>
                                        <p:tav tm="100000">
                                          <p:val>
                                            <p:strVal val="#ppt_w"/>
                                          </p:val>
                                        </p:tav>
                                      </p:tavLst>
                                    </p:anim>
                                    <p:anim calcmode="lin" valueType="num">
                                      <p:cBhvr>
                                        <p:cTn id="45" dur="500" fill="hold"/>
                                        <p:tgtEl>
                                          <p:spTgt spid="49"/>
                                        </p:tgtEl>
                                        <p:attrNameLst>
                                          <p:attrName>ppt_h</p:attrName>
                                        </p:attrNameLst>
                                      </p:cBhvr>
                                      <p:tavLst>
                                        <p:tav tm="0">
                                          <p:val>
                                            <p:fltVal val="0"/>
                                          </p:val>
                                        </p:tav>
                                        <p:tav tm="100000">
                                          <p:val>
                                            <p:strVal val="#ppt_h"/>
                                          </p:val>
                                        </p:tav>
                                      </p:tavLst>
                                    </p:anim>
                                    <p:animEffect transition="in" filter="fade">
                                      <p:cBhvr>
                                        <p:cTn id="46" dur="500"/>
                                        <p:tgtEl>
                                          <p:spTgt spid="49"/>
                                        </p:tgtEl>
                                      </p:cBhvr>
                                    </p:animEffect>
                                    <p:anim calcmode="lin" valueType="num">
                                      <p:cBhvr>
                                        <p:cTn id="47" dur="500" fill="hold"/>
                                        <p:tgtEl>
                                          <p:spTgt spid="49"/>
                                        </p:tgtEl>
                                        <p:attrNameLst>
                                          <p:attrName>ppt_x</p:attrName>
                                        </p:attrNameLst>
                                      </p:cBhvr>
                                      <p:tavLst>
                                        <p:tav tm="0">
                                          <p:val>
                                            <p:fltVal val="0.5"/>
                                          </p:val>
                                        </p:tav>
                                        <p:tav tm="100000">
                                          <p:val>
                                            <p:strVal val="#ppt_x"/>
                                          </p:val>
                                        </p:tav>
                                      </p:tavLst>
                                    </p:anim>
                                    <p:anim calcmode="lin" valueType="num">
                                      <p:cBhvr>
                                        <p:cTn id="48" dur="500" fill="hold"/>
                                        <p:tgtEl>
                                          <p:spTgt spid="49"/>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47" grpId="0"/>
      <p:bldP spid="48" grpId="0"/>
      <p:bldP spid="49" grpId="0"/>
      <p:bldP spid="50" grpId="0"/>
      <p:bldP spid="51" grpId="0"/>
      <p:bldP spid="52" grpId="0"/>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Freeform: Shape 25"/>
          <p:cNvSpPr/>
          <p:nvPr>
            <p:custDataLst>
              <p:tags r:id="rId1"/>
            </p:custDataLst>
          </p:nvPr>
        </p:nvSpPr>
        <p:spPr>
          <a:xfrm flipH="1">
            <a:off x="11556317" y="201937"/>
            <a:ext cx="339090" cy="340360"/>
          </a:xfrm>
          <a:custGeom>
            <a:avLst/>
            <a:gdLst>
              <a:gd name="connsiteX0" fmla="*/ 316376 w 718878"/>
              <a:gd name="connsiteY0" fmla="*/ 634637 h 719819"/>
              <a:gd name="connsiteX1" fmla="*/ 401558 w 718878"/>
              <a:gd name="connsiteY1" fmla="*/ 634637 h 719819"/>
              <a:gd name="connsiteX2" fmla="*/ 401558 w 718878"/>
              <a:gd name="connsiteY2" fmla="*/ 719819 h 719819"/>
              <a:gd name="connsiteX3" fmla="*/ 316376 w 718878"/>
              <a:gd name="connsiteY3" fmla="*/ 719819 h 719819"/>
              <a:gd name="connsiteX4" fmla="*/ 632753 w 718878"/>
              <a:gd name="connsiteY4" fmla="*/ 634636 h 719819"/>
              <a:gd name="connsiteX5" fmla="*/ 717935 w 718878"/>
              <a:gd name="connsiteY5" fmla="*/ 634636 h 719819"/>
              <a:gd name="connsiteX6" fmla="*/ 717935 w 718878"/>
              <a:gd name="connsiteY6" fmla="*/ 719818 h 719819"/>
              <a:gd name="connsiteX7" fmla="*/ 632753 w 718878"/>
              <a:gd name="connsiteY7" fmla="*/ 719818 h 719819"/>
              <a:gd name="connsiteX8" fmla="*/ 0 w 718878"/>
              <a:gd name="connsiteY8" fmla="*/ 634636 h 719819"/>
              <a:gd name="connsiteX9" fmla="*/ 85182 w 718878"/>
              <a:gd name="connsiteY9" fmla="*/ 634636 h 719819"/>
              <a:gd name="connsiteX10" fmla="*/ 85182 w 718878"/>
              <a:gd name="connsiteY10" fmla="*/ 719818 h 719819"/>
              <a:gd name="connsiteX11" fmla="*/ 0 w 718878"/>
              <a:gd name="connsiteY11" fmla="*/ 719818 h 719819"/>
              <a:gd name="connsiteX12" fmla="*/ 632756 w 718878"/>
              <a:gd name="connsiteY12" fmla="*/ 317318 h 719819"/>
              <a:gd name="connsiteX13" fmla="*/ 717938 w 718878"/>
              <a:gd name="connsiteY13" fmla="*/ 317318 h 719819"/>
              <a:gd name="connsiteX14" fmla="*/ 717938 w 718878"/>
              <a:gd name="connsiteY14" fmla="*/ 402500 h 719819"/>
              <a:gd name="connsiteX15" fmla="*/ 632756 w 718878"/>
              <a:gd name="connsiteY15" fmla="*/ 402500 h 719819"/>
              <a:gd name="connsiteX16" fmla="*/ 316378 w 718878"/>
              <a:gd name="connsiteY16" fmla="*/ 317318 h 719819"/>
              <a:gd name="connsiteX17" fmla="*/ 401560 w 718878"/>
              <a:gd name="connsiteY17" fmla="*/ 317318 h 719819"/>
              <a:gd name="connsiteX18" fmla="*/ 401560 w 718878"/>
              <a:gd name="connsiteY18" fmla="*/ 402500 h 719819"/>
              <a:gd name="connsiteX19" fmla="*/ 316378 w 718878"/>
              <a:gd name="connsiteY19" fmla="*/ 402500 h 719819"/>
              <a:gd name="connsiteX20" fmla="*/ 0 w 718878"/>
              <a:gd name="connsiteY20" fmla="*/ 317318 h 719819"/>
              <a:gd name="connsiteX21" fmla="*/ 85182 w 718878"/>
              <a:gd name="connsiteY21" fmla="*/ 317318 h 719819"/>
              <a:gd name="connsiteX22" fmla="*/ 85182 w 718878"/>
              <a:gd name="connsiteY22" fmla="*/ 402500 h 719819"/>
              <a:gd name="connsiteX23" fmla="*/ 0 w 718878"/>
              <a:gd name="connsiteY23" fmla="*/ 402500 h 719819"/>
              <a:gd name="connsiteX24" fmla="*/ 633696 w 718878"/>
              <a:gd name="connsiteY24" fmla="*/ 0 h 719819"/>
              <a:gd name="connsiteX25" fmla="*/ 718878 w 718878"/>
              <a:gd name="connsiteY25" fmla="*/ 0 h 719819"/>
              <a:gd name="connsiteX26" fmla="*/ 718878 w 718878"/>
              <a:gd name="connsiteY26" fmla="*/ 85182 h 719819"/>
              <a:gd name="connsiteX27" fmla="*/ 633696 w 718878"/>
              <a:gd name="connsiteY27" fmla="*/ 85182 h 719819"/>
              <a:gd name="connsiteX28" fmla="*/ 316378 w 718878"/>
              <a:gd name="connsiteY28" fmla="*/ 0 h 719819"/>
              <a:gd name="connsiteX29" fmla="*/ 401560 w 718878"/>
              <a:gd name="connsiteY29" fmla="*/ 0 h 719819"/>
              <a:gd name="connsiteX30" fmla="*/ 401560 w 718878"/>
              <a:gd name="connsiteY30" fmla="*/ 85182 h 719819"/>
              <a:gd name="connsiteX31" fmla="*/ 316378 w 718878"/>
              <a:gd name="connsiteY31" fmla="*/ 85182 h 719819"/>
              <a:gd name="connsiteX32" fmla="*/ 0 w 718878"/>
              <a:gd name="connsiteY32" fmla="*/ 0 h 719819"/>
              <a:gd name="connsiteX33" fmla="*/ 85182 w 718878"/>
              <a:gd name="connsiteY33" fmla="*/ 0 h 719819"/>
              <a:gd name="connsiteX34" fmla="*/ 85182 w 718878"/>
              <a:gd name="connsiteY34" fmla="*/ 85182 h 719819"/>
              <a:gd name="connsiteX35" fmla="*/ 0 w 718878"/>
              <a:gd name="connsiteY35" fmla="*/ 85182 h 71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18878" h="719819">
                <a:moveTo>
                  <a:pt x="316376" y="634637"/>
                </a:moveTo>
                <a:lnTo>
                  <a:pt x="401558" y="634637"/>
                </a:lnTo>
                <a:lnTo>
                  <a:pt x="401558" y="719819"/>
                </a:lnTo>
                <a:lnTo>
                  <a:pt x="316376" y="719819"/>
                </a:lnTo>
                <a:close/>
                <a:moveTo>
                  <a:pt x="632753" y="634636"/>
                </a:moveTo>
                <a:lnTo>
                  <a:pt x="717935" y="634636"/>
                </a:lnTo>
                <a:lnTo>
                  <a:pt x="717935" y="719818"/>
                </a:lnTo>
                <a:lnTo>
                  <a:pt x="632753" y="719818"/>
                </a:lnTo>
                <a:close/>
                <a:moveTo>
                  <a:pt x="0" y="634636"/>
                </a:moveTo>
                <a:lnTo>
                  <a:pt x="85182" y="634636"/>
                </a:lnTo>
                <a:lnTo>
                  <a:pt x="85182" y="719818"/>
                </a:lnTo>
                <a:lnTo>
                  <a:pt x="0" y="719818"/>
                </a:lnTo>
                <a:close/>
                <a:moveTo>
                  <a:pt x="632756" y="317318"/>
                </a:moveTo>
                <a:lnTo>
                  <a:pt x="717938" y="317318"/>
                </a:lnTo>
                <a:lnTo>
                  <a:pt x="717938" y="402500"/>
                </a:lnTo>
                <a:lnTo>
                  <a:pt x="632756" y="402500"/>
                </a:lnTo>
                <a:close/>
                <a:moveTo>
                  <a:pt x="316378" y="317318"/>
                </a:moveTo>
                <a:lnTo>
                  <a:pt x="401560" y="317318"/>
                </a:lnTo>
                <a:lnTo>
                  <a:pt x="401560" y="402500"/>
                </a:lnTo>
                <a:lnTo>
                  <a:pt x="316378" y="402500"/>
                </a:lnTo>
                <a:close/>
                <a:moveTo>
                  <a:pt x="0" y="317318"/>
                </a:moveTo>
                <a:lnTo>
                  <a:pt x="85182" y="317318"/>
                </a:lnTo>
                <a:lnTo>
                  <a:pt x="85182" y="402500"/>
                </a:lnTo>
                <a:lnTo>
                  <a:pt x="0" y="402500"/>
                </a:lnTo>
                <a:close/>
                <a:moveTo>
                  <a:pt x="633696" y="0"/>
                </a:moveTo>
                <a:lnTo>
                  <a:pt x="718878" y="0"/>
                </a:lnTo>
                <a:lnTo>
                  <a:pt x="718878" y="85182"/>
                </a:lnTo>
                <a:lnTo>
                  <a:pt x="633696" y="85182"/>
                </a:lnTo>
                <a:close/>
                <a:moveTo>
                  <a:pt x="316378" y="0"/>
                </a:moveTo>
                <a:lnTo>
                  <a:pt x="401560" y="0"/>
                </a:lnTo>
                <a:lnTo>
                  <a:pt x="401560" y="85182"/>
                </a:lnTo>
                <a:lnTo>
                  <a:pt x="316378" y="85182"/>
                </a:lnTo>
                <a:close/>
                <a:moveTo>
                  <a:pt x="0" y="0"/>
                </a:moveTo>
                <a:lnTo>
                  <a:pt x="85182" y="0"/>
                </a:lnTo>
                <a:lnTo>
                  <a:pt x="85182" y="85182"/>
                </a:lnTo>
                <a:lnTo>
                  <a:pt x="0" y="8518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70" name="任意多边形: 形状 7"/>
          <p:cNvSpPr/>
          <p:nvPr/>
        </p:nvSpPr>
        <p:spPr>
          <a:xfrm>
            <a:off x="1" y="0"/>
            <a:ext cx="2979367" cy="3559078"/>
          </a:xfrm>
          <a:custGeom>
            <a:avLst/>
            <a:gdLst>
              <a:gd name="connsiteX0" fmla="*/ 0 w 2979367"/>
              <a:gd name="connsiteY0" fmla="*/ 0 h 3559078"/>
              <a:gd name="connsiteX1" fmla="*/ 2679715 w 2979367"/>
              <a:gd name="connsiteY1" fmla="*/ 0 h 3559078"/>
              <a:gd name="connsiteX2" fmla="*/ 2824001 w 2979367"/>
              <a:gd name="connsiteY2" fmla="*/ 122568 h 3559078"/>
              <a:gd name="connsiteX3" fmla="*/ 2968557 w 2979367"/>
              <a:gd name="connsiteY3" fmla="*/ 574292 h 3559078"/>
              <a:gd name="connsiteX4" fmla="*/ 279011 w 2979367"/>
              <a:gd name="connsiteY4" fmla="*/ 3536622 h 3559078"/>
              <a:gd name="connsiteX5" fmla="*/ 33447 w 2979367"/>
              <a:gd name="connsiteY5" fmla="*/ 3548095 h 3559078"/>
              <a:gd name="connsiteX6" fmla="*/ 0 w 2979367"/>
              <a:gd name="connsiteY6" fmla="*/ 3538461 h 355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9367" h="3559078">
                <a:moveTo>
                  <a:pt x="0" y="0"/>
                </a:moveTo>
                <a:lnTo>
                  <a:pt x="2679715" y="0"/>
                </a:lnTo>
                <a:lnTo>
                  <a:pt x="2824001" y="122568"/>
                </a:lnTo>
                <a:cubicBezTo>
                  <a:pt x="2949396" y="236505"/>
                  <a:pt x="3004509" y="408724"/>
                  <a:pt x="2968557" y="574292"/>
                </a:cubicBezTo>
                <a:cubicBezTo>
                  <a:pt x="2665793" y="1971407"/>
                  <a:pt x="1640455" y="3100719"/>
                  <a:pt x="279011" y="3536622"/>
                </a:cubicBezTo>
                <a:cubicBezTo>
                  <a:pt x="198182" y="3562422"/>
                  <a:pt x="113541" y="3565635"/>
                  <a:pt x="33447" y="3548095"/>
                </a:cubicBezTo>
                <a:lnTo>
                  <a:pt x="0" y="3538461"/>
                </a:lnTo>
                <a:close/>
              </a:path>
            </a:pathLst>
          </a:cu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9" name="任意多边形: 形状 6"/>
          <p:cNvSpPr/>
          <p:nvPr/>
        </p:nvSpPr>
        <p:spPr>
          <a:xfrm>
            <a:off x="6164111" y="1146706"/>
            <a:ext cx="6027890" cy="5711294"/>
          </a:xfrm>
          <a:custGeom>
            <a:avLst/>
            <a:gdLst>
              <a:gd name="connsiteX0" fmla="*/ 5923419 w 6027890"/>
              <a:gd name="connsiteY0" fmla="*/ 718 h 5711294"/>
              <a:gd name="connsiteX1" fmla="*/ 6027890 w 6027890"/>
              <a:gd name="connsiteY1" fmla="*/ 11969 h 5711294"/>
              <a:gd name="connsiteX2" fmla="*/ 6027890 w 6027890"/>
              <a:gd name="connsiteY2" fmla="*/ 5711294 h 5711294"/>
              <a:gd name="connsiteX3" fmla="*/ 842952 w 6027890"/>
              <a:gd name="connsiteY3" fmla="*/ 5711294 h 5711294"/>
              <a:gd name="connsiteX4" fmla="*/ 738762 w 6027890"/>
              <a:gd name="connsiteY4" fmla="*/ 5606065 h 5711294"/>
              <a:gd name="connsiteX5" fmla="*/ 151883 w 6027890"/>
              <a:gd name="connsiteY5" fmla="*/ 4881924 h 5711294"/>
              <a:gd name="connsiteX6" fmla="*/ 77560 w 6027890"/>
              <a:gd name="connsiteY6" fmla="*/ 4052002 h 5711294"/>
              <a:gd name="connsiteX7" fmla="*/ 5812959 w 6027890"/>
              <a:gd name="connsiteY7" fmla="*/ 3468 h 5711294"/>
              <a:gd name="connsiteX8" fmla="*/ 5923419 w 6027890"/>
              <a:gd name="connsiteY8" fmla="*/ 718 h 571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27890" h="5711294">
                <a:moveTo>
                  <a:pt x="5923419" y="718"/>
                </a:moveTo>
                <a:lnTo>
                  <a:pt x="6027890" y="11969"/>
                </a:lnTo>
                <a:lnTo>
                  <a:pt x="6027890" y="5711294"/>
                </a:lnTo>
                <a:lnTo>
                  <a:pt x="842952" y="5711294"/>
                </a:lnTo>
                <a:lnTo>
                  <a:pt x="738762" y="5606065"/>
                </a:lnTo>
                <a:cubicBezTo>
                  <a:pt x="528959" y="5379733"/>
                  <a:pt x="332737" y="5138078"/>
                  <a:pt x="151883" y="4881924"/>
                </a:cubicBezTo>
                <a:cubicBezTo>
                  <a:pt x="-19648" y="4638515"/>
                  <a:pt x="-47981" y="4321990"/>
                  <a:pt x="77560" y="4052002"/>
                </a:cubicBezTo>
                <a:cubicBezTo>
                  <a:pt x="1128982" y="1774938"/>
                  <a:pt x="3315249" y="231657"/>
                  <a:pt x="5812959" y="3468"/>
                </a:cubicBezTo>
                <a:cubicBezTo>
                  <a:pt x="5849976" y="81"/>
                  <a:pt x="5886867" y="-802"/>
                  <a:pt x="5923419" y="718"/>
                </a:cubicBezTo>
                <a:close/>
              </a:path>
            </a:pathLst>
          </a:cu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2" name="组合 1"/>
          <p:cNvGrpSpPr/>
          <p:nvPr/>
        </p:nvGrpSpPr>
        <p:grpSpPr>
          <a:xfrm>
            <a:off x="4169034" y="1103807"/>
            <a:ext cx="3853932" cy="3853920"/>
            <a:chOff x="3925805" y="696159"/>
            <a:chExt cx="4345138" cy="4345124"/>
          </a:xfrm>
        </p:grpSpPr>
        <p:sp>
          <p:nvSpPr>
            <p:cNvPr id="4" name="弧形 3"/>
            <p:cNvSpPr/>
            <p:nvPr/>
          </p:nvSpPr>
          <p:spPr>
            <a:xfrm>
              <a:off x="4397628" y="1167981"/>
              <a:ext cx="3401492" cy="3401480"/>
            </a:xfrm>
            <a:prstGeom prst="arc">
              <a:avLst>
                <a:gd name="adj1" fmla="val 8828031"/>
                <a:gd name="adj2" fmla="val 0"/>
              </a:avLst>
            </a:prstGeom>
            <a:ln w="9525">
              <a:gradFill>
                <a:gsLst>
                  <a:gs pos="0">
                    <a:schemeClr val="accent1"/>
                  </a:gs>
                  <a:gs pos="100000">
                    <a:schemeClr val="accent1">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rgbClr val="000D10"/>
                  </a:solidFill>
                  <a:latin typeface="Franklin Gothic Book" panose="020B0503020102020204"/>
                  <a:ea typeface="+mn-ea"/>
                  <a:cs typeface="+mn-cs"/>
                </a:defRPr>
              </a:lvl1pPr>
              <a:lvl2pPr marL="457200" algn="l" defTabSz="914400" rtl="0" eaLnBrk="1" latinLnBrk="0" hangingPunct="1">
                <a:defRPr sz="1800" kern="1200">
                  <a:solidFill>
                    <a:srgbClr val="000D10"/>
                  </a:solidFill>
                  <a:latin typeface="Franklin Gothic Book" panose="020B0503020102020204"/>
                  <a:ea typeface="+mn-ea"/>
                  <a:cs typeface="+mn-cs"/>
                </a:defRPr>
              </a:lvl2pPr>
              <a:lvl3pPr marL="914400" algn="l" defTabSz="914400" rtl="0" eaLnBrk="1" latinLnBrk="0" hangingPunct="1">
                <a:defRPr sz="1800" kern="1200">
                  <a:solidFill>
                    <a:srgbClr val="000D10"/>
                  </a:solidFill>
                  <a:latin typeface="Franklin Gothic Book" panose="020B0503020102020204"/>
                  <a:ea typeface="+mn-ea"/>
                  <a:cs typeface="+mn-cs"/>
                </a:defRPr>
              </a:lvl3pPr>
              <a:lvl4pPr marL="1371600" algn="l" defTabSz="914400" rtl="0" eaLnBrk="1" latinLnBrk="0" hangingPunct="1">
                <a:defRPr sz="1800" kern="1200">
                  <a:solidFill>
                    <a:srgbClr val="000D10"/>
                  </a:solidFill>
                  <a:latin typeface="Franklin Gothic Book" panose="020B0503020102020204"/>
                  <a:ea typeface="+mn-ea"/>
                  <a:cs typeface="+mn-cs"/>
                </a:defRPr>
              </a:lvl4pPr>
              <a:lvl5pPr marL="1828800" algn="l" defTabSz="914400" rtl="0" eaLnBrk="1" latinLnBrk="0" hangingPunct="1">
                <a:defRPr sz="1800" kern="1200">
                  <a:solidFill>
                    <a:srgbClr val="000D10"/>
                  </a:solidFill>
                  <a:latin typeface="Franklin Gothic Book" panose="020B0503020102020204"/>
                  <a:ea typeface="+mn-ea"/>
                  <a:cs typeface="+mn-cs"/>
                </a:defRPr>
              </a:lvl5pPr>
              <a:lvl6pPr marL="2286000" algn="l" defTabSz="914400" rtl="0" eaLnBrk="1" latinLnBrk="0" hangingPunct="1">
                <a:defRPr sz="1800" kern="1200">
                  <a:solidFill>
                    <a:srgbClr val="000D10"/>
                  </a:solidFill>
                  <a:latin typeface="Franklin Gothic Book" panose="020B0503020102020204"/>
                  <a:ea typeface="+mn-ea"/>
                  <a:cs typeface="+mn-cs"/>
                </a:defRPr>
              </a:lvl6pPr>
              <a:lvl7pPr marL="2743200" algn="l" defTabSz="914400" rtl="0" eaLnBrk="1" latinLnBrk="0" hangingPunct="1">
                <a:defRPr sz="1800" kern="1200">
                  <a:solidFill>
                    <a:srgbClr val="000D10"/>
                  </a:solidFill>
                  <a:latin typeface="Franklin Gothic Book" panose="020B0503020102020204"/>
                  <a:ea typeface="+mn-ea"/>
                  <a:cs typeface="+mn-cs"/>
                </a:defRPr>
              </a:lvl7pPr>
              <a:lvl8pPr marL="3200400" algn="l" defTabSz="914400" rtl="0" eaLnBrk="1" latinLnBrk="0" hangingPunct="1">
                <a:defRPr sz="1800" kern="1200">
                  <a:solidFill>
                    <a:srgbClr val="000D10"/>
                  </a:solidFill>
                  <a:latin typeface="Franklin Gothic Book" panose="020B0503020102020204"/>
                  <a:ea typeface="+mn-ea"/>
                  <a:cs typeface="+mn-cs"/>
                </a:defRPr>
              </a:lvl8pPr>
              <a:lvl9pPr marL="3657600" algn="l" defTabSz="914400" rtl="0" eaLnBrk="1" latinLnBrk="0" hangingPunct="1">
                <a:defRPr sz="1800" kern="1200">
                  <a:solidFill>
                    <a:srgbClr val="000D10"/>
                  </a:solidFill>
                  <a:latin typeface="Franklin Gothic Book" panose="020B0503020102020204"/>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5" name="椭圆 4"/>
            <p:cNvSpPr/>
            <p:nvPr/>
          </p:nvSpPr>
          <p:spPr>
            <a:xfrm>
              <a:off x="3925805" y="696159"/>
              <a:ext cx="4345138" cy="4345124"/>
            </a:xfrm>
            <a:prstGeom prst="ellipse">
              <a:avLst/>
            </a:prstGeom>
            <a:ln w="3175">
              <a:solidFill>
                <a:schemeClr val="accent1">
                  <a:alpha val="36000"/>
                </a:schemeClr>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rgbClr val="000D10"/>
                  </a:solidFill>
                  <a:latin typeface="Franklin Gothic Book" panose="020B0503020102020204"/>
                  <a:ea typeface="+mn-ea"/>
                  <a:cs typeface="+mn-cs"/>
                </a:defRPr>
              </a:lvl1pPr>
              <a:lvl2pPr marL="457200" algn="l" defTabSz="914400" rtl="0" eaLnBrk="1" latinLnBrk="0" hangingPunct="1">
                <a:defRPr sz="1800" kern="1200">
                  <a:solidFill>
                    <a:srgbClr val="000D10"/>
                  </a:solidFill>
                  <a:latin typeface="Franklin Gothic Book" panose="020B0503020102020204"/>
                  <a:ea typeface="+mn-ea"/>
                  <a:cs typeface="+mn-cs"/>
                </a:defRPr>
              </a:lvl2pPr>
              <a:lvl3pPr marL="914400" algn="l" defTabSz="914400" rtl="0" eaLnBrk="1" latinLnBrk="0" hangingPunct="1">
                <a:defRPr sz="1800" kern="1200">
                  <a:solidFill>
                    <a:srgbClr val="000D10"/>
                  </a:solidFill>
                  <a:latin typeface="Franklin Gothic Book" panose="020B0503020102020204"/>
                  <a:ea typeface="+mn-ea"/>
                  <a:cs typeface="+mn-cs"/>
                </a:defRPr>
              </a:lvl3pPr>
              <a:lvl4pPr marL="1371600" algn="l" defTabSz="914400" rtl="0" eaLnBrk="1" latinLnBrk="0" hangingPunct="1">
                <a:defRPr sz="1800" kern="1200">
                  <a:solidFill>
                    <a:srgbClr val="000D10"/>
                  </a:solidFill>
                  <a:latin typeface="Franklin Gothic Book" panose="020B0503020102020204"/>
                  <a:ea typeface="+mn-ea"/>
                  <a:cs typeface="+mn-cs"/>
                </a:defRPr>
              </a:lvl4pPr>
              <a:lvl5pPr marL="1828800" algn="l" defTabSz="914400" rtl="0" eaLnBrk="1" latinLnBrk="0" hangingPunct="1">
                <a:defRPr sz="1800" kern="1200">
                  <a:solidFill>
                    <a:srgbClr val="000D10"/>
                  </a:solidFill>
                  <a:latin typeface="Franklin Gothic Book" panose="020B0503020102020204"/>
                  <a:ea typeface="+mn-ea"/>
                  <a:cs typeface="+mn-cs"/>
                </a:defRPr>
              </a:lvl5pPr>
              <a:lvl6pPr marL="2286000" algn="l" defTabSz="914400" rtl="0" eaLnBrk="1" latinLnBrk="0" hangingPunct="1">
                <a:defRPr sz="1800" kern="1200">
                  <a:solidFill>
                    <a:srgbClr val="000D10"/>
                  </a:solidFill>
                  <a:latin typeface="Franklin Gothic Book" panose="020B0503020102020204"/>
                  <a:ea typeface="+mn-ea"/>
                  <a:cs typeface="+mn-cs"/>
                </a:defRPr>
              </a:lvl6pPr>
              <a:lvl7pPr marL="2743200" algn="l" defTabSz="914400" rtl="0" eaLnBrk="1" latinLnBrk="0" hangingPunct="1">
                <a:defRPr sz="1800" kern="1200">
                  <a:solidFill>
                    <a:srgbClr val="000D10"/>
                  </a:solidFill>
                  <a:latin typeface="Franklin Gothic Book" panose="020B0503020102020204"/>
                  <a:ea typeface="+mn-ea"/>
                  <a:cs typeface="+mn-cs"/>
                </a:defRPr>
              </a:lvl7pPr>
              <a:lvl8pPr marL="3200400" algn="l" defTabSz="914400" rtl="0" eaLnBrk="1" latinLnBrk="0" hangingPunct="1">
                <a:defRPr sz="1800" kern="1200">
                  <a:solidFill>
                    <a:srgbClr val="000D10"/>
                  </a:solidFill>
                  <a:latin typeface="Franklin Gothic Book" panose="020B0503020102020204"/>
                  <a:ea typeface="+mn-ea"/>
                  <a:cs typeface="+mn-cs"/>
                </a:defRPr>
              </a:lvl8pPr>
              <a:lvl9pPr marL="3657600" algn="l" defTabSz="914400" rtl="0" eaLnBrk="1" latinLnBrk="0" hangingPunct="1">
                <a:defRPr sz="1800" kern="1200">
                  <a:solidFill>
                    <a:srgbClr val="000D10"/>
                  </a:solidFill>
                  <a:latin typeface="Franklin Gothic Book" panose="020B0503020102020204"/>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grpSp>
          <p:nvGrpSpPr>
            <p:cNvPr id="6" name="组合 5"/>
            <p:cNvGrpSpPr/>
            <p:nvPr/>
          </p:nvGrpSpPr>
          <p:grpSpPr>
            <a:xfrm>
              <a:off x="4083468" y="853821"/>
              <a:ext cx="4029810" cy="4029802"/>
              <a:chOff x="4729711" y="1561260"/>
              <a:chExt cx="2732578" cy="2732571"/>
            </a:xfrm>
          </p:grpSpPr>
          <p:sp>
            <p:nvSpPr>
              <p:cNvPr id="7" name="弧形 6"/>
              <p:cNvSpPr/>
              <p:nvPr/>
            </p:nvSpPr>
            <p:spPr>
              <a:xfrm>
                <a:off x="4802822" y="1634370"/>
                <a:ext cx="2586355" cy="2586349"/>
              </a:xfrm>
              <a:prstGeom prst="arc">
                <a:avLst>
                  <a:gd name="adj1" fmla="val 16198173"/>
                  <a:gd name="adj2" fmla="val 5294535"/>
                </a:avLst>
              </a:prstGeom>
              <a:ln w="9525">
                <a:gradFill>
                  <a:gsLst>
                    <a:gs pos="0">
                      <a:schemeClr val="accent1">
                        <a:alpha val="69000"/>
                      </a:schemeClr>
                    </a:gs>
                    <a:gs pos="92000">
                      <a:schemeClr val="accent1">
                        <a:alpha val="0"/>
                      </a:schemeClr>
                    </a:gs>
                  </a:gsLst>
                  <a:lin ang="5400000" scaled="1"/>
                </a:gradFill>
                <a:prstDash val="dash"/>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rgbClr val="000D10"/>
                    </a:solidFill>
                    <a:latin typeface="Franklin Gothic Book" panose="020B0503020102020204"/>
                    <a:ea typeface="+mn-ea"/>
                    <a:cs typeface="+mn-cs"/>
                  </a:defRPr>
                </a:lvl1pPr>
                <a:lvl2pPr marL="457200" algn="l" defTabSz="914400" rtl="0" eaLnBrk="1" latinLnBrk="0" hangingPunct="1">
                  <a:defRPr sz="1800" kern="1200">
                    <a:solidFill>
                      <a:srgbClr val="000D10"/>
                    </a:solidFill>
                    <a:latin typeface="Franklin Gothic Book" panose="020B0503020102020204"/>
                    <a:ea typeface="+mn-ea"/>
                    <a:cs typeface="+mn-cs"/>
                  </a:defRPr>
                </a:lvl2pPr>
                <a:lvl3pPr marL="914400" algn="l" defTabSz="914400" rtl="0" eaLnBrk="1" latinLnBrk="0" hangingPunct="1">
                  <a:defRPr sz="1800" kern="1200">
                    <a:solidFill>
                      <a:srgbClr val="000D10"/>
                    </a:solidFill>
                    <a:latin typeface="Franklin Gothic Book" panose="020B0503020102020204"/>
                    <a:ea typeface="+mn-ea"/>
                    <a:cs typeface="+mn-cs"/>
                  </a:defRPr>
                </a:lvl3pPr>
                <a:lvl4pPr marL="1371600" algn="l" defTabSz="914400" rtl="0" eaLnBrk="1" latinLnBrk="0" hangingPunct="1">
                  <a:defRPr sz="1800" kern="1200">
                    <a:solidFill>
                      <a:srgbClr val="000D10"/>
                    </a:solidFill>
                    <a:latin typeface="Franklin Gothic Book" panose="020B0503020102020204"/>
                    <a:ea typeface="+mn-ea"/>
                    <a:cs typeface="+mn-cs"/>
                  </a:defRPr>
                </a:lvl4pPr>
                <a:lvl5pPr marL="1828800" algn="l" defTabSz="914400" rtl="0" eaLnBrk="1" latinLnBrk="0" hangingPunct="1">
                  <a:defRPr sz="1800" kern="1200">
                    <a:solidFill>
                      <a:srgbClr val="000D10"/>
                    </a:solidFill>
                    <a:latin typeface="Franklin Gothic Book" panose="020B0503020102020204"/>
                    <a:ea typeface="+mn-ea"/>
                    <a:cs typeface="+mn-cs"/>
                  </a:defRPr>
                </a:lvl5pPr>
                <a:lvl6pPr marL="2286000" algn="l" defTabSz="914400" rtl="0" eaLnBrk="1" latinLnBrk="0" hangingPunct="1">
                  <a:defRPr sz="1800" kern="1200">
                    <a:solidFill>
                      <a:srgbClr val="000D10"/>
                    </a:solidFill>
                    <a:latin typeface="Franklin Gothic Book" panose="020B0503020102020204"/>
                    <a:ea typeface="+mn-ea"/>
                    <a:cs typeface="+mn-cs"/>
                  </a:defRPr>
                </a:lvl6pPr>
                <a:lvl7pPr marL="2743200" algn="l" defTabSz="914400" rtl="0" eaLnBrk="1" latinLnBrk="0" hangingPunct="1">
                  <a:defRPr sz="1800" kern="1200">
                    <a:solidFill>
                      <a:srgbClr val="000D10"/>
                    </a:solidFill>
                    <a:latin typeface="Franklin Gothic Book" panose="020B0503020102020204"/>
                    <a:ea typeface="+mn-ea"/>
                    <a:cs typeface="+mn-cs"/>
                  </a:defRPr>
                </a:lvl7pPr>
                <a:lvl8pPr marL="3200400" algn="l" defTabSz="914400" rtl="0" eaLnBrk="1" latinLnBrk="0" hangingPunct="1">
                  <a:defRPr sz="1800" kern="1200">
                    <a:solidFill>
                      <a:srgbClr val="000D10"/>
                    </a:solidFill>
                    <a:latin typeface="Franklin Gothic Book" panose="020B0503020102020204"/>
                    <a:ea typeface="+mn-ea"/>
                    <a:cs typeface="+mn-cs"/>
                  </a:defRPr>
                </a:lvl8pPr>
                <a:lvl9pPr marL="3657600" algn="l" defTabSz="914400" rtl="0" eaLnBrk="1" latinLnBrk="0" hangingPunct="1">
                  <a:defRPr sz="1800" kern="1200">
                    <a:solidFill>
                      <a:srgbClr val="000D10"/>
                    </a:solidFill>
                    <a:latin typeface="Franklin Gothic Book" panose="020B0503020102020204"/>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8" name="椭圆 7"/>
              <p:cNvSpPr/>
              <p:nvPr/>
            </p:nvSpPr>
            <p:spPr>
              <a:xfrm>
                <a:off x="4729711" y="1561260"/>
                <a:ext cx="2732578" cy="2732571"/>
              </a:xfrm>
              <a:prstGeom prst="ellipse">
                <a:avLst/>
              </a:prstGeom>
              <a:ln w="952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rgbClr val="000D10"/>
                    </a:solidFill>
                    <a:latin typeface="Franklin Gothic Book" panose="020B0503020102020204"/>
                    <a:ea typeface="+mn-ea"/>
                    <a:cs typeface="+mn-cs"/>
                  </a:defRPr>
                </a:lvl1pPr>
                <a:lvl2pPr marL="457200" algn="l" defTabSz="914400" rtl="0" eaLnBrk="1" latinLnBrk="0" hangingPunct="1">
                  <a:defRPr sz="1800" kern="1200">
                    <a:solidFill>
                      <a:srgbClr val="000D10"/>
                    </a:solidFill>
                    <a:latin typeface="Franklin Gothic Book" panose="020B0503020102020204"/>
                    <a:ea typeface="+mn-ea"/>
                    <a:cs typeface="+mn-cs"/>
                  </a:defRPr>
                </a:lvl2pPr>
                <a:lvl3pPr marL="914400" algn="l" defTabSz="914400" rtl="0" eaLnBrk="1" latinLnBrk="0" hangingPunct="1">
                  <a:defRPr sz="1800" kern="1200">
                    <a:solidFill>
                      <a:srgbClr val="000D10"/>
                    </a:solidFill>
                    <a:latin typeface="Franklin Gothic Book" panose="020B0503020102020204"/>
                    <a:ea typeface="+mn-ea"/>
                    <a:cs typeface="+mn-cs"/>
                  </a:defRPr>
                </a:lvl3pPr>
                <a:lvl4pPr marL="1371600" algn="l" defTabSz="914400" rtl="0" eaLnBrk="1" latinLnBrk="0" hangingPunct="1">
                  <a:defRPr sz="1800" kern="1200">
                    <a:solidFill>
                      <a:srgbClr val="000D10"/>
                    </a:solidFill>
                    <a:latin typeface="Franklin Gothic Book" panose="020B0503020102020204"/>
                    <a:ea typeface="+mn-ea"/>
                    <a:cs typeface="+mn-cs"/>
                  </a:defRPr>
                </a:lvl4pPr>
                <a:lvl5pPr marL="1828800" algn="l" defTabSz="914400" rtl="0" eaLnBrk="1" latinLnBrk="0" hangingPunct="1">
                  <a:defRPr sz="1800" kern="1200">
                    <a:solidFill>
                      <a:srgbClr val="000D10"/>
                    </a:solidFill>
                    <a:latin typeface="Franklin Gothic Book" panose="020B0503020102020204"/>
                    <a:ea typeface="+mn-ea"/>
                    <a:cs typeface="+mn-cs"/>
                  </a:defRPr>
                </a:lvl5pPr>
                <a:lvl6pPr marL="2286000" algn="l" defTabSz="914400" rtl="0" eaLnBrk="1" latinLnBrk="0" hangingPunct="1">
                  <a:defRPr sz="1800" kern="1200">
                    <a:solidFill>
                      <a:srgbClr val="000D10"/>
                    </a:solidFill>
                    <a:latin typeface="Franklin Gothic Book" panose="020B0503020102020204"/>
                    <a:ea typeface="+mn-ea"/>
                    <a:cs typeface="+mn-cs"/>
                  </a:defRPr>
                </a:lvl6pPr>
                <a:lvl7pPr marL="2743200" algn="l" defTabSz="914400" rtl="0" eaLnBrk="1" latinLnBrk="0" hangingPunct="1">
                  <a:defRPr sz="1800" kern="1200">
                    <a:solidFill>
                      <a:srgbClr val="000D10"/>
                    </a:solidFill>
                    <a:latin typeface="Franklin Gothic Book" panose="020B0503020102020204"/>
                    <a:ea typeface="+mn-ea"/>
                    <a:cs typeface="+mn-cs"/>
                  </a:defRPr>
                </a:lvl7pPr>
                <a:lvl8pPr marL="3200400" algn="l" defTabSz="914400" rtl="0" eaLnBrk="1" latinLnBrk="0" hangingPunct="1">
                  <a:defRPr sz="1800" kern="1200">
                    <a:solidFill>
                      <a:srgbClr val="000D10"/>
                    </a:solidFill>
                    <a:latin typeface="Franklin Gothic Book" panose="020B0503020102020204"/>
                    <a:ea typeface="+mn-ea"/>
                    <a:cs typeface="+mn-cs"/>
                  </a:defRPr>
                </a:lvl8pPr>
                <a:lvl9pPr marL="3657600" algn="l" defTabSz="914400" rtl="0" eaLnBrk="1" latinLnBrk="0" hangingPunct="1">
                  <a:defRPr sz="1800" kern="1200">
                    <a:solidFill>
                      <a:srgbClr val="000D10"/>
                    </a:solidFill>
                    <a:latin typeface="Franklin Gothic Book" panose="020B0503020102020204"/>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9" name="弧形 8"/>
              <p:cNvSpPr/>
              <p:nvPr/>
            </p:nvSpPr>
            <p:spPr>
              <a:xfrm>
                <a:off x="4729711" y="1561260"/>
                <a:ext cx="2732578" cy="2732571"/>
              </a:xfrm>
              <a:prstGeom prst="arc">
                <a:avLst>
                  <a:gd name="adj1" fmla="val 17352492"/>
                  <a:gd name="adj2" fmla="val 18791981"/>
                </a:avLst>
              </a:prstGeom>
              <a:ln w="3492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rgbClr val="000D10"/>
                    </a:solidFill>
                    <a:latin typeface="Franklin Gothic Book" panose="020B0503020102020204"/>
                    <a:ea typeface="+mn-ea"/>
                    <a:cs typeface="+mn-cs"/>
                  </a:defRPr>
                </a:lvl1pPr>
                <a:lvl2pPr marL="457200" algn="l" defTabSz="914400" rtl="0" eaLnBrk="1" latinLnBrk="0" hangingPunct="1">
                  <a:defRPr sz="1800" kern="1200">
                    <a:solidFill>
                      <a:srgbClr val="000D10"/>
                    </a:solidFill>
                    <a:latin typeface="Franklin Gothic Book" panose="020B0503020102020204"/>
                    <a:ea typeface="+mn-ea"/>
                    <a:cs typeface="+mn-cs"/>
                  </a:defRPr>
                </a:lvl2pPr>
                <a:lvl3pPr marL="914400" algn="l" defTabSz="914400" rtl="0" eaLnBrk="1" latinLnBrk="0" hangingPunct="1">
                  <a:defRPr sz="1800" kern="1200">
                    <a:solidFill>
                      <a:srgbClr val="000D10"/>
                    </a:solidFill>
                    <a:latin typeface="Franklin Gothic Book" panose="020B0503020102020204"/>
                    <a:ea typeface="+mn-ea"/>
                    <a:cs typeface="+mn-cs"/>
                  </a:defRPr>
                </a:lvl3pPr>
                <a:lvl4pPr marL="1371600" algn="l" defTabSz="914400" rtl="0" eaLnBrk="1" latinLnBrk="0" hangingPunct="1">
                  <a:defRPr sz="1800" kern="1200">
                    <a:solidFill>
                      <a:srgbClr val="000D10"/>
                    </a:solidFill>
                    <a:latin typeface="Franklin Gothic Book" panose="020B0503020102020204"/>
                    <a:ea typeface="+mn-ea"/>
                    <a:cs typeface="+mn-cs"/>
                  </a:defRPr>
                </a:lvl4pPr>
                <a:lvl5pPr marL="1828800" algn="l" defTabSz="914400" rtl="0" eaLnBrk="1" latinLnBrk="0" hangingPunct="1">
                  <a:defRPr sz="1800" kern="1200">
                    <a:solidFill>
                      <a:srgbClr val="000D10"/>
                    </a:solidFill>
                    <a:latin typeface="Franklin Gothic Book" panose="020B0503020102020204"/>
                    <a:ea typeface="+mn-ea"/>
                    <a:cs typeface="+mn-cs"/>
                  </a:defRPr>
                </a:lvl5pPr>
                <a:lvl6pPr marL="2286000" algn="l" defTabSz="914400" rtl="0" eaLnBrk="1" latinLnBrk="0" hangingPunct="1">
                  <a:defRPr sz="1800" kern="1200">
                    <a:solidFill>
                      <a:srgbClr val="000D10"/>
                    </a:solidFill>
                    <a:latin typeface="Franklin Gothic Book" panose="020B0503020102020204"/>
                    <a:ea typeface="+mn-ea"/>
                    <a:cs typeface="+mn-cs"/>
                  </a:defRPr>
                </a:lvl6pPr>
                <a:lvl7pPr marL="2743200" algn="l" defTabSz="914400" rtl="0" eaLnBrk="1" latinLnBrk="0" hangingPunct="1">
                  <a:defRPr sz="1800" kern="1200">
                    <a:solidFill>
                      <a:srgbClr val="000D10"/>
                    </a:solidFill>
                    <a:latin typeface="Franklin Gothic Book" panose="020B0503020102020204"/>
                    <a:ea typeface="+mn-ea"/>
                    <a:cs typeface="+mn-cs"/>
                  </a:defRPr>
                </a:lvl7pPr>
                <a:lvl8pPr marL="3200400" algn="l" defTabSz="914400" rtl="0" eaLnBrk="1" latinLnBrk="0" hangingPunct="1">
                  <a:defRPr sz="1800" kern="1200">
                    <a:solidFill>
                      <a:srgbClr val="000D10"/>
                    </a:solidFill>
                    <a:latin typeface="Franklin Gothic Book" panose="020B0503020102020204"/>
                    <a:ea typeface="+mn-ea"/>
                    <a:cs typeface="+mn-cs"/>
                  </a:defRPr>
                </a:lvl8pPr>
                <a:lvl9pPr marL="3657600" algn="l" defTabSz="914400" rtl="0" eaLnBrk="1" latinLnBrk="0" hangingPunct="1">
                  <a:defRPr sz="1800" kern="1200">
                    <a:solidFill>
                      <a:srgbClr val="000D10"/>
                    </a:solidFill>
                    <a:latin typeface="Franklin Gothic Book" panose="020B0503020102020204"/>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10" name="弧形 9"/>
              <p:cNvSpPr/>
              <p:nvPr/>
            </p:nvSpPr>
            <p:spPr>
              <a:xfrm>
                <a:off x="4729711" y="1561260"/>
                <a:ext cx="2732578" cy="2732571"/>
              </a:xfrm>
              <a:prstGeom prst="arc">
                <a:avLst>
                  <a:gd name="adj1" fmla="val 297837"/>
                  <a:gd name="adj2" fmla="val 1582619"/>
                </a:avLst>
              </a:prstGeom>
              <a:ln w="3492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rgbClr val="000D10"/>
                    </a:solidFill>
                    <a:latin typeface="Franklin Gothic Book" panose="020B0503020102020204"/>
                    <a:ea typeface="+mn-ea"/>
                    <a:cs typeface="+mn-cs"/>
                  </a:defRPr>
                </a:lvl1pPr>
                <a:lvl2pPr marL="457200" algn="l" defTabSz="914400" rtl="0" eaLnBrk="1" latinLnBrk="0" hangingPunct="1">
                  <a:defRPr sz="1800" kern="1200">
                    <a:solidFill>
                      <a:srgbClr val="000D10"/>
                    </a:solidFill>
                    <a:latin typeface="Franklin Gothic Book" panose="020B0503020102020204"/>
                    <a:ea typeface="+mn-ea"/>
                    <a:cs typeface="+mn-cs"/>
                  </a:defRPr>
                </a:lvl2pPr>
                <a:lvl3pPr marL="914400" algn="l" defTabSz="914400" rtl="0" eaLnBrk="1" latinLnBrk="0" hangingPunct="1">
                  <a:defRPr sz="1800" kern="1200">
                    <a:solidFill>
                      <a:srgbClr val="000D10"/>
                    </a:solidFill>
                    <a:latin typeface="Franklin Gothic Book" panose="020B0503020102020204"/>
                    <a:ea typeface="+mn-ea"/>
                    <a:cs typeface="+mn-cs"/>
                  </a:defRPr>
                </a:lvl3pPr>
                <a:lvl4pPr marL="1371600" algn="l" defTabSz="914400" rtl="0" eaLnBrk="1" latinLnBrk="0" hangingPunct="1">
                  <a:defRPr sz="1800" kern="1200">
                    <a:solidFill>
                      <a:srgbClr val="000D10"/>
                    </a:solidFill>
                    <a:latin typeface="Franklin Gothic Book" panose="020B0503020102020204"/>
                    <a:ea typeface="+mn-ea"/>
                    <a:cs typeface="+mn-cs"/>
                  </a:defRPr>
                </a:lvl4pPr>
                <a:lvl5pPr marL="1828800" algn="l" defTabSz="914400" rtl="0" eaLnBrk="1" latinLnBrk="0" hangingPunct="1">
                  <a:defRPr sz="1800" kern="1200">
                    <a:solidFill>
                      <a:srgbClr val="000D10"/>
                    </a:solidFill>
                    <a:latin typeface="Franklin Gothic Book" panose="020B0503020102020204"/>
                    <a:ea typeface="+mn-ea"/>
                    <a:cs typeface="+mn-cs"/>
                  </a:defRPr>
                </a:lvl5pPr>
                <a:lvl6pPr marL="2286000" algn="l" defTabSz="914400" rtl="0" eaLnBrk="1" latinLnBrk="0" hangingPunct="1">
                  <a:defRPr sz="1800" kern="1200">
                    <a:solidFill>
                      <a:srgbClr val="000D10"/>
                    </a:solidFill>
                    <a:latin typeface="Franklin Gothic Book" panose="020B0503020102020204"/>
                    <a:ea typeface="+mn-ea"/>
                    <a:cs typeface="+mn-cs"/>
                  </a:defRPr>
                </a:lvl6pPr>
                <a:lvl7pPr marL="2743200" algn="l" defTabSz="914400" rtl="0" eaLnBrk="1" latinLnBrk="0" hangingPunct="1">
                  <a:defRPr sz="1800" kern="1200">
                    <a:solidFill>
                      <a:srgbClr val="000D10"/>
                    </a:solidFill>
                    <a:latin typeface="Franklin Gothic Book" panose="020B0503020102020204"/>
                    <a:ea typeface="+mn-ea"/>
                    <a:cs typeface="+mn-cs"/>
                  </a:defRPr>
                </a:lvl7pPr>
                <a:lvl8pPr marL="3200400" algn="l" defTabSz="914400" rtl="0" eaLnBrk="1" latinLnBrk="0" hangingPunct="1">
                  <a:defRPr sz="1800" kern="1200">
                    <a:solidFill>
                      <a:srgbClr val="000D10"/>
                    </a:solidFill>
                    <a:latin typeface="Franklin Gothic Book" panose="020B0503020102020204"/>
                    <a:ea typeface="+mn-ea"/>
                    <a:cs typeface="+mn-cs"/>
                  </a:defRPr>
                </a:lvl8pPr>
                <a:lvl9pPr marL="3657600" algn="l" defTabSz="914400" rtl="0" eaLnBrk="1" latinLnBrk="0" hangingPunct="1">
                  <a:defRPr sz="1800" kern="1200">
                    <a:solidFill>
                      <a:srgbClr val="000D10"/>
                    </a:solidFill>
                    <a:latin typeface="Franklin Gothic Book" panose="020B0503020102020204"/>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sp>
            <p:nvSpPr>
              <p:cNvPr id="11" name="弧形 10"/>
              <p:cNvSpPr/>
              <p:nvPr/>
            </p:nvSpPr>
            <p:spPr>
              <a:xfrm>
                <a:off x="4729711" y="1561260"/>
                <a:ext cx="2732578" cy="2732571"/>
              </a:xfrm>
              <a:prstGeom prst="arc">
                <a:avLst>
                  <a:gd name="adj1" fmla="val 6187996"/>
                  <a:gd name="adj2" fmla="val 8083446"/>
                </a:avLst>
              </a:prstGeom>
              <a:ln w="3492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rgbClr val="000D10"/>
                    </a:solidFill>
                    <a:latin typeface="Franklin Gothic Book" panose="020B0503020102020204"/>
                    <a:ea typeface="+mn-ea"/>
                    <a:cs typeface="+mn-cs"/>
                  </a:defRPr>
                </a:lvl1pPr>
                <a:lvl2pPr marL="457200" algn="l" defTabSz="914400" rtl="0" eaLnBrk="1" latinLnBrk="0" hangingPunct="1">
                  <a:defRPr sz="1800" kern="1200">
                    <a:solidFill>
                      <a:srgbClr val="000D10"/>
                    </a:solidFill>
                    <a:latin typeface="Franklin Gothic Book" panose="020B0503020102020204"/>
                    <a:ea typeface="+mn-ea"/>
                    <a:cs typeface="+mn-cs"/>
                  </a:defRPr>
                </a:lvl2pPr>
                <a:lvl3pPr marL="914400" algn="l" defTabSz="914400" rtl="0" eaLnBrk="1" latinLnBrk="0" hangingPunct="1">
                  <a:defRPr sz="1800" kern="1200">
                    <a:solidFill>
                      <a:srgbClr val="000D10"/>
                    </a:solidFill>
                    <a:latin typeface="Franklin Gothic Book" panose="020B0503020102020204"/>
                    <a:ea typeface="+mn-ea"/>
                    <a:cs typeface="+mn-cs"/>
                  </a:defRPr>
                </a:lvl3pPr>
                <a:lvl4pPr marL="1371600" algn="l" defTabSz="914400" rtl="0" eaLnBrk="1" latinLnBrk="0" hangingPunct="1">
                  <a:defRPr sz="1800" kern="1200">
                    <a:solidFill>
                      <a:srgbClr val="000D10"/>
                    </a:solidFill>
                    <a:latin typeface="Franklin Gothic Book" panose="020B0503020102020204"/>
                    <a:ea typeface="+mn-ea"/>
                    <a:cs typeface="+mn-cs"/>
                  </a:defRPr>
                </a:lvl4pPr>
                <a:lvl5pPr marL="1828800" algn="l" defTabSz="914400" rtl="0" eaLnBrk="1" latinLnBrk="0" hangingPunct="1">
                  <a:defRPr sz="1800" kern="1200">
                    <a:solidFill>
                      <a:srgbClr val="000D10"/>
                    </a:solidFill>
                    <a:latin typeface="Franklin Gothic Book" panose="020B0503020102020204"/>
                    <a:ea typeface="+mn-ea"/>
                    <a:cs typeface="+mn-cs"/>
                  </a:defRPr>
                </a:lvl5pPr>
                <a:lvl6pPr marL="2286000" algn="l" defTabSz="914400" rtl="0" eaLnBrk="1" latinLnBrk="0" hangingPunct="1">
                  <a:defRPr sz="1800" kern="1200">
                    <a:solidFill>
                      <a:srgbClr val="000D10"/>
                    </a:solidFill>
                    <a:latin typeface="Franklin Gothic Book" panose="020B0503020102020204"/>
                    <a:ea typeface="+mn-ea"/>
                    <a:cs typeface="+mn-cs"/>
                  </a:defRPr>
                </a:lvl6pPr>
                <a:lvl7pPr marL="2743200" algn="l" defTabSz="914400" rtl="0" eaLnBrk="1" latinLnBrk="0" hangingPunct="1">
                  <a:defRPr sz="1800" kern="1200">
                    <a:solidFill>
                      <a:srgbClr val="000D10"/>
                    </a:solidFill>
                    <a:latin typeface="Franklin Gothic Book" panose="020B0503020102020204"/>
                    <a:ea typeface="+mn-ea"/>
                    <a:cs typeface="+mn-cs"/>
                  </a:defRPr>
                </a:lvl7pPr>
                <a:lvl8pPr marL="3200400" algn="l" defTabSz="914400" rtl="0" eaLnBrk="1" latinLnBrk="0" hangingPunct="1">
                  <a:defRPr sz="1800" kern="1200">
                    <a:solidFill>
                      <a:srgbClr val="000D10"/>
                    </a:solidFill>
                    <a:latin typeface="Franklin Gothic Book" panose="020B0503020102020204"/>
                    <a:ea typeface="+mn-ea"/>
                    <a:cs typeface="+mn-cs"/>
                  </a:defRPr>
                </a:lvl8pPr>
                <a:lvl9pPr marL="3657600" algn="l" defTabSz="914400" rtl="0" eaLnBrk="1" latinLnBrk="0" hangingPunct="1">
                  <a:defRPr sz="1800" kern="1200">
                    <a:solidFill>
                      <a:srgbClr val="000D10"/>
                    </a:solidFill>
                    <a:latin typeface="Franklin Gothic Book" panose="020B0503020102020204"/>
                    <a:ea typeface="+mn-ea"/>
                    <a:cs typeface="+mn-cs"/>
                  </a:defRPr>
                </a:lvl9pPr>
              </a:lstStyle>
              <a:p>
                <a:pPr algn="ctr"/>
                <a:endParaRPr lang="zh-CN" altLang="en-US">
                  <a:latin typeface="微软雅黑" panose="020B0503020204020204" pitchFamily="34" charset="-122"/>
                  <a:ea typeface="微软雅黑" panose="020B0503020204020204" pitchFamily="34" charset="-122"/>
                </a:endParaRPr>
              </a:p>
            </p:txBody>
          </p:sp>
        </p:grpSp>
      </p:grpSp>
      <p:cxnSp>
        <p:nvCxnSpPr>
          <p:cNvPr id="12" name="直接连接符 11"/>
          <p:cNvCxnSpPr/>
          <p:nvPr/>
        </p:nvCxnSpPr>
        <p:spPr>
          <a:xfrm flipH="1">
            <a:off x="3875928" y="4134775"/>
            <a:ext cx="1883849" cy="425501"/>
          </a:xfrm>
          <a:prstGeom prst="line">
            <a:avLst/>
          </a:prstGeom>
          <a:noFill/>
          <a:ln w="12700" cap="rnd" cmpd="sng" algn="ctr">
            <a:gradFill>
              <a:gsLst>
                <a:gs pos="38000">
                  <a:schemeClr val="accent1">
                    <a:alpha val="0"/>
                  </a:schemeClr>
                </a:gs>
                <a:gs pos="100000">
                  <a:schemeClr val="accent1"/>
                </a:gs>
              </a:gsLst>
              <a:lin ang="5400000" scaled="1"/>
            </a:gradFill>
            <a:prstDash val="solid"/>
            <a:round/>
            <a:tailEnd type="none"/>
          </a:ln>
          <a:effectLst/>
        </p:spPr>
      </p:cxnSp>
      <p:cxnSp>
        <p:nvCxnSpPr>
          <p:cNvPr id="13" name="直接连接符 12"/>
          <p:cNvCxnSpPr/>
          <p:nvPr/>
        </p:nvCxnSpPr>
        <p:spPr>
          <a:xfrm>
            <a:off x="6432224" y="4134775"/>
            <a:ext cx="1678680" cy="431482"/>
          </a:xfrm>
          <a:prstGeom prst="line">
            <a:avLst/>
          </a:prstGeom>
          <a:noFill/>
          <a:ln w="12700" cap="rnd" cmpd="sng" algn="ctr">
            <a:gradFill>
              <a:gsLst>
                <a:gs pos="38000">
                  <a:schemeClr val="accent1">
                    <a:alpha val="0"/>
                  </a:schemeClr>
                </a:gs>
                <a:gs pos="100000">
                  <a:schemeClr val="accent1"/>
                </a:gs>
              </a:gsLst>
              <a:lin ang="5400000" scaled="1"/>
            </a:gradFill>
            <a:prstDash val="solid"/>
            <a:round/>
            <a:tailEnd type="none"/>
          </a:ln>
          <a:effectLst/>
        </p:spPr>
      </p:cxnSp>
      <p:cxnSp>
        <p:nvCxnSpPr>
          <p:cNvPr id="14" name="直接连接符 13"/>
          <p:cNvCxnSpPr/>
          <p:nvPr/>
        </p:nvCxnSpPr>
        <p:spPr>
          <a:xfrm flipV="1">
            <a:off x="6432930" y="1652885"/>
            <a:ext cx="2830119" cy="1103289"/>
          </a:xfrm>
          <a:prstGeom prst="line">
            <a:avLst/>
          </a:prstGeom>
          <a:noFill/>
          <a:ln w="12700" cap="rnd" cmpd="sng" algn="ctr">
            <a:gradFill flip="none" rotWithShape="1">
              <a:gsLst>
                <a:gs pos="0">
                  <a:schemeClr val="accent1">
                    <a:alpha val="32000"/>
                  </a:schemeClr>
                </a:gs>
                <a:gs pos="55000">
                  <a:schemeClr val="accent1">
                    <a:alpha val="0"/>
                  </a:schemeClr>
                </a:gs>
              </a:gsLst>
              <a:lin ang="10800000" scaled="1"/>
            </a:gradFill>
            <a:prstDash val="solid"/>
            <a:round/>
            <a:tailEnd type="none"/>
          </a:ln>
          <a:effectLst/>
        </p:spPr>
      </p:cxnSp>
      <p:cxnSp>
        <p:nvCxnSpPr>
          <p:cNvPr id="15" name="直接连接符 14"/>
          <p:cNvCxnSpPr/>
          <p:nvPr/>
        </p:nvCxnSpPr>
        <p:spPr>
          <a:xfrm flipV="1">
            <a:off x="4958366" y="2211292"/>
            <a:ext cx="6151760" cy="1175805"/>
          </a:xfrm>
          <a:prstGeom prst="line">
            <a:avLst/>
          </a:prstGeom>
          <a:noFill/>
          <a:ln w="12700" cap="rnd" cmpd="sng" algn="ctr">
            <a:gradFill flip="none" rotWithShape="1">
              <a:gsLst>
                <a:gs pos="0">
                  <a:schemeClr val="accent1">
                    <a:alpha val="61000"/>
                  </a:schemeClr>
                </a:gs>
                <a:gs pos="55000">
                  <a:schemeClr val="accent1">
                    <a:alpha val="0"/>
                  </a:schemeClr>
                </a:gs>
              </a:gsLst>
              <a:lin ang="10800000" scaled="1"/>
            </a:gradFill>
            <a:prstDash val="solid"/>
            <a:round/>
            <a:tailEnd type="none"/>
          </a:ln>
          <a:effectLst/>
        </p:spPr>
      </p:cxnSp>
      <p:cxnSp>
        <p:nvCxnSpPr>
          <p:cNvPr id="16" name="直接连接符 15"/>
          <p:cNvCxnSpPr/>
          <p:nvPr/>
        </p:nvCxnSpPr>
        <p:spPr>
          <a:xfrm flipH="1" flipV="1">
            <a:off x="2928949" y="1652885"/>
            <a:ext cx="2830119" cy="1103289"/>
          </a:xfrm>
          <a:prstGeom prst="line">
            <a:avLst/>
          </a:prstGeom>
          <a:noFill/>
          <a:ln w="12700" cap="rnd" cmpd="sng" algn="ctr">
            <a:gradFill flip="none" rotWithShape="1">
              <a:gsLst>
                <a:gs pos="0">
                  <a:schemeClr val="accent1">
                    <a:alpha val="32000"/>
                  </a:schemeClr>
                </a:gs>
                <a:gs pos="55000">
                  <a:schemeClr val="accent1">
                    <a:alpha val="0"/>
                  </a:schemeClr>
                </a:gs>
              </a:gsLst>
              <a:lin ang="10800000" scaled="1"/>
            </a:gradFill>
            <a:prstDash val="solid"/>
            <a:round/>
            <a:tailEnd type="none"/>
          </a:ln>
          <a:effectLst/>
        </p:spPr>
      </p:cxnSp>
      <p:cxnSp>
        <p:nvCxnSpPr>
          <p:cNvPr id="17" name="直接连接符 16"/>
          <p:cNvCxnSpPr/>
          <p:nvPr/>
        </p:nvCxnSpPr>
        <p:spPr>
          <a:xfrm flipH="1" flipV="1">
            <a:off x="1081873" y="2211292"/>
            <a:ext cx="6151760" cy="1175805"/>
          </a:xfrm>
          <a:prstGeom prst="line">
            <a:avLst/>
          </a:prstGeom>
          <a:noFill/>
          <a:ln w="12700" cap="rnd" cmpd="sng" algn="ctr">
            <a:gradFill flip="none" rotWithShape="1">
              <a:gsLst>
                <a:gs pos="0">
                  <a:schemeClr val="accent1">
                    <a:alpha val="61000"/>
                  </a:schemeClr>
                </a:gs>
                <a:gs pos="55000">
                  <a:schemeClr val="accent1">
                    <a:alpha val="0"/>
                  </a:schemeClr>
                </a:gs>
              </a:gsLst>
              <a:lin ang="10800000" scaled="1"/>
            </a:gradFill>
            <a:prstDash val="solid"/>
            <a:round/>
            <a:tailEnd type="none"/>
          </a:ln>
          <a:effectLst/>
        </p:spPr>
      </p:cxnSp>
      <p:cxnSp>
        <p:nvCxnSpPr>
          <p:cNvPr id="18" name="直接连接符 17"/>
          <p:cNvCxnSpPr/>
          <p:nvPr/>
        </p:nvCxnSpPr>
        <p:spPr>
          <a:xfrm flipH="1">
            <a:off x="1011166" y="3663915"/>
            <a:ext cx="5486569" cy="645328"/>
          </a:xfrm>
          <a:prstGeom prst="line">
            <a:avLst/>
          </a:prstGeom>
          <a:noFill/>
          <a:ln w="12700" cap="rnd" cmpd="sng" algn="ctr">
            <a:gradFill flip="none" rotWithShape="1">
              <a:gsLst>
                <a:gs pos="0">
                  <a:schemeClr val="accent1">
                    <a:alpha val="20000"/>
                  </a:schemeClr>
                </a:gs>
                <a:gs pos="55000">
                  <a:schemeClr val="accent1">
                    <a:alpha val="0"/>
                  </a:schemeClr>
                </a:gs>
              </a:gsLst>
              <a:lin ang="10800000" scaled="1"/>
            </a:gradFill>
            <a:prstDash val="solid"/>
            <a:round/>
            <a:tailEnd type="none"/>
          </a:ln>
          <a:effectLst/>
        </p:spPr>
      </p:cxnSp>
      <p:cxnSp>
        <p:nvCxnSpPr>
          <p:cNvPr id="19" name="直接连接符 18"/>
          <p:cNvCxnSpPr/>
          <p:nvPr/>
        </p:nvCxnSpPr>
        <p:spPr>
          <a:xfrm>
            <a:off x="5694266" y="3663915"/>
            <a:ext cx="5241515" cy="272717"/>
          </a:xfrm>
          <a:prstGeom prst="line">
            <a:avLst/>
          </a:prstGeom>
          <a:noFill/>
          <a:ln w="12700" cap="rnd" cmpd="sng" algn="ctr">
            <a:gradFill flip="none" rotWithShape="1">
              <a:gsLst>
                <a:gs pos="0">
                  <a:schemeClr val="accent1">
                    <a:alpha val="20000"/>
                  </a:schemeClr>
                </a:gs>
                <a:gs pos="55000">
                  <a:schemeClr val="accent1">
                    <a:alpha val="0"/>
                  </a:schemeClr>
                </a:gs>
              </a:gsLst>
              <a:lin ang="10800000" scaled="1"/>
            </a:gradFill>
            <a:prstDash val="solid"/>
            <a:round/>
            <a:tailEnd type="none"/>
          </a:ln>
          <a:effectLst/>
        </p:spPr>
      </p:cxnSp>
      <p:cxnSp>
        <p:nvCxnSpPr>
          <p:cNvPr id="20" name="直接连接符 19"/>
          <p:cNvCxnSpPr/>
          <p:nvPr/>
        </p:nvCxnSpPr>
        <p:spPr>
          <a:xfrm flipH="1">
            <a:off x="3065641" y="3654806"/>
            <a:ext cx="2267743" cy="46675"/>
          </a:xfrm>
          <a:prstGeom prst="line">
            <a:avLst/>
          </a:prstGeom>
          <a:noFill/>
          <a:ln w="12700" cap="rnd" cmpd="sng" algn="ctr">
            <a:gradFill>
              <a:gsLst>
                <a:gs pos="38000">
                  <a:schemeClr val="accent1">
                    <a:alpha val="0"/>
                  </a:schemeClr>
                </a:gs>
                <a:gs pos="100000">
                  <a:schemeClr val="accent1"/>
                </a:gs>
              </a:gsLst>
              <a:lin ang="5400000" scaled="1"/>
            </a:gradFill>
            <a:prstDash val="solid"/>
            <a:round/>
            <a:tailEnd type="none"/>
          </a:ln>
          <a:effectLst/>
        </p:spPr>
      </p:cxnSp>
      <p:cxnSp>
        <p:nvCxnSpPr>
          <p:cNvPr id="21" name="直接连接符 20"/>
          <p:cNvCxnSpPr/>
          <p:nvPr/>
        </p:nvCxnSpPr>
        <p:spPr>
          <a:xfrm>
            <a:off x="6858616" y="3654806"/>
            <a:ext cx="2267743" cy="46675"/>
          </a:xfrm>
          <a:prstGeom prst="line">
            <a:avLst/>
          </a:prstGeom>
          <a:noFill/>
          <a:ln w="12700" cap="rnd" cmpd="sng" algn="ctr">
            <a:gradFill>
              <a:gsLst>
                <a:gs pos="38000">
                  <a:schemeClr val="accent1">
                    <a:alpha val="0"/>
                  </a:schemeClr>
                </a:gs>
                <a:gs pos="100000">
                  <a:schemeClr val="accent1"/>
                </a:gs>
              </a:gsLst>
              <a:lin ang="5400000" scaled="1"/>
            </a:gradFill>
            <a:prstDash val="solid"/>
            <a:round/>
            <a:tailEnd type="none"/>
          </a:ln>
          <a:effectLst/>
        </p:spPr>
      </p:cxnSp>
      <p:sp>
        <p:nvSpPr>
          <p:cNvPr id="22" name="椭圆 21"/>
          <p:cNvSpPr/>
          <p:nvPr/>
        </p:nvSpPr>
        <p:spPr>
          <a:xfrm>
            <a:off x="2069158" y="2639117"/>
            <a:ext cx="918700" cy="9187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24" name="椭圆 23"/>
          <p:cNvSpPr/>
          <p:nvPr/>
        </p:nvSpPr>
        <p:spPr>
          <a:xfrm>
            <a:off x="8395146" y="4169717"/>
            <a:ext cx="918700" cy="9187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26" name="椭圆 25"/>
          <p:cNvSpPr/>
          <p:nvPr/>
        </p:nvSpPr>
        <p:spPr>
          <a:xfrm>
            <a:off x="9204142" y="2664897"/>
            <a:ext cx="918700" cy="9187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flipH="1">
            <a:off x="6096000" y="4839291"/>
            <a:ext cx="0" cy="1091771"/>
          </a:xfrm>
          <a:prstGeom prst="line">
            <a:avLst/>
          </a:prstGeom>
          <a:noFill/>
          <a:ln w="12700" cap="rnd" cmpd="sng" algn="ctr">
            <a:gradFill>
              <a:gsLst>
                <a:gs pos="38000">
                  <a:schemeClr val="accent1">
                    <a:alpha val="0"/>
                  </a:schemeClr>
                </a:gs>
                <a:gs pos="100000">
                  <a:schemeClr val="accent1">
                    <a:alpha val="50000"/>
                  </a:schemeClr>
                </a:gs>
              </a:gsLst>
              <a:lin ang="5400000" scaled="1"/>
            </a:gradFill>
            <a:prstDash val="solid"/>
            <a:round/>
            <a:tailEnd type="none"/>
          </a:ln>
          <a:effectLst/>
        </p:spPr>
      </p:cxnSp>
      <p:sp>
        <p:nvSpPr>
          <p:cNvPr id="35" name="椭圆 34"/>
          <p:cNvSpPr/>
          <p:nvPr/>
        </p:nvSpPr>
        <p:spPr>
          <a:xfrm>
            <a:off x="7137542" y="5443619"/>
            <a:ext cx="918700" cy="9187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37" name="椭圆 36"/>
          <p:cNvSpPr/>
          <p:nvPr/>
        </p:nvSpPr>
        <p:spPr>
          <a:xfrm>
            <a:off x="4135758" y="5443619"/>
            <a:ext cx="918700" cy="9187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39" name="椭圆 38"/>
          <p:cNvSpPr/>
          <p:nvPr/>
        </p:nvSpPr>
        <p:spPr>
          <a:xfrm>
            <a:off x="2742374" y="4169717"/>
            <a:ext cx="918700" cy="91870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cxnSp>
        <p:nvCxnSpPr>
          <p:cNvPr id="42" name="直接连接符 41"/>
          <p:cNvCxnSpPr/>
          <p:nvPr/>
        </p:nvCxnSpPr>
        <p:spPr>
          <a:xfrm>
            <a:off x="6188928" y="4351848"/>
            <a:ext cx="1128078" cy="1091771"/>
          </a:xfrm>
          <a:prstGeom prst="line">
            <a:avLst/>
          </a:prstGeom>
          <a:noFill/>
          <a:ln w="12700" cap="rnd" cmpd="sng" algn="ctr">
            <a:gradFill>
              <a:gsLst>
                <a:gs pos="24000">
                  <a:schemeClr val="accent1">
                    <a:alpha val="0"/>
                  </a:schemeClr>
                </a:gs>
                <a:gs pos="100000">
                  <a:schemeClr val="accent1">
                    <a:alpha val="77000"/>
                  </a:schemeClr>
                </a:gs>
              </a:gsLst>
              <a:lin ang="5400000" scaled="1"/>
            </a:gradFill>
            <a:prstDash val="solid"/>
            <a:round/>
            <a:tailEnd type="none"/>
          </a:ln>
          <a:effectLst/>
        </p:spPr>
      </p:cxnSp>
      <p:cxnSp>
        <p:nvCxnSpPr>
          <p:cNvPr id="43" name="直接连接符 42"/>
          <p:cNvCxnSpPr/>
          <p:nvPr/>
        </p:nvCxnSpPr>
        <p:spPr>
          <a:xfrm flipH="1">
            <a:off x="4874994" y="4351848"/>
            <a:ext cx="1128078" cy="1091771"/>
          </a:xfrm>
          <a:prstGeom prst="line">
            <a:avLst/>
          </a:prstGeom>
          <a:noFill/>
          <a:ln w="12700" cap="rnd" cmpd="sng" algn="ctr">
            <a:gradFill>
              <a:gsLst>
                <a:gs pos="24000">
                  <a:schemeClr val="accent1">
                    <a:alpha val="0"/>
                  </a:schemeClr>
                </a:gs>
                <a:gs pos="100000">
                  <a:schemeClr val="accent1">
                    <a:alpha val="77000"/>
                  </a:schemeClr>
                </a:gs>
              </a:gsLst>
              <a:lin ang="5400000" scaled="1"/>
            </a:gradFill>
            <a:prstDash val="solid"/>
            <a:round/>
            <a:tailEnd type="none"/>
          </a:ln>
          <a:effectLst/>
        </p:spPr>
      </p:cxnSp>
      <p:sp>
        <p:nvSpPr>
          <p:cNvPr id="45" name="Text1"/>
          <p:cNvSpPr txBox="1"/>
          <p:nvPr>
            <p:custDataLst>
              <p:tags r:id="rId2"/>
            </p:custDataLst>
          </p:nvPr>
        </p:nvSpPr>
        <p:spPr>
          <a:xfrm>
            <a:off x="4445665" y="2121189"/>
            <a:ext cx="3300668" cy="1946722"/>
          </a:xfrm>
          <a:prstGeom prst="rect">
            <a:avLst/>
          </a:prstGeom>
          <a:noFill/>
        </p:spPr>
        <p:txBody>
          <a:bodyPr wrap="square" rtlCol="0" anchor="ctr" anchorCtr="0">
            <a:normAutofit fontScale="95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ct val="0"/>
              </a:spcBef>
              <a:spcAft>
                <a:spcPct val="0"/>
              </a:spcAft>
              <a:buClrTx/>
              <a:buSzTx/>
              <a:buFontTx/>
              <a:buNone/>
              <a:defRPr/>
            </a:pPr>
            <a:r>
              <a:rPr lang="en-US" altLang="zh-CN" sz="3200" b="1" noProof="0">
                <a:ln>
                  <a:noFill/>
                </a:ln>
                <a:solidFill>
                  <a:schemeClr val="accent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马克思主义历史唯物主义是改造世界的强大思想武器。</a:t>
            </a:r>
          </a:p>
        </p:txBody>
      </p:sp>
      <p:sp>
        <p:nvSpPr>
          <p:cNvPr id="46" name="Text2"/>
          <p:cNvSpPr txBox="1"/>
          <p:nvPr/>
        </p:nvSpPr>
        <p:spPr>
          <a:xfrm flipH="1">
            <a:off x="336577" y="4451016"/>
            <a:ext cx="2339954" cy="424682"/>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马克思主义</a:t>
            </a:r>
          </a:p>
        </p:txBody>
      </p:sp>
      <p:sp>
        <p:nvSpPr>
          <p:cNvPr id="47" name="Text3"/>
          <p:cNvSpPr txBox="1"/>
          <p:nvPr/>
        </p:nvSpPr>
        <p:spPr>
          <a:xfrm>
            <a:off x="336577" y="2879667"/>
            <a:ext cx="1656437" cy="424682"/>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历史唯物主义</a:t>
            </a:r>
          </a:p>
        </p:txBody>
      </p:sp>
      <p:sp>
        <p:nvSpPr>
          <p:cNvPr id="48" name="Text4"/>
          <p:cNvSpPr txBox="1"/>
          <p:nvPr/>
        </p:nvSpPr>
        <p:spPr>
          <a:xfrm>
            <a:off x="8176636" y="5718721"/>
            <a:ext cx="2396987" cy="424682"/>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改造世界</a:t>
            </a:r>
          </a:p>
        </p:txBody>
      </p:sp>
      <p:sp>
        <p:nvSpPr>
          <p:cNvPr id="49" name="Text5"/>
          <p:cNvSpPr txBox="1"/>
          <p:nvPr/>
        </p:nvSpPr>
        <p:spPr>
          <a:xfrm>
            <a:off x="10194237" y="2805879"/>
            <a:ext cx="1656438" cy="424682"/>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zh-CN" altLang="en-US" sz="18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社会发展规律</a:t>
            </a:r>
          </a:p>
        </p:txBody>
      </p:sp>
      <p:sp>
        <p:nvSpPr>
          <p:cNvPr id="50" name="Text6"/>
          <p:cNvSpPr txBox="1"/>
          <p:nvPr/>
        </p:nvSpPr>
        <p:spPr>
          <a:xfrm>
            <a:off x="1618377" y="5761736"/>
            <a:ext cx="2396986" cy="424682"/>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社会主义事业</a:t>
            </a:r>
          </a:p>
        </p:txBody>
      </p:sp>
      <p:sp>
        <p:nvSpPr>
          <p:cNvPr id="51" name="Text7"/>
          <p:cNvSpPr txBox="1"/>
          <p:nvPr/>
        </p:nvSpPr>
        <p:spPr>
          <a:xfrm>
            <a:off x="9453687" y="4397646"/>
            <a:ext cx="2396987" cy="424682"/>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ct val="0"/>
              </a:spcBef>
              <a:spcAft>
                <a:spcPct val="0"/>
              </a:spcAft>
              <a:buClrTx/>
              <a:buSzTx/>
              <a:buFontTx/>
              <a:buNone/>
              <a:defRPr/>
            </a:pPr>
            <a:r>
              <a:rPr kumimoji="0" lang="en-US" altLang="zh-CN" sz="180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无产阶级专政</a:t>
            </a:r>
          </a:p>
        </p:txBody>
      </p:sp>
      <p:sp>
        <p:nvSpPr>
          <p:cNvPr id="52" name="Shape1"/>
          <p:cNvSpPr>
            <a:spLocks noChangeAspect="1"/>
          </p:cNvSpPr>
          <p:nvPr/>
        </p:nvSpPr>
        <p:spPr>
          <a:xfrm>
            <a:off x="2305209" y="2879667"/>
            <a:ext cx="446599" cy="437600"/>
          </a:xfrm>
          <a:custGeom>
            <a:avLst/>
            <a:gdLst>
              <a:gd name="connsiteX0" fmla="*/ 1376243 w 1512887"/>
              <a:gd name="connsiteY0" fmla="*/ 993974 h 1482407"/>
              <a:gd name="connsiteX1" fmla="*/ 1495901 w 1512887"/>
              <a:gd name="connsiteY1" fmla="*/ 1060490 h 1482407"/>
              <a:gd name="connsiteX2" fmla="*/ 756444 w 1512887"/>
              <a:gd name="connsiteY2" fmla="*/ 1482408 h 1482407"/>
              <a:gd name="connsiteX3" fmla="*/ 4167 w 1512887"/>
              <a:gd name="connsiteY3" fmla="*/ 1060490 h 1482407"/>
              <a:gd name="connsiteX4" fmla="*/ 124698 w 1512887"/>
              <a:gd name="connsiteY4" fmla="*/ 993974 h 1482407"/>
              <a:gd name="connsiteX5" fmla="*/ 756404 w 1512887"/>
              <a:gd name="connsiteY5" fmla="*/ 1344970 h 1482407"/>
              <a:gd name="connsiteX6" fmla="*/ 1376243 w 1512887"/>
              <a:gd name="connsiteY6" fmla="*/ 993974 h 1482407"/>
              <a:gd name="connsiteX7" fmla="*/ 1376243 w 1512887"/>
              <a:gd name="connsiteY7" fmla="*/ 676473 h 1482407"/>
              <a:gd name="connsiteX8" fmla="*/ 1495901 w 1512887"/>
              <a:gd name="connsiteY8" fmla="*/ 742990 h 1482407"/>
              <a:gd name="connsiteX9" fmla="*/ 756444 w 1512887"/>
              <a:gd name="connsiteY9" fmla="*/ 1164908 h 1482407"/>
              <a:gd name="connsiteX10" fmla="*/ 4167 w 1512887"/>
              <a:gd name="connsiteY10" fmla="*/ 742990 h 1482407"/>
              <a:gd name="connsiteX11" fmla="*/ 124698 w 1512887"/>
              <a:gd name="connsiteY11" fmla="*/ 676473 h 1482407"/>
              <a:gd name="connsiteX12" fmla="*/ 756404 w 1512887"/>
              <a:gd name="connsiteY12" fmla="*/ 1027470 h 1482407"/>
              <a:gd name="connsiteX13" fmla="*/ 1376243 w 1512887"/>
              <a:gd name="connsiteY13" fmla="*/ 676473 h 1482407"/>
              <a:gd name="connsiteX14" fmla="*/ 756444 w 1512887"/>
              <a:gd name="connsiteY14" fmla="*/ 40 h 1482407"/>
              <a:gd name="connsiteX15" fmla="*/ 1512888 w 1512887"/>
              <a:gd name="connsiteY15" fmla="*/ 425490 h 1482407"/>
              <a:gd name="connsiteX16" fmla="*/ 756444 w 1512887"/>
              <a:gd name="connsiteY16" fmla="*/ 850979 h 1482407"/>
              <a:gd name="connsiteX17" fmla="*/ 0 w 1512887"/>
              <a:gd name="connsiteY17" fmla="*/ 425490 h 1482407"/>
              <a:gd name="connsiteX18" fmla="*/ 756444 w 1512887"/>
              <a:gd name="connsiteY18" fmla="*/ 0 h 1482407"/>
              <a:gd name="connsiteX19" fmla="*/ 756444 w 1512887"/>
              <a:gd name="connsiteY19" fmla="*/ 136644 h 1482407"/>
              <a:gd name="connsiteX20" fmla="*/ 242848 w 1512887"/>
              <a:gd name="connsiteY20" fmla="*/ 425490 h 1482407"/>
              <a:gd name="connsiteX21" fmla="*/ 756444 w 1512887"/>
              <a:gd name="connsiteY21" fmla="*/ 714335 h 1482407"/>
              <a:gd name="connsiteX22" fmla="*/ 1270000 w 1512887"/>
              <a:gd name="connsiteY22" fmla="*/ 425490 h 1482407"/>
              <a:gd name="connsiteX23" fmla="*/ 756444 w 1512887"/>
              <a:gd name="connsiteY23" fmla="*/ 136604 h 148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2887" h="1482407">
                <a:moveTo>
                  <a:pt x="1376243" y="993974"/>
                </a:moveTo>
                <a:lnTo>
                  <a:pt x="1495901" y="1060490"/>
                </a:lnTo>
                <a:lnTo>
                  <a:pt x="756444" y="1482408"/>
                </a:lnTo>
                <a:lnTo>
                  <a:pt x="4167" y="1060490"/>
                </a:lnTo>
                <a:lnTo>
                  <a:pt x="124698" y="993974"/>
                </a:lnTo>
                <a:lnTo>
                  <a:pt x="756404" y="1344970"/>
                </a:lnTo>
                <a:lnTo>
                  <a:pt x="1376243" y="993974"/>
                </a:lnTo>
                <a:close/>
                <a:moveTo>
                  <a:pt x="1376243" y="676473"/>
                </a:moveTo>
                <a:lnTo>
                  <a:pt x="1495901" y="742990"/>
                </a:lnTo>
                <a:lnTo>
                  <a:pt x="756444" y="1164908"/>
                </a:lnTo>
                <a:lnTo>
                  <a:pt x="4167" y="742990"/>
                </a:lnTo>
                <a:lnTo>
                  <a:pt x="124698" y="676473"/>
                </a:lnTo>
                <a:lnTo>
                  <a:pt x="756404" y="1027470"/>
                </a:lnTo>
                <a:lnTo>
                  <a:pt x="1376243" y="676473"/>
                </a:lnTo>
                <a:close/>
                <a:moveTo>
                  <a:pt x="756444" y="40"/>
                </a:moveTo>
                <a:lnTo>
                  <a:pt x="1512888" y="425490"/>
                </a:lnTo>
                <a:lnTo>
                  <a:pt x="756444" y="850979"/>
                </a:lnTo>
                <a:lnTo>
                  <a:pt x="0" y="425490"/>
                </a:lnTo>
                <a:lnTo>
                  <a:pt x="756444" y="0"/>
                </a:lnTo>
                <a:close/>
                <a:moveTo>
                  <a:pt x="756444" y="136644"/>
                </a:moveTo>
                <a:lnTo>
                  <a:pt x="242848" y="425490"/>
                </a:lnTo>
                <a:lnTo>
                  <a:pt x="756444" y="714335"/>
                </a:lnTo>
                <a:lnTo>
                  <a:pt x="1270000" y="425490"/>
                </a:lnTo>
                <a:lnTo>
                  <a:pt x="756444" y="136604"/>
                </a:lnTo>
                <a:close/>
              </a:path>
            </a:pathLst>
          </a:custGeom>
          <a:solidFill>
            <a:schemeClr val="tx2"/>
          </a:solidFill>
          <a:ln w="1860" cap="flat">
            <a:noFill/>
            <a:prstDash val="solid"/>
            <a:miter/>
          </a:ln>
        </p:spPr>
        <p:txBody>
          <a:bodyPr wrap="square"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b="1">
              <a:latin typeface="微软雅黑" panose="020B0503020204020204" pitchFamily="34" charset="-122"/>
              <a:ea typeface="微软雅黑" panose="020B0503020204020204" pitchFamily="34" charset="-122"/>
            </a:endParaRPr>
          </a:p>
        </p:txBody>
      </p:sp>
      <p:sp>
        <p:nvSpPr>
          <p:cNvPr id="57" name="Shape2"/>
          <p:cNvSpPr>
            <a:spLocks noChangeAspect="1"/>
          </p:cNvSpPr>
          <p:nvPr/>
        </p:nvSpPr>
        <p:spPr>
          <a:xfrm>
            <a:off x="2978425" y="4410267"/>
            <a:ext cx="446599" cy="437600"/>
          </a:xfrm>
          <a:custGeom>
            <a:avLst/>
            <a:gdLst>
              <a:gd name="connsiteX0" fmla="*/ 1376243 w 1512887"/>
              <a:gd name="connsiteY0" fmla="*/ 993974 h 1482407"/>
              <a:gd name="connsiteX1" fmla="*/ 1495901 w 1512887"/>
              <a:gd name="connsiteY1" fmla="*/ 1060490 h 1482407"/>
              <a:gd name="connsiteX2" fmla="*/ 756444 w 1512887"/>
              <a:gd name="connsiteY2" fmla="*/ 1482408 h 1482407"/>
              <a:gd name="connsiteX3" fmla="*/ 4167 w 1512887"/>
              <a:gd name="connsiteY3" fmla="*/ 1060490 h 1482407"/>
              <a:gd name="connsiteX4" fmla="*/ 124698 w 1512887"/>
              <a:gd name="connsiteY4" fmla="*/ 993974 h 1482407"/>
              <a:gd name="connsiteX5" fmla="*/ 756404 w 1512887"/>
              <a:gd name="connsiteY5" fmla="*/ 1344970 h 1482407"/>
              <a:gd name="connsiteX6" fmla="*/ 1376243 w 1512887"/>
              <a:gd name="connsiteY6" fmla="*/ 993974 h 1482407"/>
              <a:gd name="connsiteX7" fmla="*/ 1376243 w 1512887"/>
              <a:gd name="connsiteY7" fmla="*/ 676473 h 1482407"/>
              <a:gd name="connsiteX8" fmla="*/ 1495901 w 1512887"/>
              <a:gd name="connsiteY8" fmla="*/ 742990 h 1482407"/>
              <a:gd name="connsiteX9" fmla="*/ 756444 w 1512887"/>
              <a:gd name="connsiteY9" fmla="*/ 1164908 h 1482407"/>
              <a:gd name="connsiteX10" fmla="*/ 4167 w 1512887"/>
              <a:gd name="connsiteY10" fmla="*/ 742990 h 1482407"/>
              <a:gd name="connsiteX11" fmla="*/ 124698 w 1512887"/>
              <a:gd name="connsiteY11" fmla="*/ 676473 h 1482407"/>
              <a:gd name="connsiteX12" fmla="*/ 756404 w 1512887"/>
              <a:gd name="connsiteY12" fmla="*/ 1027470 h 1482407"/>
              <a:gd name="connsiteX13" fmla="*/ 1376243 w 1512887"/>
              <a:gd name="connsiteY13" fmla="*/ 676473 h 1482407"/>
              <a:gd name="connsiteX14" fmla="*/ 756444 w 1512887"/>
              <a:gd name="connsiteY14" fmla="*/ 40 h 1482407"/>
              <a:gd name="connsiteX15" fmla="*/ 1512888 w 1512887"/>
              <a:gd name="connsiteY15" fmla="*/ 425490 h 1482407"/>
              <a:gd name="connsiteX16" fmla="*/ 756444 w 1512887"/>
              <a:gd name="connsiteY16" fmla="*/ 850979 h 1482407"/>
              <a:gd name="connsiteX17" fmla="*/ 0 w 1512887"/>
              <a:gd name="connsiteY17" fmla="*/ 425490 h 1482407"/>
              <a:gd name="connsiteX18" fmla="*/ 756444 w 1512887"/>
              <a:gd name="connsiteY18" fmla="*/ 0 h 1482407"/>
              <a:gd name="connsiteX19" fmla="*/ 756444 w 1512887"/>
              <a:gd name="connsiteY19" fmla="*/ 136644 h 1482407"/>
              <a:gd name="connsiteX20" fmla="*/ 242848 w 1512887"/>
              <a:gd name="connsiteY20" fmla="*/ 425490 h 1482407"/>
              <a:gd name="connsiteX21" fmla="*/ 756444 w 1512887"/>
              <a:gd name="connsiteY21" fmla="*/ 714335 h 1482407"/>
              <a:gd name="connsiteX22" fmla="*/ 1270000 w 1512887"/>
              <a:gd name="connsiteY22" fmla="*/ 425490 h 1482407"/>
              <a:gd name="connsiteX23" fmla="*/ 756444 w 1512887"/>
              <a:gd name="connsiteY23" fmla="*/ 136604 h 148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2887" h="1482407">
                <a:moveTo>
                  <a:pt x="1376243" y="993974"/>
                </a:moveTo>
                <a:lnTo>
                  <a:pt x="1495901" y="1060490"/>
                </a:lnTo>
                <a:lnTo>
                  <a:pt x="756444" y="1482408"/>
                </a:lnTo>
                <a:lnTo>
                  <a:pt x="4167" y="1060490"/>
                </a:lnTo>
                <a:lnTo>
                  <a:pt x="124698" y="993974"/>
                </a:lnTo>
                <a:lnTo>
                  <a:pt x="756404" y="1344970"/>
                </a:lnTo>
                <a:lnTo>
                  <a:pt x="1376243" y="993974"/>
                </a:lnTo>
                <a:close/>
                <a:moveTo>
                  <a:pt x="1376243" y="676473"/>
                </a:moveTo>
                <a:lnTo>
                  <a:pt x="1495901" y="742990"/>
                </a:lnTo>
                <a:lnTo>
                  <a:pt x="756444" y="1164908"/>
                </a:lnTo>
                <a:lnTo>
                  <a:pt x="4167" y="742990"/>
                </a:lnTo>
                <a:lnTo>
                  <a:pt x="124698" y="676473"/>
                </a:lnTo>
                <a:lnTo>
                  <a:pt x="756404" y="1027470"/>
                </a:lnTo>
                <a:lnTo>
                  <a:pt x="1376243" y="676473"/>
                </a:lnTo>
                <a:close/>
                <a:moveTo>
                  <a:pt x="756444" y="40"/>
                </a:moveTo>
                <a:lnTo>
                  <a:pt x="1512888" y="425490"/>
                </a:lnTo>
                <a:lnTo>
                  <a:pt x="756444" y="850979"/>
                </a:lnTo>
                <a:lnTo>
                  <a:pt x="0" y="425490"/>
                </a:lnTo>
                <a:lnTo>
                  <a:pt x="756444" y="0"/>
                </a:lnTo>
                <a:close/>
                <a:moveTo>
                  <a:pt x="756444" y="136644"/>
                </a:moveTo>
                <a:lnTo>
                  <a:pt x="242848" y="425490"/>
                </a:lnTo>
                <a:lnTo>
                  <a:pt x="756444" y="714335"/>
                </a:lnTo>
                <a:lnTo>
                  <a:pt x="1270000" y="425490"/>
                </a:lnTo>
                <a:lnTo>
                  <a:pt x="756444" y="136604"/>
                </a:lnTo>
                <a:close/>
              </a:path>
            </a:pathLst>
          </a:custGeom>
          <a:solidFill>
            <a:schemeClr val="tx2"/>
          </a:solidFill>
          <a:ln w="1860" cap="flat">
            <a:noFill/>
            <a:prstDash val="solid"/>
            <a:miter/>
          </a:ln>
        </p:spPr>
        <p:txBody>
          <a:bodyPr wrap="square"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b="1">
              <a:latin typeface="微软雅黑" panose="020B0503020204020204" pitchFamily="34" charset="-122"/>
              <a:ea typeface="微软雅黑" panose="020B0503020204020204" pitchFamily="34" charset="-122"/>
            </a:endParaRPr>
          </a:p>
        </p:txBody>
      </p:sp>
      <p:sp>
        <p:nvSpPr>
          <p:cNvPr id="58" name="Shape3"/>
          <p:cNvSpPr>
            <a:spLocks noChangeAspect="1"/>
          </p:cNvSpPr>
          <p:nvPr/>
        </p:nvSpPr>
        <p:spPr>
          <a:xfrm>
            <a:off x="4371809" y="5684169"/>
            <a:ext cx="446599" cy="437600"/>
          </a:xfrm>
          <a:custGeom>
            <a:avLst/>
            <a:gdLst>
              <a:gd name="connsiteX0" fmla="*/ 1376243 w 1512887"/>
              <a:gd name="connsiteY0" fmla="*/ 993974 h 1482407"/>
              <a:gd name="connsiteX1" fmla="*/ 1495901 w 1512887"/>
              <a:gd name="connsiteY1" fmla="*/ 1060490 h 1482407"/>
              <a:gd name="connsiteX2" fmla="*/ 756444 w 1512887"/>
              <a:gd name="connsiteY2" fmla="*/ 1482408 h 1482407"/>
              <a:gd name="connsiteX3" fmla="*/ 4167 w 1512887"/>
              <a:gd name="connsiteY3" fmla="*/ 1060490 h 1482407"/>
              <a:gd name="connsiteX4" fmla="*/ 124698 w 1512887"/>
              <a:gd name="connsiteY4" fmla="*/ 993974 h 1482407"/>
              <a:gd name="connsiteX5" fmla="*/ 756404 w 1512887"/>
              <a:gd name="connsiteY5" fmla="*/ 1344970 h 1482407"/>
              <a:gd name="connsiteX6" fmla="*/ 1376243 w 1512887"/>
              <a:gd name="connsiteY6" fmla="*/ 993974 h 1482407"/>
              <a:gd name="connsiteX7" fmla="*/ 1376243 w 1512887"/>
              <a:gd name="connsiteY7" fmla="*/ 676473 h 1482407"/>
              <a:gd name="connsiteX8" fmla="*/ 1495901 w 1512887"/>
              <a:gd name="connsiteY8" fmla="*/ 742990 h 1482407"/>
              <a:gd name="connsiteX9" fmla="*/ 756444 w 1512887"/>
              <a:gd name="connsiteY9" fmla="*/ 1164908 h 1482407"/>
              <a:gd name="connsiteX10" fmla="*/ 4167 w 1512887"/>
              <a:gd name="connsiteY10" fmla="*/ 742990 h 1482407"/>
              <a:gd name="connsiteX11" fmla="*/ 124698 w 1512887"/>
              <a:gd name="connsiteY11" fmla="*/ 676473 h 1482407"/>
              <a:gd name="connsiteX12" fmla="*/ 756404 w 1512887"/>
              <a:gd name="connsiteY12" fmla="*/ 1027470 h 1482407"/>
              <a:gd name="connsiteX13" fmla="*/ 1376243 w 1512887"/>
              <a:gd name="connsiteY13" fmla="*/ 676473 h 1482407"/>
              <a:gd name="connsiteX14" fmla="*/ 756444 w 1512887"/>
              <a:gd name="connsiteY14" fmla="*/ 40 h 1482407"/>
              <a:gd name="connsiteX15" fmla="*/ 1512888 w 1512887"/>
              <a:gd name="connsiteY15" fmla="*/ 425490 h 1482407"/>
              <a:gd name="connsiteX16" fmla="*/ 756444 w 1512887"/>
              <a:gd name="connsiteY16" fmla="*/ 850979 h 1482407"/>
              <a:gd name="connsiteX17" fmla="*/ 0 w 1512887"/>
              <a:gd name="connsiteY17" fmla="*/ 425490 h 1482407"/>
              <a:gd name="connsiteX18" fmla="*/ 756444 w 1512887"/>
              <a:gd name="connsiteY18" fmla="*/ 0 h 1482407"/>
              <a:gd name="connsiteX19" fmla="*/ 756444 w 1512887"/>
              <a:gd name="connsiteY19" fmla="*/ 136644 h 1482407"/>
              <a:gd name="connsiteX20" fmla="*/ 242848 w 1512887"/>
              <a:gd name="connsiteY20" fmla="*/ 425490 h 1482407"/>
              <a:gd name="connsiteX21" fmla="*/ 756444 w 1512887"/>
              <a:gd name="connsiteY21" fmla="*/ 714335 h 1482407"/>
              <a:gd name="connsiteX22" fmla="*/ 1270000 w 1512887"/>
              <a:gd name="connsiteY22" fmla="*/ 425490 h 1482407"/>
              <a:gd name="connsiteX23" fmla="*/ 756444 w 1512887"/>
              <a:gd name="connsiteY23" fmla="*/ 136604 h 148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2887" h="1482407">
                <a:moveTo>
                  <a:pt x="1376243" y="993974"/>
                </a:moveTo>
                <a:lnTo>
                  <a:pt x="1495901" y="1060490"/>
                </a:lnTo>
                <a:lnTo>
                  <a:pt x="756444" y="1482408"/>
                </a:lnTo>
                <a:lnTo>
                  <a:pt x="4167" y="1060490"/>
                </a:lnTo>
                <a:lnTo>
                  <a:pt x="124698" y="993974"/>
                </a:lnTo>
                <a:lnTo>
                  <a:pt x="756404" y="1344970"/>
                </a:lnTo>
                <a:lnTo>
                  <a:pt x="1376243" y="993974"/>
                </a:lnTo>
                <a:close/>
                <a:moveTo>
                  <a:pt x="1376243" y="676473"/>
                </a:moveTo>
                <a:lnTo>
                  <a:pt x="1495901" y="742990"/>
                </a:lnTo>
                <a:lnTo>
                  <a:pt x="756444" y="1164908"/>
                </a:lnTo>
                <a:lnTo>
                  <a:pt x="4167" y="742990"/>
                </a:lnTo>
                <a:lnTo>
                  <a:pt x="124698" y="676473"/>
                </a:lnTo>
                <a:lnTo>
                  <a:pt x="756404" y="1027470"/>
                </a:lnTo>
                <a:lnTo>
                  <a:pt x="1376243" y="676473"/>
                </a:lnTo>
                <a:close/>
                <a:moveTo>
                  <a:pt x="756444" y="40"/>
                </a:moveTo>
                <a:lnTo>
                  <a:pt x="1512888" y="425490"/>
                </a:lnTo>
                <a:lnTo>
                  <a:pt x="756444" y="850979"/>
                </a:lnTo>
                <a:lnTo>
                  <a:pt x="0" y="425490"/>
                </a:lnTo>
                <a:lnTo>
                  <a:pt x="756444" y="0"/>
                </a:lnTo>
                <a:close/>
                <a:moveTo>
                  <a:pt x="756444" y="136644"/>
                </a:moveTo>
                <a:lnTo>
                  <a:pt x="242848" y="425490"/>
                </a:lnTo>
                <a:lnTo>
                  <a:pt x="756444" y="714335"/>
                </a:lnTo>
                <a:lnTo>
                  <a:pt x="1270000" y="425490"/>
                </a:lnTo>
                <a:lnTo>
                  <a:pt x="756444" y="136604"/>
                </a:lnTo>
                <a:close/>
              </a:path>
            </a:pathLst>
          </a:custGeom>
          <a:solidFill>
            <a:schemeClr val="tx2"/>
          </a:solidFill>
          <a:ln w="1860" cap="flat">
            <a:noFill/>
            <a:prstDash val="solid"/>
            <a:miter/>
          </a:ln>
        </p:spPr>
        <p:txBody>
          <a:bodyPr wrap="square"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b="1">
              <a:latin typeface="微软雅黑" panose="020B0503020204020204" pitchFamily="34" charset="-122"/>
              <a:ea typeface="微软雅黑" panose="020B0503020204020204" pitchFamily="34" charset="-122"/>
            </a:endParaRPr>
          </a:p>
        </p:txBody>
      </p:sp>
      <p:sp>
        <p:nvSpPr>
          <p:cNvPr id="59" name="Shape4"/>
          <p:cNvSpPr>
            <a:spLocks noChangeAspect="1"/>
          </p:cNvSpPr>
          <p:nvPr/>
        </p:nvSpPr>
        <p:spPr>
          <a:xfrm>
            <a:off x="7373593" y="5684169"/>
            <a:ext cx="446599" cy="437600"/>
          </a:xfrm>
          <a:custGeom>
            <a:avLst/>
            <a:gdLst>
              <a:gd name="connsiteX0" fmla="*/ 1376243 w 1512887"/>
              <a:gd name="connsiteY0" fmla="*/ 993974 h 1482407"/>
              <a:gd name="connsiteX1" fmla="*/ 1495901 w 1512887"/>
              <a:gd name="connsiteY1" fmla="*/ 1060490 h 1482407"/>
              <a:gd name="connsiteX2" fmla="*/ 756444 w 1512887"/>
              <a:gd name="connsiteY2" fmla="*/ 1482408 h 1482407"/>
              <a:gd name="connsiteX3" fmla="*/ 4167 w 1512887"/>
              <a:gd name="connsiteY3" fmla="*/ 1060490 h 1482407"/>
              <a:gd name="connsiteX4" fmla="*/ 124698 w 1512887"/>
              <a:gd name="connsiteY4" fmla="*/ 993974 h 1482407"/>
              <a:gd name="connsiteX5" fmla="*/ 756404 w 1512887"/>
              <a:gd name="connsiteY5" fmla="*/ 1344970 h 1482407"/>
              <a:gd name="connsiteX6" fmla="*/ 1376243 w 1512887"/>
              <a:gd name="connsiteY6" fmla="*/ 993974 h 1482407"/>
              <a:gd name="connsiteX7" fmla="*/ 1376243 w 1512887"/>
              <a:gd name="connsiteY7" fmla="*/ 676473 h 1482407"/>
              <a:gd name="connsiteX8" fmla="*/ 1495901 w 1512887"/>
              <a:gd name="connsiteY8" fmla="*/ 742990 h 1482407"/>
              <a:gd name="connsiteX9" fmla="*/ 756444 w 1512887"/>
              <a:gd name="connsiteY9" fmla="*/ 1164908 h 1482407"/>
              <a:gd name="connsiteX10" fmla="*/ 4167 w 1512887"/>
              <a:gd name="connsiteY10" fmla="*/ 742990 h 1482407"/>
              <a:gd name="connsiteX11" fmla="*/ 124698 w 1512887"/>
              <a:gd name="connsiteY11" fmla="*/ 676473 h 1482407"/>
              <a:gd name="connsiteX12" fmla="*/ 756404 w 1512887"/>
              <a:gd name="connsiteY12" fmla="*/ 1027470 h 1482407"/>
              <a:gd name="connsiteX13" fmla="*/ 1376243 w 1512887"/>
              <a:gd name="connsiteY13" fmla="*/ 676473 h 1482407"/>
              <a:gd name="connsiteX14" fmla="*/ 756444 w 1512887"/>
              <a:gd name="connsiteY14" fmla="*/ 40 h 1482407"/>
              <a:gd name="connsiteX15" fmla="*/ 1512888 w 1512887"/>
              <a:gd name="connsiteY15" fmla="*/ 425490 h 1482407"/>
              <a:gd name="connsiteX16" fmla="*/ 756444 w 1512887"/>
              <a:gd name="connsiteY16" fmla="*/ 850979 h 1482407"/>
              <a:gd name="connsiteX17" fmla="*/ 0 w 1512887"/>
              <a:gd name="connsiteY17" fmla="*/ 425490 h 1482407"/>
              <a:gd name="connsiteX18" fmla="*/ 756444 w 1512887"/>
              <a:gd name="connsiteY18" fmla="*/ 0 h 1482407"/>
              <a:gd name="connsiteX19" fmla="*/ 756444 w 1512887"/>
              <a:gd name="connsiteY19" fmla="*/ 136644 h 1482407"/>
              <a:gd name="connsiteX20" fmla="*/ 242848 w 1512887"/>
              <a:gd name="connsiteY20" fmla="*/ 425490 h 1482407"/>
              <a:gd name="connsiteX21" fmla="*/ 756444 w 1512887"/>
              <a:gd name="connsiteY21" fmla="*/ 714335 h 1482407"/>
              <a:gd name="connsiteX22" fmla="*/ 1270000 w 1512887"/>
              <a:gd name="connsiteY22" fmla="*/ 425490 h 1482407"/>
              <a:gd name="connsiteX23" fmla="*/ 756444 w 1512887"/>
              <a:gd name="connsiteY23" fmla="*/ 136604 h 148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2887" h="1482407">
                <a:moveTo>
                  <a:pt x="1376243" y="993974"/>
                </a:moveTo>
                <a:lnTo>
                  <a:pt x="1495901" y="1060490"/>
                </a:lnTo>
                <a:lnTo>
                  <a:pt x="756444" y="1482408"/>
                </a:lnTo>
                <a:lnTo>
                  <a:pt x="4167" y="1060490"/>
                </a:lnTo>
                <a:lnTo>
                  <a:pt x="124698" y="993974"/>
                </a:lnTo>
                <a:lnTo>
                  <a:pt x="756404" y="1344970"/>
                </a:lnTo>
                <a:lnTo>
                  <a:pt x="1376243" y="993974"/>
                </a:lnTo>
                <a:close/>
                <a:moveTo>
                  <a:pt x="1376243" y="676473"/>
                </a:moveTo>
                <a:lnTo>
                  <a:pt x="1495901" y="742990"/>
                </a:lnTo>
                <a:lnTo>
                  <a:pt x="756444" y="1164908"/>
                </a:lnTo>
                <a:lnTo>
                  <a:pt x="4167" y="742990"/>
                </a:lnTo>
                <a:lnTo>
                  <a:pt x="124698" y="676473"/>
                </a:lnTo>
                <a:lnTo>
                  <a:pt x="756404" y="1027470"/>
                </a:lnTo>
                <a:lnTo>
                  <a:pt x="1376243" y="676473"/>
                </a:lnTo>
                <a:close/>
                <a:moveTo>
                  <a:pt x="756444" y="40"/>
                </a:moveTo>
                <a:lnTo>
                  <a:pt x="1512888" y="425490"/>
                </a:lnTo>
                <a:lnTo>
                  <a:pt x="756444" y="850979"/>
                </a:lnTo>
                <a:lnTo>
                  <a:pt x="0" y="425490"/>
                </a:lnTo>
                <a:lnTo>
                  <a:pt x="756444" y="0"/>
                </a:lnTo>
                <a:close/>
                <a:moveTo>
                  <a:pt x="756444" y="136644"/>
                </a:moveTo>
                <a:lnTo>
                  <a:pt x="242848" y="425490"/>
                </a:lnTo>
                <a:lnTo>
                  <a:pt x="756444" y="714335"/>
                </a:lnTo>
                <a:lnTo>
                  <a:pt x="1270000" y="425490"/>
                </a:lnTo>
                <a:lnTo>
                  <a:pt x="756444" y="136604"/>
                </a:lnTo>
                <a:close/>
              </a:path>
            </a:pathLst>
          </a:custGeom>
          <a:solidFill>
            <a:schemeClr val="tx2"/>
          </a:solidFill>
          <a:ln w="1860" cap="flat">
            <a:noFill/>
            <a:prstDash val="solid"/>
            <a:miter/>
          </a:ln>
        </p:spPr>
        <p:txBody>
          <a:bodyPr wrap="square"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b="1">
              <a:latin typeface="微软雅黑" panose="020B0503020204020204" pitchFamily="34" charset="-122"/>
              <a:ea typeface="微软雅黑" panose="020B0503020204020204" pitchFamily="34" charset="-122"/>
            </a:endParaRPr>
          </a:p>
        </p:txBody>
      </p:sp>
      <p:sp>
        <p:nvSpPr>
          <p:cNvPr id="60" name="Shape5"/>
          <p:cNvSpPr>
            <a:spLocks noChangeAspect="1"/>
          </p:cNvSpPr>
          <p:nvPr/>
        </p:nvSpPr>
        <p:spPr>
          <a:xfrm>
            <a:off x="8631197" y="4410267"/>
            <a:ext cx="446599" cy="437600"/>
          </a:xfrm>
          <a:custGeom>
            <a:avLst/>
            <a:gdLst>
              <a:gd name="connsiteX0" fmla="*/ 1376243 w 1512887"/>
              <a:gd name="connsiteY0" fmla="*/ 993974 h 1482407"/>
              <a:gd name="connsiteX1" fmla="*/ 1495901 w 1512887"/>
              <a:gd name="connsiteY1" fmla="*/ 1060490 h 1482407"/>
              <a:gd name="connsiteX2" fmla="*/ 756444 w 1512887"/>
              <a:gd name="connsiteY2" fmla="*/ 1482408 h 1482407"/>
              <a:gd name="connsiteX3" fmla="*/ 4167 w 1512887"/>
              <a:gd name="connsiteY3" fmla="*/ 1060490 h 1482407"/>
              <a:gd name="connsiteX4" fmla="*/ 124698 w 1512887"/>
              <a:gd name="connsiteY4" fmla="*/ 993974 h 1482407"/>
              <a:gd name="connsiteX5" fmla="*/ 756404 w 1512887"/>
              <a:gd name="connsiteY5" fmla="*/ 1344970 h 1482407"/>
              <a:gd name="connsiteX6" fmla="*/ 1376243 w 1512887"/>
              <a:gd name="connsiteY6" fmla="*/ 993974 h 1482407"/>
              <a:gd name="connsiteX7" fmla="*/ 1376243 w 1512887"/>
              <a:gd name="connsiteY7" fmla="*/ 676473 h 1482407"/>
              <a:gd name="connsiteX8" fmla="*/ 1495901 w 1512887"/>
              <a:gd name="connsiteY8" fmla="*/ 742990 h 1482407"/>
              <a:gd name="connsiteX9" fmla="*/ 756444 w 1512887"/>
              <a:gd name="connsiteY9" fmla="*/ 1164908 h 1482407"/>
              <a:gd name="connsiteX10" fmla="*/ 4167 w 1512887"/>
              <a:gd name="connsiteY10" fmla="*/ 742990 h 1482407"/>
              <a:gd name="connsiteX11" fmla="*/ 124698 w 1512887"/>
              <a:gd name="connsiteY11" fmla="*/ 676473 h 1482407"/>
              <a:gd name="connsiteX12" fmla="*/ 756404 w 1512887"/>
              <a:gd name="connsiteY12" fmla="*/ 1027470 h 1482407"/>
              <a:gd name="connsiteX13" fmla="*/ 1376243 w 1512887"/>
              <a:gd name="connsiteY13" fmla="*/ 676473 h 1482407"/>
              <a:gd name="connsiteX14" fmla="*/ 756444 w 1512887"/>
              <a:gd name="connsiteY14" fmla="*/ 40 h 1482407"/>
              <a:gd name="connsiteX15" fmla="*/ 1512888 w 1512887"/>
              <a:gd name="connsiteY15" fmla="*/ 425490 h 1482407"/>
              <a:gd name="connsiteX16" fmla="*/ 756444 w 1512887"/>
              <a:gd name="connsiteY16" fmla="*/ 850979 h 1482407"/>
              <a:gd name="connsiteX17" fmla="*/ 0 w 1512887"/>
              <a:gd name="connsiteY17" fmla="*/ 425490 h 1482407"/>
              <a:gd name="connsiteX18" fmla="*/ 756444 w 1512887"/>
              <a:gd name="connsiteY18" fmla="*/ 0 h 1482407"/>
              <a:gd name="connsiteX19" fmla="*/ 756444 w 1512887"/>
              <a:gd name="connsiteY19" fmla="*/ 136644 h 1482407"/>
              <a:gd name="connsiteX20" fmla="*/ 242848 w 1512887"/>
              <a:gd name="connsiteY20" fmla="*/ 425490 h 1482407"/>
              <a:gd name="connsiteX21" fmla="*/ 756444 w 1512887"/>
              <a:gd name="connsiteY21" fmla="*/ 714335 h 1482407"/>
              <a:gd name="connsiteX22" fmla="*/ 1270000 w 1512887"/>
              <a:gd name="connsiteY22" fmla="*/ 425490 h 1482407"/>
              <a:gd name="connsiteX23" fmla="*/ 756444 w 1512887"/>
              <a:gd name="connsiteY23" fmla="*/ 136604 h 148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2887" h="1482407">
                <a:moveTo>
                  <a:pt x="1376243" y="993974"/>
                </a:moveTo>
                <a:lnTo>
                  <a:pt x="1495901" y="1060490"/>
                </a:lnTo>
                <a:lnTo>
                  <a:pt x="756444" y="1482408"/>
                </a:lnTo>
                <a:lnTo>
                  <a:pt x="4167" y="1060490"/>
                </a:lnTo>
                <a:lnTo>
                  <a:pt x="124698" y="993974"/>
                </a:lnTo>
                <a:lnTo>
                  <a:pt x="756404" y="1344970"/>
                </a:lnTo>
                <a:lnTo>
                  <a:pt x="1376243" y="993974"/>
                </a:lnTo>
                <a:close/>
                <a:moveTo>
                  <a:pt x="1376243" y="676473"/>
                </a:moveTo>
                <a:lnTo>
                  <a:pt x="1495901" y="742990"/>
                </a:lnTo>
                <a:lnTo>
                  <a:pt x="756444" y="1164908"/>
                </a:lnTo>
                <a:lnTo>
                  <a:pt x="4167" y="742990"/>
                </a:lnTo>
                <a:lnTo>
                  <a:pt x="124698" y="676473"/>
                </a:lnTo>
                <a:lnTo>
                  <a:pt x="756404" y="1027470"/>
                </a:lnTo>
                <a:lnTo>
                  <a:pt x="1376243" y="676473"/>
                </a:lnTo>
                <a:close/>
                <a:moveTo>
                  <a:pt x="756444" y="40"/>
                </a:moveTo>
                <a:lnTo>
                  <a:pt x="1512888" y="425490"/>
                </a:lnTo>
                <a:lnTo>
                  <a:pt x="756444" y="850979"/>
                </a:lnTo>
                <a:lnTo>
                  <a:pt x="0" y="425490"/>
                </a:lnTo>
                <a:lnTo>
                  <a:pt x="756444" y="0"/>
                </a:lnTo>
                <a:close/>
                <a:moveTo>
                  <a:pt x="756444" y="136644"/>
                </a:moveTo>
                <a:lnTo>
                  <a:pt x="242848" y="425490"/>
                </a:lnTo>
                <a:lnTo>
                  <a:pt x="756444" y="714335"/>
                </a:lnTo>
                <a:lnTo>
                  <a:pt x="1270000" y="425490"/>
                </a:lnTo>
                <a:lnTo>
                  <a:pt x="756444" y="136604"/>
                </a:lnTo>
                <a:close/>
              </a:path>
            </a:pathLst>
          </a:custGeom>
          <a:solidFill>
            <a:schemeClr val="tx2"/>
          </a:solidFill>
          <a:ln w="1860" cap="flat">
            <a:noFill/>
            <a:prstDash val="solid"/>
            <a:miter/>
          </a:ln>
        </p:spPr>
        <p:txBody>
          <a:bodyPr wrap="square"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b="1">
              <a:latin typeface="微软雅黑" panose="020B0503020204020204" pitchFamily="34" charset="-122"/>
              <a:ea typeface="微软雅黑" panose="020B0503020204020204" pitchFamily="34" charset="-122"/>
            </a:endParaRPr>
          </a:p>
        </p:txBody>
      </p:sp>
      <p:sp>
        <p:nvSpPr>
          <p:cNvPr id="68" name="Shape6"/>
          <p:cNvSpPr>
            <a:spLocks noChangeAspect="1"/>
          </p:cNvSpPr>
          <p:nvPr/>
        </p:nvSpPr>
        <p:spPr>
          <a:xfrm>
            <a:off x="9440193" y="2905447"/>
            <a:ext cx="446599" cy="437600"/>
          </a:xfrm>
          <a:custGeom>
            <a:avLst/>
            <a:gdLst>
              <a:gd name="connsiteX0" fmla="*/ 1376243 w 1512887"/>
              <a:gd name="connsiteY0" fmla="*/ 993974 h 1482407"/>
              <a:gd name="connsiteX1" fmla="*/ 1495901 w 1512887"/>
              <a:gd name="connsiteY1" fmla="*/ 1060490 h 1482407"/>
              <a:gd name="connsiteX2" fmla="*/ 756444 w 1512887"/>
              <a:gd name="connsiteY2" fmla="*/ 1482408 h 1482407"/>
              <a:gd name="connsiteX3" fmla="*/ 4167 w 1512887"/>
              <a:gd name="connsiteY3" fmla="*/ 1060490 h 1482407"/>
              <a:gd name="connsiteX4" fmla="*/ 124698 w 1512887"/>
              <a:gd name="connsiteY4" fmla="*/ 993974 h 1482407"/>
              <a:gd name="connsiteX5" fmla="*/ 756404 w 1512887"/>
              <a:gd name="connsiteY5" fmla="*/ 1344970 h 1482407"/>
              <a:gd name="connsiteX6" fmla="*/ 1376243 w 1512887"/>
              <a:gd name="connsiteY6" fmla="*/ 993974 h 1482407"/>
              <a:gd name="connsiteX7" fmla="*/ 1376243 w 1512887"/>
              <a:gd name="connsiteY7" fmla="*/ 676473 h 1482407"/>
              <a:gd name="connsiteX8" fmla="*/ 1495901 w 1512887"/>
              <a:gd name="connsiteY8" fmla="*/ 742990 h 1482407"/>
              <a:gd name="connsiteX9" fmla="*/ 756444 w 1512887"/>
              <a:gd name="connsiteY9" fmla="*/ 1164908 h 1482407"/>
              <a:gd name="connsiteX10" fmla="*/ 4167 w 1512887"/>
              <a:gd name="connsiteY10" fmla="*/ 742990 h 1482407"/>
              <a:gd name="connsiteX11" fmla="*/ 124698 w 1512887"/>
              <a:gd name="connsiteY11" fmla="*/ 676473 h 1482407"/>
              <a:gd name="connsiteX12" fmla="*/ 756404 w 1512887"/>
              <a:gd name="connsiteY12" fmla="*/ 1027470 h 1482407"/>
              <a:gd name="connsiteX13" fmla="*/ 1376243 w 1512887"/>
              <a:gd name="connsiteY13" fmla="*/ 676473 h 1482407"/>
              <a:gd name="connsiteX14" fmla="*/ 756444 w 1512887"/>
              <a:gd name="connsiteY14" fmla="*/ 40 h 1482407"/>
              <a:gd name="connsiteX15" fmla="*/ 1512888 w 1512887"/>
              <a:gd name="connsiteY15" fmla="*/ 425490 h 1482407"/>
              <a:gd name="connsiteX16" fmla="*/ 756444 w 1512887"/>
              <a:gd name="connsiteY16" fmla="*/ 850979 h 1482407"/>
              <a:gd name="connsiteX17" fmla="*/ 0 w 1512887"/>
              <a:gd name="connsiteY17" fmla="*/ 425490 h 1482407"/>
              <a:gd name="connsiteX18" fmla="*/ 756444 w 1512887"/>
              <a:gd name="connsiteY18" fmla="*/ 0 h 1482407"/>
              <a:gd name="connsiteX19" fmla="*/ 756444 w 1512887"/>
              <a:gd name="connsiteY19" fmla="*/ 136644 h 1482407"/>
              <a:gd name="connsiteX20" fmla="*/ 242848 w 1512887"/>
              <a:gd name="connsiteY20" fmla="*/ 425490 h 1482407"/>
              <a:gd name="connsiteX21" fmla="*/ 756444 w 1512887"/>
              <a:gd name="connsiteY21" fmla="*/ 714335 h 1482407"/>
              <a:gd name="connsiteX22" fmla="*/ 1270000 w 1512887"/>
              <a:gd name="connsiteY22" fmla="*/ 425490 h 1482407"/>
              <a:gd name="connsiteX23" fmla="*/ 756444 w 1512887"/>
              <a:gd name="connsiteY23" fmla="*/ 136604 h 148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2887" h="1482407">
                <a:moveTo>
                  <a:pt x="1376243" y="993974"/>
                </a:moveTo>
                <a:lnTo>
                  <a:pt x="1495901" y="1060490"/>
                </a:lnTo>
                <a:lnTo>
                  <a:pt x="756444" y="1482408"/>
                </a:lnTo>
                <a:lnTo>
                  <a:pt x="4167" y="1060490"/>
                </a:lnTo>
                <a:lnTo>
                  <a:pt x="124698" y="993974"/>
                </a:lnTo>
                <a:lnTo>
                  <a:pt x="756404" y="1344970"/>
                </a:lnTo>
                <a:lnTo>
                  <a:pt x="1376243" y="993974"/>
                </a:lnTo>
                <a:close/>
                <a:moveTo>
                  <a:pt x="1376243" y="676473"/>
                </a:moveTo>
                <a:lnTo>
                  <a:pt x="1495901" y="742990"/>
                </a:lnTo>
                <a:lnTo>
                  <a:pt x="756444" y="1164908"/>
                </a:lnTo>
                <a:lnTo>
                  <a:pt x="4167" y="742990"/>
                </a:lnTo>
                <a:lnTo>
                  <a:pt x="124698" y="676473"/>
                </a:lnTo>
                <a:lnTo>
                  <a:pt x="756404" y="1027470"/>
                </a:lnTo>
                <a:lnTo>
                  <a:pt x="1376243" y="676473"/>
                </a:lnTo>
                <a:close/>
                <a:moveTo>
                  <a:pt x="756444" y="40"/>
                </a:moveTo>
                <a:lnTo>
                  <a:pt x="1512888" y="425490"/>
                </a:lnTo>
                <a:lnTo>
                  <a:pt x="756444" y="850979"/>
                </a:lnTo>
                <a:lnTo>
                  <a:pt x="0" y="425490"/>
                </a:lnTo>
                <a:lnTo>
                  <a:pt x="756444" y="0"/>
                </a:lnTo>
                <a:close/>
                <a:moveTo>
                  <a:pt x="756444" y="136644"/>
                </a:moveTo>
                <a:lnTo>
                  <a:pt x="242848" y="425490"/>
                </a:lnTo>
                <a:lnTo>
                  <a:pt x="756444" y="714335"/>
                </a:lnTo>
                <a:lnTo>
                  <a:pt x="1270000" y="425490"/>
                </a:lnTo>
                <a:lnTo>
                  <a:pt x="756444" y="136604"/>
                </a:lnTo>
                <a:close/>
              </a:path>
            </a:pathLst>
          </a:custGeom>
          <a:solidFill>
            <a:schemeClr val="tx2"/>
          </a:solidFill>
          <a:ln w="1860" cap="flat">
            <a:noFill/>
            <a:prstDash val="solid"/>
            <a:miter/>
          </a:ln>
        </p:spPr>
        <p:txBody>
          <a:bodyPr wrap="square"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b="1">
              <a:latin typeface="微软雅黑" panose="020B0503020204020204" pitchFamily="34" charset="-122"/>
              <a:ea typeface="微软雅黑" panose="020B0503020204020204" pitchFamily="34" charset="-122"/>
            </a:endParaRPr>
          </a:p>
        </p:txBody>
      </p:sp>
      <p:sp>
        <p:nvSpPr>
          <p:cNvPr id="3" name="Text8"/>
          <p:cNvSpPr txBox="1"/>
          <p:nvPr>
            <p:custDataLst>
              <p:tags r:id="rId3"/>
            </p:custDataLst>
          </p:nvPr>
        </p:nvSpPr>
        <p:spPr>
          <a:xfrm>
            <a:off x="273975" y="238391"/>
            <a:ext cx="11669372" cy="720348"/>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马克思主义历史唯物主义对改造世界的指导作用</a:t>
            </a:r>
          </a:p>
        </p:txBody>
      </p:sp>
    </p:spTree>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40259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panose="020F0502020204030204"/>
                <a:ea typeface="+mn-ea"/>
                <a:cs typeface="+mn-cs"/>
              </a:defRPr>
            </a:lvl1pPr>
            <a:lvl2pPr marL="457200" algn="l" defTabSz="914400" rtl="0" eaLnBrk="1" latinLnBrk="0" hangingPunct="1">
              <a:defRPr sz="1800" kern="1200">
                <a:solidFill>
                  <a:srgbClr val="FFFFFF"/>
                </a:solidFill>
                <a:latin typeface="Calibri" panose="020F0502020204030204"/>
                <a:ea typeface="+mn-ea"/>
                <a:cs typeface="+mn-cs"/>
              </a:defRPr>
            </a:lvl2pPr>
            <a:lvl3pPr marL="914400" algn="l" defTabSz="914400" rtl="0" eaLnBrk="1" latinLnBrk="0" hangingPunct="1">
              <a:defRPr sz="1800" kern="1200">
                <a:solidFill>
                  <a:srgbClr val="FFFFFF"/>
                </a:solidFill>
                <a:latin typeface="Calibri" panose="020F0502020204030204"/>
                <a:ea typeface="+mn-ea"/>
                <a:cs typeface="+mn-cs"/>
              </a:defRPr>
            </a:lvl3pPr>
            <a:lvl4pPr marL="1371600" algn="l" defTabSz="914400" rtl="0" eaLnBrk="1" latinLnBrk="0" hangingPunct="1">
              <a:defRPr sz="1800" kern="1200">
                <a:solidFill>
                  <a:srgbClr val="FFFFFF"/>
                </a:solidFill>
                <a:latin typeface="Calibri" panose="020F0502020204030204"/>
                <a:ea typeface="+mn-ea"/>
                <a:cs typeface="+mn-cs"/>
              </a:defRPr>
            </a:lvl4pPr>
            <a:lvl5pPr marL="1828800" algn="l" defTabSz="914400" rtl="0" eaLnBrk="1" latinLnBrk="0" hangingPunct="1">
              <a:defRPr sz="1800" kern="1200">
                <a:solidFill>
                  <a:srgbClr val="FFFFFF"/>
                </a:solidFill>
                <a:latin typeface="Calibri" panose="020F0502020204030204"/>
                <a:ea typeface="+mn-ea"/>
                <a:cs typeface="+mn-cs"/>
              </a:defRPr>
            </a:lvl5pPr>
            <a:lvl6pPr marL="2286000" algn="l" defTabSz="914400" rtl="0" eaLnBrk="1" latinLnBrk="0" hangingPunct="1">
              <a:defRPr sz="1800" kern="1200">
                <a:solidFill>
                  <a:srgbClr val="FFFFFF"/>
                </a:solidFill>
                <a:latin typeface="Calibri" panose="020F0502020204030204"/>
                <a:ea typeface="+mn-ea"/>
                <a:cs typeface="+mn-cs"/>
              </a:defRPr>
            </a:lvl6pPr>
            <a:lvl7pPr marL="2743200" algn="l" defTabSz="914400" rtl="0" eaLnBrk="1" latinLnBrk="0" hangingPunct="1">
              <a:defRPr sz="1800" kern="1200">
                <a:solidFill>
                  <a:srgbClr val="FFFFFF"/>
                </a:solidFill>
                <a:latin typeface="Calibri" panose="020F0502020204030204"/>
                <a:ea typeface="+mn-ea"/>
                <a:cs typeface="+mn-cs"/>
              </a:defRPr>
            </a:lvl7pPr>
            <a:lvl8pPr marL="3200400" algn="l" defTabSz="914400" rtl="0" eaLnBrk="1" latinLnBrk="0" hangingPunct="1">
              <a:defRPr sz="1800" kern="1200">
                <a:solidFill>
                  <a:srgbClr val="FFFFFF"/>
                </a:solidFill>
                <a:latin typeface="Calibri" panose="020F0502020204030204"/>
                <a:ea typeface="+mn-ea"/>
                <a:cs typeface="+mn-cs"/>
              </a:defRPr>
            </a:lvl8pPr>
            <a:lvl9pPr marL="3657600" algn="l" defTabSz="914400" rtl="0" eaLnBrk="1" latinLnBrk="0" hangingPunct="1">
              <a:defRPr sz="1800" kern="1200">
                <a:solidFill>
                  <a:srgbClr val="FFFFFF"/>
                </a:solidFill>
                <a:latin typeface="Calibri" panose="020F0502020204030204"/>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Arial"/>
            </a:endParaRPr>
          </a:p>
        </p:txBody>
      </p:sp>
      <p:sp>
        <p:nvSpPr>
          <p:cNvPr id="5" name="圆: 空心 4"/>
          <p:cNvSpPr/>
          <p:nvPr/>
        </p:nvSpPr>
        <p:spPr>
          <a:xfrm rot="12934323">
            <a:off x="-5259162" y="-1140007"/>
            <a:ext cx="9307710" cy="9307710"/>
          </a:xfrm>
          <a:prstGeom prst="donut">
            <a:avLst>
              <a:gd name="adj" fmla="val 27538"/>
            </a:avLst>
          </a:prstGeom>
          <a:gradFill>
            <a:gsLst>
              <a:gs pos="0">
                <a:schemeClr val="accent1">
                  <a:lumMod val="20000"/>
                  <a:lumOff val="80000"/>
                </a:schemeClr>
              </a:gs>
              <a:gs pos="7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panose="020F0502020204030204"/>
                <a:ea typeface="+mn-ea"/>
                <a:cs typeface="+mn-cs"/>
              </a:defRPr>
            </a:lvl1pPr>
            <a:lvl2pPr marL="457200" algn="l" defTabSz="914400" rtl="0" eaLnBrk="1" latinLnBrk="0" hangingPunct="1">
              <a:defRPr sz="1800" kern="1200">
                <a:solidFill>
                  <a:srgbClr val="FFFFFF"/>
                </a:solidFill>
                <a:latin typeface="Calibri" panose="020F0502020204030204"/>
                <a:ea typeface="+mn-ea"/>
                <a:cs typeface="+mn-cs"/>
              </a:defRPr>
            </a:lvl2pPr>
            <a:lvl3pPr marL="914400" algn="l" defTabSz="914400" rtl="0" eaLnBrk="1" latinLnBrk="0" hangingPunct="1">
              <a:defRPr sz="1800" kern="1200">
                <a:solidFill>
                  <a:srgbClr val="FFFFFF"/>
                </a:solidFill>
                <a:latin typeface="Calibri" panose="020F0502020204030204"/>
                <a:ea typeface="+mn-ea"/>
                <a:cs typeface="+mn-cs"/>
              </a:defRPr>
            </a:lvl3pPr>
            <a:lvl4pPr marL="1371600" algn="l" defTabSz="914400" rtl="0" eaLnBrk="1" latinLnBrk="0" hangingPunct="1">
              <a:defRPr sz="1800" kern="1200">
                <a:solidFill>
                  <a:srgbClr val="FFFFFF"/>
                </a:solidFill>
                <a:latin typeface="Calibri" panose="020F0502020204030204"/>
                <a:ea typeface="+mn-ea"/>
                <a:cs typeface="+mn-cs"/>
              </a:defRPr>
            </a:lvl4pPr>
            <a:lvl5pPr marL="1828800" algn="l" defTabSz="914400" rtl="0" eaLnBrk="1" latinLnBrk="0" hangingPunct="1">
              <a:defRPr sz="1800" kern="1200">
                <a:solidFill>
                  <a:srgbClr val="FFFFFF"/>
                </a:solidFill>
                <a:latin typeface="Calibri" panose="020F0502020204030204"/>
                <a:ea typeface="+mn-ea"/>
                <a:cs typeface="+mn-cs"/>
              </a:defRPr>
            </a:lvl5pPr>
            <a:lvl6pPr marL="2286000" algn="l" defTabSz="914400" rtl="0" eaLnBrk="1" latinLnBrk="0" hangingPunct="1">
              <a:defRPr sz="1800" kern="1200">
                <a:solidFill>
                  <a:srgbClr val="FFFFFF"/>
                </a:solidFill>
                <a:latin typeface="Calibri" panose="020F0502020204030204"/>
                <a:ea typeface="+mn-ea"/>
                <a:cs typeface="+mn-cs"/>
              </a:defRPr>
            </a:lvl6pPr>
            <a:lvl7pPr marL="2743200" algn="l" defTabSz="914400" rtl="0" eaLnBrk="1" latinLnBrk="0" hangingPunct="1">
              <a:defRPr sz="1800" kern="1200">
                <a:solidFill>
                  <a:srgbClr val="FFFFFF"/>
                </a:solidFill>
                <a:latin typeface="Calibri" panose="020F0502020204030204"/>
                <a:ea typeface="+mn-ea"/>
                <a:cs typeface="+mn-cs"/>
              </a:defRPr>
            </a:lvl7pPr>
            <a:lvl8pPr marL="3200400" algn="l" defTabSz="914400" rtl="0" eaLnBrk="1" latinLnBrk="0" hangingPunct="1">
              <a:defRPr sz="1800" kern="1200">
                <a:solidFill>
                  <a:srgbClr val="FFFFFF"/>
                </a:solidFill>
                <a:latin typeface="Calibri" panose="020F0502020204030204"/>
                <a:ea typeface="+mn-ea"/>
                <a:cs typeface="+mn-cs"/>
              </a:defRPr>
            </a:lvl8pPr>
            <a:lvl9pPr marL="3657600" algn="l" defTabSz="914400" rtl="0" eaLnBrk="1" latinLnBrk="0" hangingPunct="1">
              <a:defRPr sz="1800" kern="1200">
                <a:solidFill>
                  <a:srgbClr val="FFFFFF"/>
                </a:solidFill>
                <a:latin typeface="Calibri" panose="020F0502020204030204"/>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Arial"/>
            </a:endParaRPr>
          </a:p>
        </p:txBody>
      </p:sp>
      <p:grpSp>
        <p:nvGrpSpPr>
          <p:cNvPr id="8" name="Text12">
            <a:extLst>
              <a:ext uri="{FF2B5EF4-FFF2-40B4-BE49-F238E27FC236}">
                <a16:creationId xmlns:a16="http://schemas.microsoft.com/office/drawing/2014/main" id="{0AC132D1-BD81-5EE2-2C28-8837CF50552D}"/>
              </a:ext>
            </a:extLst>
          </p:cNvPr>
          <p:cNvGrpSpPr/>
          <p:nvPr/>
        </p:nvGrpSpPr>
        <p:grpSpPr>
          <a:xfrm>
            <a:off x="5663952" y="7389440"/>
            <a:ext cx="5996431" cy="798619"/>
            <a:chOff x="4804784" y="1449588"/>
            <a:chExt cx="5996431" cy="798619"/>
          </a:xfrm>
        </p:grpSpPr>
        <p:sp>
          <p:nvSpPr>
            <p:cNvPr id="9" name="Text9">
              <a:extLst>
                <a:ext uri="{FF2B5EF4-FFF2-40B4-BE49-F238E27FC236}">
                  <a16:creationId xmlns:a16="http://schemas.microsoft.com/office/drawing/2014/main" id="{9EA42545-F56D-90A8-B351-74BEB28CF2A3}"/>
                </a:ext>
              </a:extLst>
            </p:cNvPr>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000" dirty="0">
                  <a:solidFill>
                    <a:schemeClr val="bg2"/>
                  </a:solidFill>
                  <a:latin typeface="微软雅黑" panose="020B0503020204020204" pitchFamily="34" charset="-122"/>
                  <a:ea typeface="微软雅黑" panose="020B0503020204020204" pitchFamily="34" charset="-122"/>
                </a:rPr>
                <a:t>《</a:t>
              </a:r>
              <a:r>
                <a:rPr lang="en-US" altLang="ko-KR" sz="1000" dirty="0" err="1">
                  <a:solidFill>
                    <a:schemeClr val="bg2"/>
                  </a:solidFill>
                  <a:latin typeface="微软雅黑" panose="020B0503020204020204" pitchFamily="34" charset="-122"/>
                  <a:ea typeface="微软雅黑" panose="020B0503020204020204" pitchFamily="34" charset="-122"/>
                </a:rPr>
                <a:t>马克思主义政治经济学视角下的认识与改造》深入剖析了经济现象的实质，并提出了创新的发展策略</a:t>
              </a:r>
              <a:r>
                <a:rPr lang="en-US" altLang="ko-KR" sz="1000" dirty="0">
                  <a:solidFill>
                    <a:schemeClr val="bg2"/>
                  </a:solidFill>
                  <a:latin typeface="微软雅黑" panose="020B0503020204020204" pitchFamily="34" charset="-122"/>
                  <a:ea typeface="微软雅黑" panose="020B0503020204020204" pitchFamily="34" charset="-122"/>
                </a:rPr>
                <a:t>。</a:t>
              </a:r>
            </a:p>
          </p:txBody>
        </p:sp>
        <p:sp>
          <p:nvSpPr>
            <p:cNvPr id="10" name="Text10">
              <a:extLst>
                <a:ext uri="{FF2B5EF4-FFF2-40B4-BE49-F238E27FC236}">
                  <a16:creationId xmlns:a16="http://schemas.microsoft.com/office/drawing/2014/main" id="{C0FD4B9F-395E-34EC-7AFE-F87163803472}"/>
                </a:ext>
              </a:extLst>
            </p:cNvPr>
            <p:cNvSpPr txBox="1"/>
            <p:nvPr/>
          </p:nvSpPr>
          <p:spPr>
            <a:xfrm>
              <a:off x="5614494" y="1449588"/>
              <a:ext cx="4989681" cy="400110"/>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b="1" dirty="0" err="1">
                  <a:latin typeface="微软雅黑" panose="020B0503020204020204" pitchFamily="34" charset="-122"/>
                  <a:ea typeface="微软雅黑" panose="020B0503020204020204" pitchFamily="34" charset="-122"/>
                </a:rPr>
                <a:t>马克思主义政治经济学视角下的认识与改造</a:t>
              </a:r>
              <a:endParaRPr lang="en-US" altLang="ko-KR" b="1" dirty="0">
                <a:latin typeface="微软雅黑" panose="020B0503020204020204" pitchFamily="34" charset="-122"/>
                <a:ea typeface="微软雅黑" panose="020B0503020204020204" pitchFamily="34" charset="-122"/>
              </a:endParaRPr>
            </a:p>
          </p:txBody>
        </p:sp>
        <p:sp>
          <p:nvSpPr>
            <p:cNvPr id="11" name="Text11">
              <a:extLst>
                <a:ext uri="{FF2B5EF4-FFF2-40B4-BE49-F238E27FC236}">
                  <a16:creationId xmlns:a16="http://schemas.microsoft.com/office/drawing/2014/main" id="{B59FE671-A6D6-E7DE-9694-C7E502663477}"/>
                </a:ext>
              </a:extLst>
            </p:cNvPr>
            <p:cNvSpPr txBox="1"/>
            <p:nvPr/>
          </p:nvSpPr>
          <p:spPr>
            <a:xfrm>
              <a:off x="4804784" y="1449986"/>
              <a:ext cx="729687" cy="523220"/>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latin typeface="微软雅黑" panose="020B0503020204020204" pitchFamily="34" charset="-122"/>
                  <a:ea typeface="微软雅黑" panose="020B0503020204020204" pitchFamily="34" charset="-122"/>
                </a:rPr>
                <a:t>03.</a:t>
              </a:r>
            </a:p>
          </p:txBody>
        </p:sp>
      </p:grpSp>
    </p:spTree>
    <p:extLst>
      <p:ext uri="{BB962C8B-B14F-4D97-AF65-F5344CB8AC3E}">
        <p14:creationId xmlns:p14="http://schemas.microsoft.com/office/powerpoint/2010/main" val="39142228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3.33333E-6 1.85185E-6 L -0.00287 -0.59838 " pathEditMode="relative" rAng="0" ptsTypes="AA">
                                      <p:cBhvr>
                                        <p:cTn id="6" dur="2000" fill="hold"/>
                                        <p:tgtEl>
                                          <p:spTgt spid="8"/>
                                        </p:tgtEl>
                                        <p:attrNameLst>
                                          <p:attrName>ppt_x</p:attrName>
                                          <p:attrName>ppt_y</p:attrName>
                                        </p:attrNameLst>
                                      </p:cBhvr>
                                      <p:rCtr x="-143" y="-299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2"/>
          <p:cNvSpPr/>
          <p:nvPr/>
        </p:nvSpPr>
        <p:spPr>
          <a:xfrm>
            <a:off x="406800" y="0"/>
            <a:ext cx="813600" cy="813600"/>
          </a:xfrm>
          <a:prstGeom prst="rect">
            <a:avLst/>
          </a:prstGeom>
          <a:solidFill>
            <a:schemeClr val="accent1"/>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endParaRPr lang="ko-KR" altLang="en-US" sz="2000">
              <a:latin typeface="+mj-lt"/>
            </a:endParaRPr>
          </a:p>
        </p:txBody>
      </p:sp>
      <p:sp>
        <p:nvSpPr>
          <p:cNvPr id="8" name="Text3"/>
          <p:cNvSpPr txBox="1"/>
          <p:nvPr/>
        </p:nvSpPr>
        <p:spPr>
          <a:xfrm>
            <a:off x="689116" y="2353991"/>
            <a:ext cx="1722527" cy="1866900"/>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altLang="zh-CN" sz="8800" b="1" dirty="0">
                <a:solidFill>
                  <a:schemeClr val="accent1"/>
                </a:solidFill>
                <a:latin typeface="微软雅黑" panose="020B0503020204020204" pitchFamily="34" charset="-122"/>
                <a:ea typeface="微软雅黑" panose="020B0503020204020204" pitchFamily="34" charset="-122"/>
              </a:rPr>
              <a:t>03</a:t>
            </a:r>
          </a:p>
        </p:txBody>
      </p:sp>
      <p:sp>
        <p:nvSpPr>
          <p:cNvPr id="9" name="Shape1"/>
          <p:cNvSpPr txBox="1"/>
          <p:nvPr/>
        </p:nvSpPr>
        <p:spPr>
          <a:xfrm>
            <a:off x="2138713" y="2353991"/>
            <a:ext cx="528447" cy="1866900"/>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altLang="zh-CN" sz="8800" b="1">
                <a:solidFill>
                  <a:schemeClr val="accent1"/>
                </a:solidFill>
                <a:latin typeface="微软雅黑" panose="020B0503020204020204" pitchFamily="34" charset="-122"/>
                <a:ea typeface="微软雅黑" panose="020B0503020204020204" pitchFamily="34" charset="-122"/>
              </a:rPr>
              <a:t>.</a:t>
            </a:r>
            <a:endParaRPr lang="zh-CN" altLang="en-US" sz="8800" b="1">
              <a:solidFill>
                <a:schemeClr val="accent1"/>
              </a:solidFill>
              <a:latin typeface="微软雅黑" panose="020B0503020204020204" pitchFamily="34" charset="-122"/>
              <a:ea typeface="微软雅黑" panose="020B0503020204020204" pitchFamily="34" charset="-122"/>
            </a:endParaRPr>
          </a:p>
        </p:txBody>
      </p:sp>
      <p:grpSp>
        <p:nvGrpSpPr>
          <p:cNvPr id="5" name="Text4">
            <a:extLst>
              <a:ext uri="{FF2B5EF4-FFF2-40B4-BE49-F238E27FC236}">
                <a16:creationId xmlns:a16="http://schemas.microsoft.com/office/drawing/2014/main" id="{63EA981F-C58C-2270-381C-E8835A3D0059}"/>
              </a:ext>
            </a:extLst>
          </p:cNvPr>
          <p:cNvGrpSpPr/>
          <p:nvPr/>
        </p:nvGrpSpPr>
        <p:grpSpPr>
          <a:xfrm>
            <a:off x="3852483" y="2636912"/>
            <a:ext cx="5746783" cy="1866900"/>
            <a:chOff x="5614494" y="1449588"/>
            <a:chExt cx="5186721" cy="798619"/>
          </a:xfrm>
        </p:grpSpPr>
        <p:sp>
          <p:nvSpPr>
            <p:cNvPr id="10" name="Text1">
              <a:extLst>
                <a:ext uri="{FF2B5EF4-FFF2-40B4-BE49-F238E27FC236}">
                  <a16:creationId xmlns:a16="http://schemas.microsoft.com/office/drawing/2014/main" id="{BD199C8E-1B1B-2895-792F-5BDA75600407}"/>
                </a:ext>
              </a:extLst>
            </p:cNvPr>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400" dirty="0">
                  <a:solidFill>
                    <a:schemeClr val="bg2"/>
                  </a:solidFill>
                  <a:latin typeface="微软雅黑" panose="020B0503020204020204" pitchFamily="34" charset="-122"/>
                  <a:ea typeface="微软雅黑" panose="020B0503020204020204" pitchFamily="34" charset="-122"/>
                </a:rPr>
                <a:t>《</a:t>
              </a:r>
              <a:r>
                <a:rPr lang="en-US" altLang="ko-KR" sz="1400" dirty="0" err="1">
                  <a:solidFill>
                    <a:schemeClr val="bg2"/>
                  </a:solidFill>
                  <a:latin typeface="微软雅黑" panose="020B0503020204020204" pitchFamily="34" charset="-122"/>
                  <a:ea typeface="微软雅黑" panose="020B0503020204020204" pitchFamily="34" charset="-122"/>
                </a:rPr>
                <a:t>马克思主义政治经济学视角下的认识与改造》深入剖析了经济现象的实质，并提出了创新的发展策略</a:t>
              </a:r>
              <a:r>
                <a:rPr lang="en-US" altLang="ko-KR" sz="1400" dirty="0">
                  <a:solidFill>
                    <a:schemeClr val="bg2"/>
                  </a:solidFill>
                  <a:latin typeface="微软雅黑" panose="020B0503020204020204" pitchFamily="34" charset="-122"/>
                  <a:ea typeface="微软雅黑" panose="020B0503020204020204" pitchFamily="34" charset="-122"/>
                </a:rPr>
                <a:t>。</a:t>
              </a:r>
            </a:p>
            <a:p>
              <a:endParaRPr lang="en-US" altLang="ko-KR" sz="1000" dirty="0">
                <a:solidFill>
                  <a:schemeClr val="bg2"/>
                </a:solidFill>
                <a:latin typeface="微软雅黑" panose="020B0503020204020204" pitchFamily="34" charset="-122"/>
                <a:ea typeface="微软雅黑" panose="020B0503020204020204" pitchFamily="34" charset="-122"/>
              </a:endParaRPr>
            </a:p>
          </p:txBody>
        </p:sp>
        <p:sp>
          <p:nvSpPr>
            <p:cNvPr id="11" name="Text2">
              <a:extLst>
                <a:ext uri="{FF2B5EF4-FFF2-40B4-BE49-F238E27FC236}">
                  <a16:creationId xmlns:a16="http://schemas.microsoft.com/office/drawing/2014/main" id="{988E81FE-A897-4389-3801-5024D9FE42AF}"/>
                </a:ext>
              </a:extLst>
            </p:cNvPr>
            <p:cNvSpPr txBox="1"/>
            <p:nvPr/>
          </p:nvSpPr>
          <p:spPr>
            <a:xfrm>
              <a:off x="5614494" y="1449588"/>
              <a:ext cx="4989681" cy="400110"/>
            </a:xfrm>
            <a:prstGeom prst="rect">
              <a:avLst/>
            </a:prstGeom>
          </p:spPr>
          <p:txBody>
            <a:bodyPr wrap="square">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dirty="0" err="1">
                  <a:latin typeface="微软雅黑" panose="020B0503020204020204" pitchFamily="34" charset="-122"/>
                  <a:ea typeface="微软雅黑" panose="020B0503020204020204" pitchFamily="34" charset="-122"/>
                </a:rPr>
                <a:t>马克思主义政治经济学视角下的认识与改造</a:t>
              </a:r>
              <a:endParaRPr lang="en-US" altLang="ko-KR" sz="2800" b="1" dirty="0">
                <a:latin typeface="微软雅黑" panose="020B0503020204020204" pitchFamily="34" charset="-122"/>
                <a:ea typeface="微软雅黑" panose="020B0503020204020204" pitchFamily="34" charset="-122"/>
              </a:endParaRPr>
            </a:p>
            <a:p>
              <a:endParaRPr lang="en-US" altLang="ko-KR" sz="2800" b="1"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06795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18908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9381B4E2-9732-1A1B-860B-A695DBE10314}"/>
              </a:ext>
            </a:extLst>
          </p:cNvPr>
          <p:cNvGrpSpPr/>
          <p:nvPr/>
        </p:nvGrpSpPr>
        <p:grpSpPr>
          <a:xfrm>
            <a:off x="-12068073" y="-13852920"/>
            <a:ext cx="36328146" cy="34899173"/>
            <a:chOff x="695180" y="-1437989"/>
            <a:chExt cx="10883477" cy="10455374"/>
          </a:xfrm>
        </p:grpSpPr>
        <p:sp>
          <p:nvSpPr>
            <p:cNvPr id="4" name="椭圆 3"/>
            <p:cNvSpPr/>
            <p:nvPr/>
          </p:nvSpPr>
          <p:spPr>
            <a:xfrm>
              <a:off x="2050464" y="-509619"/>
              <a:ext cx="8091072" cy="8091072"/>
            </a:xfrm>
            <a:prstGeom prst="ellipse">
              <a:avLst/>
            </a:prstGeom>
            <a:noFill/>
            <a:ln w="25400">
              <a:gradFill>
                <a:gsLst>
                  <a:gs pos="0">
                    <a:schemeClr val="accent1">
                      <a:lumMod val="5000"/>
                      <a:lumOff val="95000"/>
                      <a:alpha val="0"/>
                    </a:schemeClr>
                  </a:gs>
                  <a:gs pos="57000">
                    <a:schemeClr val="accent1"/>
                  </a:gs>
                  <a:gs pos="100000">
                    <a:schemeClr val="bg1">
                      <a:alpha val="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 name="椭圆 4"/>
            <p:cNvSpPr/>
            <p:nvPr/>
          </p:nvSpPr>
          <p:spPr>
            <a:xfrm>
              <a:off x="3857939" y="1540925"/>
              <a:ext cx="4476122" cy="4476122"/>
            </a:xfrm>
            <a:prstGeom prst="ellipse">
              <a:avLst/>
            </a:prstGeom>
            <a:noFill/>
            <a:ln w="25400">
              <a:gradFill>
                <a:gsLst>
                  <a:gs pos="0">
                    <a:schemeClr val="accent1">
                      <a:lumMod val="5000"/>
                      <a:lumOff val="95000"/>
                      <a:alpha val="0"/>
                    </a:schemeClr>
                  </a:gs>
                  <a:gs pos="57000">
                    <a:schemeClr val="accent1"/>
                  </a:gs>
                  <a:gs pos="100000">
                    <a:schemeClr val="bg1">
                      <a:alpha val="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958555" y="-1437989"/>
              <a:ext cx="10455374" cy="10455374"/>
            </a:xfrm>
            <a:prstGeom prst="ellipse">
              <a:avLst/>
            </a:prstGeom>
            <a:noFill/>
            <a:ln w="25400">
              <a:gradFill>
                <a:gsLst>
                  <a:gs pos="0">
                    <a:schemeClr val="accent1">
                      <a:lumMod val="5000"/>
                      <a:lumOff val="95000"/>
                      <a:alpha val="0"/>
                    </a:schemeClr>
                  </a:gs>
                  <a:gs pos="57000">
                    <a:schemeClr val="accent1"/>
                  </a:gs>
                  <a:gs pos="100000">
                    <a:schemeClr val="bg1">
                      <a:alpha val="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椭圆 23"/>
            <p:cNvSpPr/>
            <p:nvPr/>
          </p:nvSpPr>
          <p:spPr>
            <a:xfrm>
              <a:off x="1668287" y="1949115"/>
              <a:ext cx="1163258" cy="1163258"/>
            </a:xfrm>
            <a:prstGeom prst="ellipse">
              <a:avLst/>
            </a:prstGeom>
            <a:gradFill flip="none" rotWithShape="1">
              <a:gsLst>
                <a:gs pos="14000">
                  <a:schemeClr val="accent1">
                    <a:lumMod val="20000"/>
                    <a:lumOff val="80000"/>
                  </a:schemeClr>
                </a:gs>
                <a:gs pos="100000">
                  <a:schemeClr val="accent1">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5" name="椭圆 24"/>
            <p:cNvSpPr/>
            <p:nvPr/>
          </p:nvSpPr>
          <p:spPr>
            <a:xfrm>
              <a:off x="1620443" y="1910828"/>
              <a:ext cx="1242591" cy="1242591"/>
            </a:xfrm>
            <a:prstGeom prst="ellipse">
              <a:avLst/>
            </a:prstGeom>
            <a:solidFill>
              <a:schemeClr val="accent1"/>
            </a:soli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0" name="Text1"/>
            <p:cNvSpPr txBox="1"/>
            <p:nvPr/>
          </p:nvSpPr>
          <p:spPr>
            <a:xfrm>
              <a:off x="1786234" y="2161676"/>
              <a:ext cx="911007" cy="760910"/>
            </a:xfrm>
            <a:prstGeom prst="rect">
              <a:avLst/>
            </a:prstGeom>
            <a:noFill/>
          </p:spPr>
          <p:txBody>
            <a:bodyPr wrap="square" lIns="0" tIns="0" rIns="0" bIns="0" anchor="ctr">
              <a:normAutofit fontScale="95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OPPOSans M" panose="00020600040101010101" pitchFamily="18" charset="-122"/>
                </a:rPr>
                <a:t>马克思主义政治经济学</a:t>
              </a:r>
            </a:p>
          </p:txBody>
        </p:sp>
        <p:sp>
          <p:nvSpPr>
            <p:cNvPr id="7" name="椭圆 6"/>
            <p:cNvSpPr/>
            <p:nvPr/>
          </p:nvSpPr>
          <p:spPr>
            <a:xfrm>
              <a:off x="9328966" y="4515150"/>
              <a:ext cx="1163258" cy="1163258"/>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9" name="Text2"/>
            <p:cNvSpPr txBox="1"/>
            <p:nvPr/>
          </p:nvSpPr>
          <p:spPr>
            <a:xfrm>
              <a:off x="9446913" y="4727711"/>
              <a:ext cx="911007" cy="760910"/>
            </a:xfrm>
            <a:prstGeom prst="rect">
              <a:avLst/>
            </a:prstGeom>
            <a:noFill/>
          </p:spPr>
          <p:txBody>
            <a:bodyPr wrap="square" lIns="0" tIns="0" rIns="0" bIns="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OPPOSans M" panose="00020600040101010101" pitchFamily="18" charset="-122"/>
                </a:rPr>
                <a:t>共产主义社会</a:t>
              </a:r>
            </a:p>
          </p:txBody>
        </p:sp>
        <p:sp>
          <p:nvSpPr>
            <p:cNvPr id="11" name="椭圆 10"/>
            <p:cNvSpPr/>
            <p:nvPr/>
          </p:nvSpPr>
          <p:spPr>
            <a:xfrm>
              <a:off x="8036398" y="3080869"/>
              <a:ext cx="847023" cy="847023"/>
            </a:xfrm>
            <a:prstGeom prst="ellipse">
              <a:avLst/>
            </a:prstGeom>
            <a:gradFill flip="none" rotWithShape="1">
              <a:gsLst>
                <a:gs pos="14000">
                  <a:schemeClr val="accent1">
                    <a:lumMod val="20000"/>
                    <a:lumOff val="80000"/>
                  </a:schemeClr>
                </a:gs>
                <a:gs pos="100000">
                  <a:schemeClr val="accent1">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椭圆 11"/>
            <p:cNvSpPr/>
            <p:nvPr/>
          </p:nvSpPr>
          <p:spPr>
            <a:xfrm>
              <a:off x="8033458" y="3159315"/>
              <a:ext cx="904789" cy="904789"/>
            </a:xfrm>
            <a:prstGeom prst="ellipse">
              <a:avLst/>
            </a:prstGeom>
            <a:solidFill>
              <a:schemeClr val="accent1"/>
            </a:soli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3" name="Text3"/>
            <p:cNvSpPr txBox="1"/>
            <p:nvPr/>
          </p:nvSpPr>
          <p:spPr>
            <a:xfrm>
              <a:off x="8122281" y="3235644"/>
              <a:ext cx="663347" cy="554054"/>
            </a:xfrm>
            <a:prstGeom prst="rect">
              <a:avLst/>
            </a:prstGeom>
            <a:noFill/>
          </p:spPr>
          <p:txBody>
            <a:bodyPr wrap="square" lIns="0" tIns="0" rIns="0" bIns="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微软雅黑" panose="020B0503020204020204" pitchFamily="34" charset="-122"/>
                  <a:ea typeface="微软雅黑" panose="020B0503020204020204" pitchFamily="34" charset="-122"/>
                  <a:cs typeface="OPPOSans M" panose="00020600040101010101" pitchFamily="18" charset="-122"/>
                </a:rPr>
                <a:t>阶级斗争</a:t>
              </a:r>
            </a:p>
          </p:txBody>
        </p:sp>
        <p:sp>
          <p:nvSpPr>
            <p:cNvPr id="15" name="椭圆 14"/>
            <p:cNvSpPr/>
            <p:nvPr/>
          </p:nvSpPr>
          <p:spPr>
            <a:xfrm>
              <a:off x="3304957" y="3781477"/>
              <a:ext cx="944310" cy="94431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6" name="Text4"/>
            <p:cNvSpPr txBox="1"/>
            <p:nvPr/>
          </p:nvSpPr>
          <p:spPr>
            <a:xfrm>
              <a:off x="3400704" y="3954030"/>
              <a:ext cx="739538" cy="617692"/>
            </a:xfrm>
            <a:prstGeom prst="rect">
              <a:avLst/>
            </a:prstGeom>
            <a:noFill/>
          </p:spPr>
          <p:txBody>
            <a:bodyPr wrap="square" lIns="0" tIns="0" rIns="0" bIns="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OPPOSans M" panose="00020600040101010101" pitchFamily="18" charset="-122"/>
                </a:rPr>
                <a:t>历史唯物主义</a:t>
              </a:r>
            </a:p>
          </p:txBody>
        </p:sp>
        <p:sp>
          <p:nvSpPr>
            <p:cNvPr id="18" name="椭圆 17"/>
            <p:cNvSpPr/>
            <p:nvPr/>
          </p:nvSpPr>
          <p:spPr>
            <a:xfrm>
              <a:off x="9306251" y="1383362"/>
              <a:ext cx="944310" cy="94431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1" name="Text5"/>
            <p:cNvSpPr txBox="1"/>
            <p:nvPr/>
          </p:nvSpPr>
          <p:spPr>
            <a:xfrm>
              <a:off x="9401998" y="1555915"/>
              <a:ext cx="739538" cy="617692"/>
            </a:xfrm>
            <a:prstGeom prst="rect">
              <a:avLst/>
            </a:prstGeom>
            <a:noFill/>
          </p:spPr>
          <p:txBody>
            <a:bodyPr wrap="square" lIns="0" tIns="0" rIns="0" bIns="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OPPOSans M" panose="00020600040101010101" pitchFamily="18" charset="-122"/>
                </a:rPr>
                <a:t>社会主义革命</a:t>
              </a:r>
            </a:p>
          </p:txBody>
        </p:sp>
        <p:sp>
          <p:nvSpPr>
            <p:cNvPr id="23" name="椭圆 22"/>
            <p:cNvSpPr/>
            <p:nvPr/>
          </p:nvSpPr>
          <p:spPr>
            <a:xfrm>
              <a:off x="1885736" y="5046593"/>
              <a:ext cx="973657" cy="973657"/>
            </a:xfrm>
            <a:prstGeom prst="ellipse">
              <a:avLst/>
            </a:prstGeom>
            <a:gradFill flip="none" rotWithShape="1">
              <a:gsLst>
                <a:gs pos="14000">
                  <a:schemeClr val="accent1">
                    <a:lumMod val="20000"/>
                    <a:lumOff val="80000"/>
                  </a:schemeClr>
                </a:gs>
                <a:gs pos="100000">
                  <a:schemeClr val="accent1">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6" name="椭圆 25"/>
            <p:cNvSpPr/>
            <p:nvPr/>
          </p:nvSpPr>
          <p:spPr>
            <a:xfrm>
              <a:off x="1845690" y="5014546"/>
              <a:ext cx="1040059" cy="1040059"/>
            </a:xfrm>
            <a:prstGeom prst="ellipse">
              <a:avLst/>
            </a:prstGeom>
            <a:solidFill>
              <a:schemeClr val="accent1"/>
            </a:soli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7" name="Text6"/>
            <p:cNvSpPr txBox="1"/>
            <p:nvPr/>
          </p:nvSpPr>
          <p:spPr>
            <a:xfrm>
              <a:off x="1984458" y="5224508"/>
              <a:ext cx="762520" cy="636888"/>
            </a:xfrm>
            <a:prstGeom prst="rect">
              <a:avLst/>
            </a:prstGeom>
            <a:noFill/>
          </p:spPr>
          <p:txBody>
            <a:bodyPr wrap="square" lIns="0" tIns="0" rIns="0" bIns="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a:ln>
                    <a:noFill/>
                  </a:ln>
                  <a:solidFill>
                    <a:schemeClr val="tx2"/>
                  </a:solidFill>
                  <a:effectLst/>
                  <a:uLnTx/>
                  <a:uFillTx/>
                  <a:latin typeface="微软雅黑" panose="020B0503020204020204" pitchFamily="34" charset="-122"/>
                  <a:ea typeface="微软雅黑" panose="020B0503020204020204" pitchFamily="34" charset="-122"/>
                  <a:cs typeface="OPPOSans M" panose="00020600040101010101" pitchFamily="18" charset="-122"/>
                </a:rPr>
                <a:t>经济基础和上层建筑</a:t>
              </a:r>
            </a:p>
          </p:txBody>
        </p:sp>
        <p:sp>
          <p:nvSpPr>
            <p:cNvPr id="29" name="椭圆 28"/>
            <p:cNvSpPr/>
            <p:nvPr/>
          </p:nvSpPr>
          <p:spPr>
            <a:xfrm>
              <a:off x="695180" y="3455736"/>
              <a:ext cx="1115985" cy="1115985"/>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0" name="Text7"/>
            <p:cNvSpPr txBox="1"/>
            <p:nvPr/>
          </p:nvSpPr>
          <p:spPr>
            <a:xfrm>
              <a:off x="808334" y="3659659"/>
              <a:ext cx="873985" cy="729988"/>
            </a:xfrm>
            <a:prstGeom prst="rect">
              <a:avLst/>
            </a:prstGeom>
            <a:noFill/>
          </p:spPr>
          <p:txBody>
            <a:bodyPr wrap="square" lIns="0" tIns="0" rIns="0" bIns="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OPPOSans M" panose="00020600040101010101" pitchFamily="18" charset="-122"/>
                </a:rPr>
                <a:t>生产力和生产关系</a:t>
              </a:r>
            </a:p>
          </p:txBody>
        </p:sp>
        <p:sp>
          <p:nvSpPr>
            <p:cNvPr id="32" name="椭圆 31"/>
            <p:cNvSpPr/>
            <p:nvPr/>
          </p:nvSpPr>
          <p:spPr>
            <a:xfrm>
              <a:off x="10131629" y="2866759"/>
              <a:ext cx="1408890" cy="1408890"/>
            </a:xfrm>
            <a:prstGeom prst="ellipse">
              <a:avLst/>
            </a:prstGeom>
            <a:gradFill flip="none" rotWithShape="1">
              <a:gsLst>
                <a:gs pos="14000">
                  <a:schemeClr val="accent1">
                    <a:lumMod val="20000"/>
                    <a:lumOff val="80000"/>
                  </a:schemeClr>
                </a:gs>
                <a:gs pos="100000">
                  <a:schemeClr val="accent1">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3" name="椭圆 32"/>
            <p:cNvSpPr/>
            <p:nvPr/>
          </p:nvSpPr>
          <p:spPr>
            <a:xfrm>
              <a:off x="10073682" y="2820387"/>
              <a:ext cx="1504975" cy="1504975"/>
            </a:xfrm>
            <a:prstGeom prst="ellipse">
              <a:avLst/>
            </a:prstGeom>
            <a:solidFill>
              <a:schemeClr val="accent1"/>
            </a:soli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4" name="Text8"/>
            <p:cNvSpPr txBox="1"/>
            <p:nvPr/>
          </p:nvSpPr>
          <p:spPr>
            <a:xfrm>
              <a:off x="10274481" y="3124204"/>
              <a:ext cx="1103374" cy="921583"/>
            </a:xfrm>
            <a:prstGeom prst="rect">
              <a:avLst/>
            </a:prstGeom>
            <a:noFill/>
          </p:spPr>
          <p:txBody>
            <a:bodyPr wrap="square" lIns="0" tIns="0" rIns="0" bIns="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OPPOSans M" panose="00020600040101010101" pitchFamily="18" charset="-122"/>
                </a:rPr>
                <a:t>我国社会主义建设</a:t>
              </a:r>
            </a:p>
          </p:txBody>
        </p:sp>
      </p:grpSp>
      <p:grpSp>
        <p:nvGrpSpPr>
          <p:cNvPr id="22" name="组合 21">
            <a:extLst>
              <a:ext uri="{FF2B5EF4-FFF2-40B4-BE49-F238E27FC236}">
                <a16:creationId xmlns:a16="http://schemas.microsoft.com/office/drawing/2014/main" id="{EEDCCC12-47DF-B2B9-CB83-ED6EE7303793}"/>
              </a:ext>
            </a:extLst>
          </p:cNvPr>
          <p:cNvGrpSpPr/>
          <p:nvPr/>
        </p:nvGrpSpPr>
        <p:grpSpPr>
          <a:xfrm>
            <a:off x="4735362" y="2245979"/>
            <a:ext cx="2852180" cy="2852180"/>
            <a:chOff x="4244278" y="1573153"/>
            <a:chExt cx="3711695" cy="3711695"/>
          </a:xfrm>
        </p:grpSpPr>
        <p:sp>
          <p:nvSpPr>
            <p:cNvPr id="28" name="椭圆 27">
              <a:extLst>
                <a:ext uri="{FF2B5EF4-FFF2-40B4-BE49-F238E27FC236}">
                  <a16:creationId xmlns:a16="http://schemas.microsoft.com/office/drawing/2014/main" id="{F1ED975B-8D76-C7BB-2401-385A7544AD93}"/>
                </a:ext>
              </a:extLst>
            </p:cNvPr>
            <p:cNvSpPr/>
            <p:nvPr/>
          </p:nvSpPr>
          <p:spPr>
            <a:xfrm>
              <a:off x="4771793" y="2100668"/>
              <a:ext cx="2656664" cy="2656664"/>
            </a:xfrm>
            <a:prstGeom prst="ellipse">
              <a:avLst/>
            </a:prstGeom>
            <a:gradFill flip="none" rotWithShape="1">
              <a:gsLst>
                <a:gs pos="14000">
                  <a:schemeClr val="accent1">
                    <a:lumMod val="20000"/>
                    <a:lumOff val="80000"/>
                  </a:schemeClr>
                </a:gs>
                <a:gs pos="100000">
                  <a:schemeClr val="accent1">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31" name="椭圆 30">
              <a:extLst>
                <a:ext uri="{FF2B5EF4-FFF2-40B4-BE49-F238E27FC236}">
                  <a16:creationId xmlns:a16="http://schemas.microsoft.com/office/drawing/2014/main" id="{7C1095A3-BB8B-ECFE-289C-CBF3BB9CB314}"/>
                </a:ext>
              </a:extLst>
            </p:cNvPr>
            <p:cNvSpPr/>
            <p:nvPr/>
          </p:nvSpPr>
          <p:spPr>
            <a:xfrm>
              <a:off x="4244278" y="1573153"/>
              <a:ext cx="3711695" cy="3711695"/>
            </a:xfrm>
            <a:prstGeom prst="ellipse">
              <a:avLst/>
            </a:prstGeom>
            <a:gradFill flip="none" rotWithShape="1">
              <a:gsLst>
                <a:gs pos="14000">
                  <a:schemeClr val="accent1"/>
                </a:gs>
                <a:gs pos="73000">
                  <a:schemeClr val="accent1"/>
                </a:gs>
              </a:gsLst>
              <a:lin ang="2700000" scaled="1"/>
            </a:gra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dirty="0">
                <a:solidFill>
                  <a:prstClr val="white"/>
                </a:solidFill>
                <a:latin typeface="微软雅黑" panose="020B0503020204020204" pitchFamily="34" charset="-122"/>
                <a:ea typeface="微软雅黑" panose="020B0503020204020204" pitchFamily="34" charset="-122"/>
              </a:endParaRPr>
            </a:p>
          </p:txBody>
        </p:sp>
      </p:grpSp>
      <p:sp>
        <p:nvSpPr>
          <p:cNvPr id="35" name="Text9">
            <a:extLst>
              <a:ext uri="{FF2B5EF4-FFF2-40B4-BE49-F238E27FC236}">
                <a16:creationId xmlns:a16="http://schemas.microsoft.com/office/drawing/2014/main" id="{C2BEC58D-135C-C6AA-CEFA-33F1E198C332}"/>
              </a:ext>
            </a:extLst>
          </p:cNvPr>
          <p:cNvSpPr txBox="1"/>
          <p:nvPr/>
        </p:nvSpPr>
        <p:spPr>
          <a:xfrm>
            <a:off x="5031641" y="2874497"/>
            <a:ext cx="2324889" cy="1580109"/>
          </a:xfrm>
          <a:prstGeom prst="rect">
            <a:avLst/>
          </a:prstGeom>
          <a:noFill/>
        </p:spPr>
        <p:txBody>
          <a:bodyPr wrap="square" lIns="0" tIns="0" rIns="0" bIns="0" anchor="ctr">
            <a:normAutofit fontScale="92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OPPOSans M" panose="00020600040101010101" pitchFamily="18" charset="-122"/>
              </a:rPr>
              <a:t>马克思主义经      济学的基本理论与方法</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9381B4E2-9732-1A1B-860B-A695DBE10314}"/>
              </a:ext>
            </a:extLst>
          </p:cNvPr>
          <p:cNvGrpSpPr/>
          <p:nvPr/>
        </p:nvGrpSpPr>
        <p:grpSpPr>
          <a:xfrm>
            <a:off x="695180" y="-1437989"/>
            <a:ext cx="10883477" cy="10455374"/>
            <a:chOff x="695180" y="-1437989"/>
            <a:chExt cx="10883477" cy="10455374"/>
          </a:xfrm>
        </p:grpSpPr>
        <p:sp>
          <p:nvSpPr>
            <p:cNvPr id="4" name="椭圆 3"/>
            <p:cNvSpPr/>
            <p:nvPr/>
          </p:nvSpPr>
          <p:spPr>
            <a:xfrm>
              <a:off x="2050464" y="-509619"/>
              <a:ext cx="8091072" cy="8091072"/>
            </a:xfrm>
            <a:prstGeom prst="ellipse">
              <a:avLst/>
            </a:prstGeom>
            <a:noFill/>
            <a:ln w="25400">
              <a:gradFill>
                <a:gsLst>
                  <a:gs pos="0">
                    <a:schemeClr val="accent1">
                      <a:lumMod val="5000"/>
                      <a:lumOff val="95000"/>
                      <a:alpha val="0"/>
                    </a:schemeClr>
                  </a:gs>
                  <a:gs pos="57000">
                    <a:schemeClr val="accent1"/>
                  </a:gs>
                  <a:gs pos="100000">
                    <a:schemeClr val="bg1">
                      <a:alpha val="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 name="椭圆 4"/>
            <p:cNvSpPr/>
            <p:nvPr/>
          </p:nvSpPr>
          <p:spPr>
            <a:xfrm>
              <a:off x="3857939" y="1540925"/>
              <a:ext cx="4476122" cy="4476122"/>
            </a:xfrm>
            <a:prstGeom prst="ellipse">
              <a:avLst/>
            </a:prstGeom>
            <a:noFill/>
            <a:ln w="25400">
              <a:gradFill>
                <a:gsLst>
                  <a:gs pos="0">
                    <a:schemeClr val="accent1">
                      <a:lumMod val="5000"/>
                      <a:lumOff val="95000"/>
                      <a:alpha val="0"/>
                    </a:schemeClr>
                  </a:gs>
                  <a:gs pos="57000">
                    <a:schemeClr val="accent1"/>
                  </a:gs>
                  <a:gs pos="100000">
                    <a:schemeClr val="bg1">
                      <a:alpha val="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7" name="椭圆 56"/>
            <p:cNvSpPr/>
            <p:nvPr/>
          </p:nvSpPr>
          <p:spPr>
            <a:xfrm>
              <a:off x="958555" y="-1437989"/>
              <a:ext cx="10455374" cy="10455374"/>
            </a:xfrm>
            <a:prstGeom prst="ellipse">
              <a:avLst/>
            </a:prstGeom>
            <a:noFill/>
            <a:ln w="25400">
              <a:gradFill>
                <a:gsLst>
                  <a:gs pos="0">
                    <a:schemeClr val="accent1">
                      <a:lumMod val="5000"/>
                      <a:lumOff val="95000"/>
                      <a:alpha val="0"/>
                    </a:schemeClr>
                  </a:gs>
                  <a:gs pos="57000">
                    <a:schemeClr val="accent1"/>
                  </a:gs>
                  <a:gs pos="100000">
                    <a:schemeClr val="bg1">
                      <a:alpha val="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椭圆 23"/>
            <p:cNvSpPr/>
            <p:nvPr/>
          </p:nvSpPr>
          <p:spPr>
            <a:xfrm>
              <a:off x="1668287" y="1949115"/>
              <a:ext cx="1163258" cy="1163258"/>
            </a:xfrm>
            <a:prstGeom prst="ellipse">
              <a:avLst/>
            </a:prstGeom>
            <a:gradFill flip="none" rotWithShape="1">
              <a:gsLst>
                <a:gs pos="14000">
                  <a:schemeClr val="accent1">
                    <a:lumMod val="20000"/>
                    <a:lumOff val="80000"/>
                  </a:schemeClr>
                </a:gs>
                <a:gs pos="100000">
                  <a:schemeClr val="accent1">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5" name="椭圆 24"/>
            <p:cNvSpPr/>
            <p:nvPr/>
          </p:nvSpPr>
          <p:spPr>
            <a:xfrm>
              <a:off x="1620443" y="1910828"/>
              <a:ext cx="1242591" cy="1242591"/>
            </a:xfrm>
            <a:prstGeom prst="ellipse">
              <a:avLst/>
            </a:prstGeom>
            <a:solidFill>
              <a:schemeClr val="accent1"/>
            </a:soli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0" name="Text1"/>
            <p:cNvSpPr txBox="1"/>
            <p:nvPr/>
          </p:nvSpPr>
          <p:spPr>
            <a:xfrm>
              <a:off x="1786234" y="2161676"/>
              <a:ext cx="911007" cy="760910"/>
            </a:xfrm>
            <a:prstGeom prst="rect">
              <a:avLst/>
            </a:prstGeom>
            <a:noFill/>
          </p:spPr>
          <p:txBody>
            <a:bodyPr wrap="square" lIns="0" tIns="0" rIns="0" bIns="0" anchor="ctr">
              <a:normAutofit fontScale="950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OPPOSans M" panose="00020600040101010101" pitchFamily="18" charset="-122"/>
                </a:rPr>
                <a:t>马克思主义政治经济学</a:t>
              </a:r>
            </a:p>
          </p:txBody>
        </p:sp>
        <p:sp>
          <p:nvSpPr>
            <p:cNvPr id="7" name="椭圆 6"/>
            <p:cNvSpPr/>
            <p:nvPr/>
          </p:nvSpPr>
          <p:spPr>
            <a:xfrm>
              <a:off x="9328966" y="4515150"/>
              <a:ext cx="1163258" cy="1163258"/>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9" name="Text2"/>
            <p:cNvSpPr txBox="1"/>
            <p:nvPr/>
          </p:nvSpPr>
          <p:spPr>
            <a:xfrm>
              <a:off x="9446913" y="4727711"/>
              <a:ext cx="911007" cy="760910"/>
            </a:xfrm>
            <a:prstGeom prst="rect">
              <a:avLst/>
            </a:prstGeom>
            <a:noFill/>
          </p:spPr>
          <p:txBody>
            <a:bodyPr wrap="square" lIns="0" tIns="0" rIns="0" bIns="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OPPOSans M" panose="00020600040101010101" pitchFamily="18" charset="-122"/>
                </a:rPr>
                <a:t>共产主义社会</a:t>
              </a:r>
            </a:p>
          </p:txBody>
        </p:sp>
        <p:sp>
          <p:nvSpPr>
            <p:cNvPr id="11" name="椭圆 10"/>
            <p:cNvSpPr/>
            <p:nvPr/>
          </p:nvSpPr>
          <p:spPr>
            <a:xfrm>
              <a:off x="8036398" y="3080869"/>
              <a:ext cx="847023" cy="847023"/>
            </a:xfrm>
            <a:prstGeom prst="ellipse">
              <a:avLst/>
            </a:prstGeom>
            <a:gradFill flip="none" rotWithShape="1">
              <a:gsLst>
                <a:gs pos="14000">
                  <a:schemeClr val="accent1">
                    <a:lumMod val="20000"/>
                    <a:lumOff val="80000"/>
                  </a:schemeClr>
                </a:gs>
                <a:gs pos="100000">
                  <a:schemeClr val="accent1">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椭圆 11"/>
            <p:cNvSpPr/>
            <p:nvPr/>
          </p:nvSpPr>
          <p:spPr>
            <a:xfrm>
              <a:off x="8033458" y="3159315"/>
              <a:ext cx="904789" cy="904789"/>
            </a:xfrm>
            <a:prstGeom prst="ellipse">
              <a:avLst/>
            </a:prstGeom>
            <a:solidFill>
              <a:schemeClr val="accent1"/>
            </a:soli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3" name="Text3"/>
            <p:cNvSpPr txBox="1"/>
            <p:nvPr/>
          </p:nvSpPr>
          <p:spPr>
            <a:xfrm>
              <a:off x="8122281" y="3235644"/>
              <a:ext cx="663347" cy="554054"/>
            </a:xfrm>
            <a:prstGeom prst="rect">
              <a:avLst/>
            </a:prstGeom>
            <a:noFill/>
          </p:spPr>
          <p:txBody>
            <a:bodyPr wrap="square" lIns="0" tIns="0" rIns="0" bIns="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微软雅黑" panose="020B0503020204020204" pitchFamily="34" charset="-122"/>
                  <a:ea typeface="微软雅黑" panose="020B0503020204020204" pitchFamily="34" charset="-122"/>
                  <a:cs typeface="OPPOSans M" panose="00020600040101010101" pitchFamily="18" charset="-122"/>
                </a:rPr>
                <a:t>阶级斗争</a:t>
              </a:r>
            </a:p>
          </p:txBody>
        </p:sp>
        <p:sp>
          <p:nvSpPr>
            <p:cNvPr id="15" name="椭圆 14"/>
            <p:cNvSpPr/>
            <p:nvPr/>
          </p:nvSpPr>
          <p:spPr>
            <a:xfrm>
              <a:off x="3304957" y="3781477"/>
              <a:ext cx="944310" cy="94431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6" name="Text4"/>
            <p:cNvSpPr txBox="1"/>
            <p:nvPr/>
          </p:nvSpPr>
          <p:spPr>
            <a:xfrm>
              <a:off x="3400704" y="3954030"/>
              <a:ext cx="739538" cy="617692"/>
            </a:xfrm>
            <a:prstGeom prst="rect">
              <a:avLst/>
            </a:prstGeom>
            <a:noFill/>
          </p:spPr>
          <p:txBody>
            <a:bodyPr wrap="square" lIns="0" tIns="0" rIns="0" bIns="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OPPOSans M" panose="00020600040101010101" pitchFamily="18" charset="-122"/>
                </a:rPr>
                <a:t>历史唯物主义</a:t>
              </a:r>
            </a:p>
          </p:txBody>
        </p:sp>
        <p:sp>
          <p:nvSpPr>
            <p:cNvPr id="18" name="椭圆 17"/>
            <p:cNvSpPr/>
            <p:nvPr/>
          </p:nvSpPr>
          <p:spPr>
            <a:xfrm>
              <a:off x="9306251" y="1383362"/>
              <a:ext cx="944310" cy="944310"/>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1" name="Text5"/>
            <p:cNvSpPr txBox="1"/>
            <p:nvPr/>
          </p:nvSpPr>
          <p:spPr>
            <a:xfrm>
              <a:off x="9401998" y="1555915"/>
              <a:ext cx="739538" cy="617692"/>
            </a:xfrm>
            <a:prstGeom prst="rect">
              <a:avLst/>
            </a:prstGeom>
            <a:noFill/>
          </p:spPr>
          <p:txBody>
            <a:bodyPr wrap="square" lIns="0" tIns="0" rIns="0" bIns="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OPPOSans M" panose="00020600040101010101" pitchFamily="18" charset="-122"/>
                </a:rPr>
                <a:t>社会主义革命</a:t>
              </a:r>
            </a:p>
          </p:txBody>
        </p:sp>
        <p:sp>
          <p:nvSpPr>
            <p:cNvPr id="23" name="椭圆 22"/>
            <p:cNvSpPr/>
            <p:nvPr/>
          </p:nvSpPr>
          <p:spPr>
            <a:xfrm>
              <a:off x="1885736" y="5046593"/>
              <a:ext cx="973657" cy="973657"/>
            </a:xfrm>
            <a:prstGeom prst="ellipse">
              <a:avLst/>
            </a:prstGeom>
            <a:gradFill flip="none" rotWithShape="1">
              <a:gsLst>
                <a:gs pos="14000">
                  <a:schemeClr val="accent1">
                    <a:lumMod val="20000"/>
                    <a:lumOff val="80000"/>
                  </a:schemeClr>
                </a:gs>
                <a:gs pos="100000">
                  <a:schemeClr val="accent1">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6" name="椭圆 25"/>
            <p:cNvSpPr/>
            <p:nvPr/>
          </p:nvSpPr>
          <p:spPr>
            <a:xfrm>
              <a:off x="1845690" y="5014546"/>
              <a:ext cx="1040059" cy="1040059"/>
            </a:xfrm>
            <a:prstGeom prst="ellipse">
              <a:avLst/>
            </a:prstGeom>
            <a:solidFill>
              <a:schemeClr val="accent1"/>
            </a:soli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7" name="Text6"/>
            <p:cNvSpPr txBox="1"/>
            <p:nvPr/>
          </p:nvSpPr>
          <p:spPr>
            <a:xfrm>
              <a:off x="1984458" y="5224508"/>
              <a:ext cx="762520" cy="636888"/>
            </a:xfrm>
            <a:prstGeom prst="rect">
              <a:avLst/>
            </a:prstGeom>
            <a:noFill/>
          </p:spPr>
          <p:txBody>
            <a:bodyPr wrap="square" lIns="0" tIns="0" rIns="0" bIns="0" anchor="ctr">
              <a:normAutofit fontScale="92500"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a:ln>
                    <a:noFill/>
                  </a:ln>
                  <a:solidFill>
                    <a:schemeClr val="tx2"/>
                  </a:solidFill>
                  <a:effectLst/>
                  <a:uLnTx/>
                  <a:uFillTx/>
                  <a:latin typeface="微软雅黑" panose="020B0503020204020204" pitchFamily="34" charset="-122"/>
                  <a:ea typeface="微软雅黑" panose="020B0503020204020204" pitchFamily="34" charset="-122"/>
                  <a:cs typeface="OPPOSans M" panose="00020600040101010101" pitchFamily="18" charset="-122"/>
                </a:rPr>
                <a:t>经济基础和上层建筑</a:t>
              </a:r>
            </a:p>
          </p:txBody>
        </p:sp>
        <p:sp>
          <p:nvSpPr>
            <p:cNvPr id="29" name="椭圆 28"/>
            <p:cNvSpPr/>
            <p:nvPr/>
          </p:nvSpPr>
          <p:spPr>
            <a:xfrm>
              <a:off x="695180" y="3455736"/>
              <a:ext cx="1115985" cy="1115985"/>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0" name="Text7"/>
            <p:cNvSpPr txBox="1"/>
            <p:nvPr/>
          </p:nvSpPr>
          <p:spPr>
            <a:xfrm>
              <a:off x="808334" y="3659659"/>
              <a:ext cx="873985" cy="729988"/>
            </a:xfrm>
            <a:prstGeom prst="rect">
              <a:avLst/>
            </a:prstGeom>
            <a:noFill/>
          </p:spPr>
          <p:txBody>
            <a:bodyPr wrap="square" lIns="0" tIns="0" rIns="0" bIns="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OPPOSans M" panose="00020600040101010101" pitchFamily="18" charset="-122"/>
                </a:rPr>
                <a:t>生产力和生产关系</a:t>
              </a:r>
            </a:p>
          </p:txBody>
        </p:sp>
        <p:sp>
          <p:nvSpPr>
            <p:cNvPr id="32" name="椭圆 31"/>
            <p:cNvSpPr/>
            <p:nvPr/>
          </p:nvSpPr>
          <p:spPr>
            <a:xfrm>
              <a:off x="10131629" y="2866759"/>
              <a:ext cx="1408890" cy="1408890"/>
            </a:xfrm>
            <a:prstGeom prst="ellipse">
              <a:avLst/>
            </a:prstGeom>
            <a:gradFill flip="none" rotWithShape="1">
              <a:gsLst>
                <a:gs pos="14000">
                  <a:schemeClr val="accent1">
                    <a:lumMod val="20000"/>
                    <a:lumOff val="80000"/>
                  </a:schemeClr>
                </a:gs>
                <a:gs pos="100000">
                  <a:schemeClr val="accent1">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3" name="椭圆 32"/>
            <p:cNvSpPr/>
            <p:nvPr/>
          </p:nvSpPr>
          <p:spPr>
            <a:xfrm>
              <a:off x="10073682" y="2820387"/>
              <a:ext cx="1504975" cy="1504975"/>
            </a:xfrm>
            <a:prstGeom prst="ellipse">
              <a:avLst/>
            </a:prstGeom>
            <a:solidFill>
              <a:schemeClr val="accent1"/>
            </a:soli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4" name="Text8"/>
            <p:cNvSpPr txBox="1"/>
            <p:nvPr/>
          </p:nvSpPr>
          <p:spPr>
            <a:xfrm>
              <a:off x="10274481" y="3124204"/>
              <a:ext cx="1103374" cy="921583"/>
            </a:xfrm>
            <a:prstGeom prst="rect">
              <a:avLst/>
            </a:prstGeom>
            <a:noFill/>
          </p:spPr>
          <p:txBody>
            <a:bodyPr wrap="square" lIns="0" tIns="0" rIns="0" bIns="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OPPOSans M" panose="00020600040101010101" pitchFamily="18" charset="-122"/>
                </a:rPr>
                <a:t>我国社会主义建设</a:t>
              </a:r>
            </a:p>
          </p:txBody>
        </p:sp>
      </p:grpSp>
      <p:grpSp>
        <p:nvGrpSpPr>
          <p:cNvPr id="22" name="组合 21">
            <a:extLst>
              <a:ext uri="{FF2B5EF4-FFF2-40B4-BE49-F238E27FC236}">
                <a16:creationId xmlns:a16="http://schemas.microsoft.com/office/drawing/2014/main" id="{EEDCCC12-47DF-B2B9-CB83-ED6EE7303793}"/>
              </a:ext>
            </a:extLst>
          </p:cNvPr>
          <p:cNvGrpSpPr/>
          <p:nvPr/>
        </p:nvGrpSpPr>
        <p:grpSpPr>
          <a:xfrm>
            <a:off x="4735362" y="2245979"/>
            <a:ext cx="2852180" cy="2852180"/>
            <a:chOff x="4244278" y="1573153"/>
            <a:chExt cx="3711695" cy="3711695"/>
          </a:xfrm>
        </p:grpSpPr>
        <p:sp>
          <p:nvSpPr>
            <p:cNvPr id="28" name="椭圆 27">
              <a:extLst>
                <a:ext uri="{FF2B5EF4-FFF2-40B4-BE49-F238E27FC236}">
                  <a16:creationId xmlns:a16="http://schemas.microsoft.com/office/drawing/2014/main" id="{F1ED975B-8D76-C7BB-2401-385A7544AD93}"/>
                </a:ext>
              </a:extLst>
            </p:cNvPr>
            <p:cNvSpPr/>
            <p:nvPr/>
          </p:nvSpPr>
          <p:spPr>
            <a:xfrm>
              <a:off x="4771793" y="2100668"/>
              <a:ext cx="2656664" cy="2656664"/>
            </a:xfrm>
            <a:prstGeom prst="ellipse">
              <a:avLst/>
            </a:prstGeom>
            <a:gradFill flip="none" rotWithShape="1">
              <a:gsLst>
                <a:gs pos="14000">
                  <a:schemeClr val="accent1">
                    <a:lumMod val="20000"/>
                    <a:lumOff val="80000"/>
                  </a:schemeClr>
                </a:gs>
                <a:gs pos="100000">
                  <a:schemeClr val="accent1">
                    <a:lumMod val="60000"/>
                    <a:lumOff val="4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31" name="椭圆 30">
              <a:extLst>
                <a:ext uri="{FF2B5EF4-FFF2-40B4-BE49-F238E27FC236}">
                  <a16:creationId xmlns:a16="http://schemas.microsoft.com/office/drawing/2014/main" id="{7C1095A3-BB8B-ECFE-289C-CBF3BB9CB314}"/>
                </a:ext>
              </a:extLst>
            </p:cNvPr>
            <p:cNvSpPr/>
            <p:nvPr/>
          </p:nvSpPr>
          <p:spPr>
            <a:xfrm>
              <a:off x="4244278" y="1573153"/>
              <a:ext cx="3711695" cy="3711695"/>
            </a:xfrm>
            <a:prstGeom prst="ellipse">
              <a:avLst/>
            </a:prstGeom>
            <a:gradFill flip="none" rotWithShape="1">
              <a:gsLst>
                <a:gs pos="14000">
                  <a:schemeClr val="accent1"/>
                </a:gs>
                <a:gs pos="73000">
                  <a:schemeClr val="accent1"/>
                </a:gs>
              </a:gsLst>
              <a:lin ang="2700000" scaled="1"/>
            </a:gra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dirty="0">
                <a:solidFill>
                  <a:prstClr val="white"/>
                </a:solidFill>
                <a:latin typeface="微软雅黑" panose="020B0503020204020204" pitchFamily="34" charset="-122"/>
                <a:ea typeface="微软雅黑" panose="020B0503020204020204" pitchFamily="34" charset="-122"/>
              </a:endParaRPr>
            </a:p>
          </p:txBody>
        </p:sp>
      </p:grpSp>
      <p:sp>
        <p:nvSpPr>
          <p:cNvPr id="35" name="Text9">
            <a:extLst>
              <a:ext uri="{FF2B5EF4-FFF2-40B4-BE49-F238E27FC236}">
                <a16:creationId xmlns:a16="http://schemas.microsoft.com/office/drawing/2014/main" id="{C2BEC58D-135C-C6AA-CEFA-33F1E198C332}"/>
              </a:ext>
            </a:extLst>
          </p:cNvPr>
          <p:cNvSpPr txBox="1"/>
          <p:nvPr/>
        </p:nvSpPr>
        <p:spPr>
          <a:xfrm>
            <a:off x="5031641" y="2874497"/>
            <a:ext cx="2324889" cy="1580109"/>
          </a:xfrm>
          <a:prstGeom prst="rect">
            <a:avLst/>
          </a:prstGeom>
          <a:noFill/>
        </p:spPr>
        <p:txBody>
          <a:bodyPr wrap="square" lIns="0" tIns="0" rIns="0" bIns="0" anchor="ctr">
            <a:normAutofit fontScale="925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cs typeface="OPPOSans M" panose="00020600040101010101" pitchFamily="18" charset="-122"/>
              </a:rPr>
              <a:t>马克思主义经济学的基本理论与方法</a:t>
            </a:r>
          </a:p>
        </p:txBody>
      </p:sp>
      <p:sp>
        <p:nvSpPr>
          <p:cNvPr id="2" name="Text10">
            <a:extLst>
              <a:ext uri="{FF2B5EF4-FFF2-40B4-BE49-F238E27FC236}">
                <a16:creationId xmlns:a16="http://schemas.microsoft.com/office/drawing/2014/main" id="{655771EC-1446-F1B0-6B29-2E4F56CDB58E}"/>
              </a:ext>
            </a:extLst>
          </p:cNvPr>
          <p:cNvSpPr txBox="1"/>
          <p:nvPr>
            <p:custDataLst>
              <p:tags r:id="rId1"/>
            </p:custDataLst>
          </p:nvPr>
        </p:nvSpPr>
        <p:spPr>
          <a:xfrm>
            <a:off x="273975" y="238391"/>
            <a:ext cx="11669372" cy="720348"/>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lang="en-US" altLang="zh-CN" sz="3200" b="1" noProof="0" dirty="0" err="1">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马克思主义政治经济学的基本理论和方法</a:t>
            </a:r>
            <a:endParaRPr lang="en-US" altLang="zh-CN" sz="32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grpSp>
        <p:nvGrpSpPr>
          <p:cNvPr id="3" name="组合 6">
            <a:extLst>
              <a:ext uri="{FF2B5EF4-FFF2-40B4-BE49-F238E27FC236}">
                <a16:creationId xmlns:a16="http://schemas.microsoft.com/office/drawing/2014/main" id="{DBBC1A9F-91F2-AA70-5E0E-00FD52D25789}"/>
              </a:ext>
            </a:extLst>
          </p:cNvPr>
          <p:cNvGrpSpPr/>
          <p:nvPr/>
        </p:nvGrpSpPr>
        <p:grpSpPr>
          <a:xfrm flipH="1" flipV="1">
            <a:off x="189360" y="5866609"/>
            <a:ext cx="966493" cy="799222"/>
            <a:chOff x="342037" y="610664"/>
            <a:chExt cx="2302063" cy="1903645"/>
          </a:xfrm>
        </p:grpSpPr>
        <p:sp>
          <p:nvSpPr>
            <p:cNvPr id="6" name="图形 2">
              <a:extLst>
                <a:ext uri="{FF2B5EF4-FFF2-40B4-BE49-F238E27FC236}">
                  <a16:creationId xmlns:a16="http://schemas.microsoft.com/office/drawing/2014/main" id="{F6FF7020-A71A-56A9-739B-1C343A2D0534}"/>
                </a:ext>
              </a:extLst>
            </p:cNvPr>
            <p:cNvSpPr/>
            <p:nvPr/>
          </p:nvSpPr>
          <p:spPr>
            <a:xfrm rot="2895196">
              <a:off x="342084" y="610617"/>
              <a:ext cx="1903645" cy="1903740"/>
            </a:xfrm>
            <a:custGeom>
              <a:avLst/>
              <a:gdLst>
                <a:gd name="connsiteX0" fmla="*/ 1688716 w 2829852"/>
                <a:gd name="connsiteY0" fmla="*/ 2814352 h 2829996"/>
                <a:gd name="connsiteX1" fmla="*/ 1688716 w 2829852"/>
                <a:gd name="connsiteY1" fmla="*/ 2814352 h 2829996"/>
                <a:gd name="connsiteX2" fmla="*/ 5860 w 2829852"/>
                <a:gd name="connsiteY2" fmla="*/ 925524 h 2829996"/>
                <a:gd name="connsiteX3" fmla="*/ 5860 w 2829852"/>
                <a:gd name="connsiteY3" fmla="*/ 925524 h 2829996"/>
                <a:gd name="connsiteX4" fmla="*/ 100071 w 2829852"/>
                <a:gd name="connsiteY4" fmla="*/ 640801 h 2829996"/>
                <a:gd name="connsiteX5" fmla="*/ 100071 w 2829852"/>
                <a:gd name="connsiteY5" fmla="*/ 640801 h 2829996"/>
                <a:gd name="connsiteX6" fmla="*/ 2577146 w 2829852"/>
                <a:gd name="connsiteY6" fmla="*/ 127755 h 2829996"/>
                <a:gd name="connsiteX7" fmla="*/ 2577146 w 2829852"/>
                <a:gd name="connsiteY7" fmla="*/ 127755 h 2829996"/>
                <a:gd name="connsiteX8" fmla="*/ 2776641 w 2829852"/>
                <a:gd name="connsiteY8" fmla="*/ 351690 h 2829996"/>
                <a:gd name="connsiteX9" fmla="*/ 2776641 w 2829852"/>
                <a:gd name="connsiteY9" fmla="*/ 351690 h 2829996"/>
                <a:gd name="connsiteX10" fmla="*/ 1982840 w 2829852"/>
                <a:gd name="connsiteY10" fmla="*/ 2753981 h 2829996"/>
                <a:gd name="connsiteX11" fmla="*/ 1982840 w 2829852"/>
                <a:gd name="connsiteY11" fmla="*/ 2753981 h 2829996"/>
                <a:gd name="connsiteX12" fmla="*/ 1688716 w 2829852"/>
                <a:gd name="connsiteY12" fmla="*/ 2814352 h 2829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9852" h="2829996">
                  <a:moveTo>
                    <a:pt x="1688716" y="2814352"/>
                  </a:moveTo>
                  <a:lnTo>
                    <a:pt x="1688716" y="2814352"/>
                  </a:lnTo>
                  <a:cubicBezTo>
                    <a:pt x="830660" y="2530526"/>
                    <a:pt x="189165" y="1810528"/>
                    <a:pt x="5860" y="925524"/>
                  </a:cubicBezTo>
                  <a:lnTo>
                    <a:pt x="5860" y="925524"/>
                  </a:lnTo>
                  <a:cubicBezTo>
                    <a:pt x="-15886" y="820596"/>
                    <a:pt x="20043" y="712055"/>
                    <a:pt x="100071" y="640801"/>
                  </a:cubicBezTo>
                  <a:lnTo>
                    <a:pt x="100071" y="640801"/>
                  </a:lnTo>
                  <a:cubicBezTo>
                    <a:pt x="774823" y="39560"/>
                    <a:pt x="1719090" y="-156028"/>
                    <a:pt x="2577146" y="127755"/>
                  </a:cubicBezTo>
                  <a:lnTo>
                    <a:pt x="2577146" y="127755"/>
                  </a:lnTo>
                  <a:cubicBezTo>
                    <a:pt x="2678857" y="161408"/>
                    <a:pt x="2754915" y="246783"/>
                    <a:pt x="2776641" y="351690"/>
                  </a:cubicBezTo>
                  <a:lnTo>
                    <a:pt x="2776641" y="351690"/>
                  </a:lnTo>
                  <a:cubicBezTo>
                    <a:pt x="2960322" y="1236778"/>
                    <a:pt x="2657696" y="2152594"/>
                    <a:pt x="1982840" y="2753981"/>
                  </a:cubicBezTo>
                  <a:lnTo>
                    <a:pt x="1982840" y="2753981"/>
                  </a:lnTo>
                  <a:cubicBezTo>
                    <a:pt x="1902667" y="2825298"/>
                    <a:pt x="1790490" y="2848318"/>
                    <a:pt x="1688716" y="2814352"/>
                  </a:cubicBezTo>
                  <a:close/>
                </a:path>
              </a:pathLst>
            </a:custGeom>
            <a:solidFill>
              <a:schemeClr val="accent1"/>
            </a:solidFill>
            <a:ln w="20884" cap="flat">
              <a:noFill/>
              <a:prstDash val="solid"/>
              <a:miter/>
            </a:ln>
          </p:spPr>
          <p:txBody>
            <a:bodyPr rtlCol="0" anchor="ctr"/>
            <a:lstStyle/>
            <a:p>
              <a:endParaRPr lang="zh-CN" altLang="en-US" dirty="0"/>
            </a:p>
          </p:txBody>
        </p:sp>
        <p:sp>
          <p:nvSpPr>
            <p:cNvPr id="8" name="图形 2">
              <a:extLst>
                <a:ext uri="{FF2B5EF4-FFF2-40B4-BE49-F238E27FC236}">
                  <a16:creationId xmlns:a16="http://schemas.microsoft.com/office/drawing/2014/main" id="{EC3493D4-5B6D-CDB8-8199-77D5BF6D4316}"/>
                </a:ext>
              </a:extLst>
            </p:cNvPr>
            <p:cNvSpPr/>
            <p:nvPr/>
          </p:nvSpPr>
          <p:spPr>
            <a:xfrm rot="716488">
              <a:off x="1401882" y="975688"/>
              <a:ext cx="1242218" cy="1173592"/>
            </a:xfrm>
            <a:custGeom>
              <a:avLst/>
              <a:gdLst>
                <a:gd name="connsiteX0" fmla="*/ 1688716 w 2829852"/>
                <a:gd name="connsiteY0" fmla="*/ 2814352 h 2829996"/>
                <a:gd name="connsiteX1" fmla="*/ 1688716 w 2829852"/>
                <a:gd name="connsiteY1" fmla="*/ 2814352 h 2829996"/>
                <a:gd name="connsiteX2" fmla="*/ 5860 w 2829852"/>
                <a:gd name="connsiteY2" fmla="*/ 925524 h 2829996"/>
                <a:gd name="connsiteX3" fmla="*/ 5860 w 2829852"/>
                <a:gd name="connsiteY3" fmla="*/ 925524 h 2829996"/>
                <a:gd name="connsiteX4" fmla="*/ 100071 w 2829852"/>
                <a:gd name="connsiteY4" fmla="*/ 640801 h 2829996"/>
                <a:gd name="connsiteX5" fmla="*/ 100071 w 2829852"/>
                <a:gd name="connsiteY5" fmla="*/ 640801 h 2829996"/>
                <a:gd name="connsiteX6" fmla="*/ 2577146 w 2829852"/>
                <a:gd name="connsiteY6" fmla="*/ 127755 h 2829996"/>
                <a:gd name="connsiteX7" fmla="*/ 2577146 w 2829852"/>
                <a:gd name="connsiteY7" fmla="*/ 127755 h 2829996"/>
                <a:gd name="connsiteX8" fmla="*/ 2776641 w 2829852"/>
                <a:gd name="connsiteY8" fmla="*/ 351690 h 2829996"/>
                <a:gd name="connsiteX9" fmla="*/ 2776641 w 2829852"/>
                <a:gd name="connsiteY9" fmla="*/ 351690 h 2829996"/>
                <a:gd name="connsiteX10" fmla="*/ 1982840 w 2829852"/>
                <a:gd name="connsiteY10" fmla="*/ 2753981 h 2829996"/>
                <a:gd name="connsiteX11" fmla="*/ 1982840 w 2829852"/>
                <a:gd name="connsiteY11" fmla="*/ 2753981 h 2829996"/>
                <a:gd name="connsiteX12" fmla="*/ 1688716 w 2829852"/>
                <a:gd name="connsiteY12" fmla="*/ 2814352 h 2829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9852" h="2829996">
                  <a:moveTo>
                    <a:pt x="1688716" y="2814352"/>
                  </a:moveTo>
                  <a:lnTo>
                    <a:pt x="1688716" y="2814352"/>
                  </a:lnTo>
                  <a:cubicBezTo>
                    <a:pt x="830660" y="2530526"/>
                    <a:pt x="189165" y="1810528"/>
                    <a:pt x="5860" y="925524"/>
                  </a:cubicBezTo>
                  <a:lnTo>
                    <a:pt x="5860" y="925524"/>
                  </a:lnTo>
                  <a:cubicBezTo>
                    <a:pt x="-15886" y="820596"/>
                    <a:pt x="20043" y="712055"/>
                    <a:pt x="100071" y="640801"/>
                  </a:cubicBezTo>
                  <a:lnTo>
                    <a:pt x="100071" y="640801"/>
                  </a:lnTo>
                  <a:cubicBezTo>
                    <a:pt x="774823" y="39560"/>
                    <a:pt x="1719090" y="-156028"/>
                    <a:pt x="2577146" y="127755"/>
                  </a:cubicBezTo>
                  <a:lnTo>
                    <a:pt x="2577146" y="127755"/>
                  </a:lnTo>
                  <a:cubicBezTo>
                    <a:pt x="2678857" y="161408"/>
                    <a:pt x="2754915" y="246783"/>
                    <a:pt x="2776641" y="351690"/>
                  </a:cubicBezTo>
                  <a:lnTo>
                    <a:pt x="2776641" y="351690"/>
                  </a:lnTo>
                  <a:cubicBezTo>
                    <a:pt x="2960322" y="1236778"/>
                    <a:pt x="2657696" y="2152594"/>
                    <a:pt x="1982840" y="2753981"/>
                  </a:cubicBezTo>
                  <a:lnTo>
                    <a:pt x="1982840" y="2753981"/>
                  </a:lnTo>
                  <a:cubicBezTo>
                    <a:pt x="1902667" y="2825298"/>
                    <a:pt x="1790490" y="2848318"/>
                    <a:pt x="1688716" y="2814352"/>
                  </a:cubicBezTo>
                  <a:close/>
                </a:path>
              </a:pathLst>
            </a:custGeom>
            <a:solidFill>
              <a:schemeClr val="accent1">
                <a:lumMod val="20000"/>
                <a:lumOff val="80000"/>
              </a:schemeClr>
            </a:solidFill>
            <a:ln w="20884" cap="flat">
              <a:noFill/>
              <a:prstDash val="solid"/>
              <a:miter/>
            </a:ln>
          </p:spPr>
          <p:txBody>
            <a:bodyPr rtlCol="0" anchor="ctr"/>
            <a:lstStyle/>
            <a:p>
              <a:endParaRPr lang="zh-CN" altLang="en-US"/>
            </a:p>
          </p:txBody>
        </p:sp>
      </p:grpSp>
      <p:sp>
        <p:nvSpPr>
          <p:cNvPr id="10" name="Freeform: Shape 25">
            <a:extLst>
              <a:ext uri="{FF2B5EF4-FFF2-40B4-BE49-F238E27FC236}">
                <a16:creationId xmlns:a16="http://schemas.microsoft.com/office/drawing/2014/main" id="{56FFE269-6DC1-CEB2-15E3-452B5EABD527}"/>
              </a:ext>
            </a:extLst>
          </p:cNvPr>
          <p:cNvSpPr/>
          <p:nvPr>
            <p:custDataLst>
              <p:tags r:id="rId2"/>
            </p:custDataLst>
          </p:nvPr>
        </p:nvSpPr>
        <p:spPr>
          <a:xfrm flipH="1">
            <a:off x="11556317" y="201937"/>
            <a:ext cx="339090" cy="340360"/>
          </a:xfrm>
          <a:custGeom>
            <a:avLst/>
            <a:gdLst>
              <a:gd name="connsiteX0" fmla="*/ 316376 w 718878"/>
              <a:gd name="connsiteY0" fmla="*/ 634637 h 719819"/>
              <a:gd name="connsiteX1" fmla="*/ 401558 w 718878"/>
              <a:gd name="connsiteY1" fmla="*/ 634637 h 719819"/>
              <a:gd name="connsiteX2" fmla="*/ 401558 w 718878"/>
              <a:gd name="connsiteY2" fmla="*/ 719819 h 719819"/>
              <a:gd name="connsiteX3" fmla="*/ 316376 w 718878"/>
              <a:gd name="connsiteY3" fmla="*/ 719819 h 719819"/>
              <a:gd name="connsiteX4" fmla="*/ 632753 w 718878"/>
              <a:gd name="connsiteY4" fmla="*/ 634636 h 719819"/>
              <a:gd name="connsiteX5" fmla="*/ 717935 w 718878"/>
              <a:gd name="connsiteY5" fmla="*/ 634636 h 719819"/>
              <a:gd name="connsiteX6" fmla="*/ 717935 w 718878"/>
              <a:gd name="connsiteY6" fmla="*/ 719818 h 719819"/>
              <a:gd name="connsiteX7" fmla="*/ 632753 w 718878"/>
              <a:gd name="connsiteY7" fmla="*/ 719818 h 719819"/>
              <a:gd name="connsiteX8" fmla="*/ 0 w 718878"/>
              <a:gd name="connsiteY8" fmla="*/ 634636 h 719819"/>
              <a:gd name="connsiteX9" fmla="*/ 85182 w 718878"/>
              <a:gd name="connsiteY9" fmla="*/ 634636 h 719819"/>
              <a:gd name="connsiteX10" fmla="*/ 85182 w 718878"/>
              <a:gd name="connsiteY10" fmla="*/ 719818 h 719819"/>
              <a:gd name="connsiteX11" fmla="*/ 0 w 718878"/>
              <a:gd name="connsiteY11" fmla="*/ 719818 h 719819"/>
              <a:gd name="connsiteX12" fmla="*/ 632756 w 718878"/>
              <a:gd name="connsiteY12" fmla="*/ 317318 h 719819"/>
              <a:gd name="connsiteX13" fmla="*/ 717938 w 718878"/>
              <a:gd name="connsiteY13" fmla="*/ 317318 h 719819"/>
              <a:gd name="connsiteX14" fmla="*/ 717938 w 718878"/>
              <a:gd name="connsiteY14" fmla="*/ 402500 h 719819"/>
              <a:gd name="connsiteX15" fmla="*/ 632756 w 718878"/>
              <a:gd name="connsiteY15" fmla="*/ 402500 h 719819"/>
              <a:gd name="connsiteX16" fmla="*/ 316378 w 718878"/>
              <a:gd name="connsiteY16" fmla="*/ 317318 h 719819"/>
              <a:gd name="connsiteX17" fmla="*/ 401560 w 718878"/>
              <a:gd name="connsiteY17" fmla="*/ 317318 h 719819"/>
              <a:gd name="connsiteX18" fmla="*/ 401560 w 718878"/>
              <a:gd name="connsiteY18" fmla="*/ 402500 h 719819"/>
              <a:gd name="connsiteX19" fmla="*/ 316378 w 718878"/>
              <a:gd name="connsiteY19" fmla="*/ 402500 h 719819"/>
              <a:gd name="connsiteX20" fmla="*/ 0 w 718878"/>
              <a:gd name="connsiteY20" fmla="*/ 317318 h 719819"/>
              <a:gd name="connsiteX21" fmla="*/ 85182 w 718878"/>
              <a:gd name="connsiteY21" fmla="*/ 317318 h 719819"/>
              <a:gd name="connsiteX22" fmla="*/ 85182 w 718878"/>
              <a:gd name="connsiteY22" fmla="*/ 402500 h 719819"/>
              <a:gd name="connsiteX23" fmla="*/ 0 w 718878"/>
              <a:gd name="connsiteY23" fmla="*/ 402500 h 719819"/>
              <a:gd name="connsiteX24" fmla="*/ 633696 w 718878"/>
              <a:gd name="connsiteY24" fmla="*/ 0 h 719819"/>
              <a:gd name="connsiteX25" fmla="*/ 718878 w 718878"/>
              <a:gd name="connsiteY25" fmla="*/ 0 h 719819"/>
              <a:gd name="connsiteX26" fmla="*/ 718878 w 718878"/>
              <a:gd name="connsiteY26" fmla="*/ 85182 h 719819"/>
              <a:gd name="connsiteX27" fmla="*/ 633696 w 718878"/>
              <a:gd name="connsiteY27" fmla="*/ 85182 h 719819"/>
              <a:gd name="connsiteX28" fmla="*/ 316378 w 718878"/>
              <a:gd name="connsiteY28" fmla="*/ 0 h 719819"/>
              <a:gd name="connsiteX29" fmla="*/ 401560 w 718878"/>
              <a:gd name="connsiteY29" fmla="*/ 0 h 719819"/>
              <a:gd name="connsiteX30" fmla="*/ 401560 w 718878"/>
              <a:gd name="connsiteY30" fmla="*/ 85182 h 719819"/>
              <a:gd name="connsiteX31" fmla="*/ 316378 w 718878"/>
              <a:gd name="connsiteY31" fmla="*/ 85182 h 719819"/>
              <a:gd name="connsiteX32" fmla="*/ 0 w 718878"/>
              <a:gd name="connsiteY32" fmla="*/ 0 h 719819"/>
              <a:gd name="connsiteX33" fmla="*/ 85182 w 718878"/>
              <a:gd name="connsiteY33" fmla="*/ 0 h 719819"/>
              <a:gd name="connsiteX34" fmla="*/ 85182 w 718878"/>
              <a:gd name="connsiteY34" fmla="*/ 85182 h 719819"/>
              <a:gd name="connsiteX35" fmla="*/ 0 w 718878"/>
              <a:gd name="connsiteY35" fmla="*/ 85182 h 71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18878" h="719819">
                <a:moveTo>
                  <a:pt x="316376" y="634637"/>
                </a:moveTo>
                <a:lnTo>
                  <a:pt x="401558" y="634637"/>
                </a:lnTo>
                <a:lnTo>
                  <a:pt x="401558" y="719819"/>
                </a:lnTo>
                <a:lnTo>
                  <a:pt x="316376" y="719819"/>
                </a:lnTo>
                <a:close/>
                <a:moveTo>
                  <a:pt x="632753" y="634636"/>
                </a:moveTo>
                <a:lnTo>
                  <a:pt x="717935" y="634636"/>
                </a:lnTo>
                <a:lnTo>
                  <a:pt x="717935" y="719818"/>
                </a:lnTo>
                <a:lnTo>
                  <a:pt x="632753" y="719818"/>
                </a:lnTo>
                <a:close/>
                <a:moveTo>
                  <a:pt x="0" y="634636"/>
                </a:moveTo>
                <a:lnTo>
                  <a:pt x="85182" y="634636"/>
                </a:lnTo>
                <a:lnTo>
                  <a:pt x="85182" y="719818"/>
                </a:lnTo>
                <a:lnTo>
                  <a:pt x="0" y="719818"/>
                </a:lnTo>
                <a:close/>
                <a:moveTo>
                  <a:pt x="632756" y="317318"/>
                </a:moveTo>
                <a:lnTo>
                  <a:pt x="717938" y="317318"/>
                </a:lnTo>
                <a:lnTo>
                  <a:pt x="717938" y="402500"/>
                </a:lnTo>
                <a:lnTo>
                  <a:pt x="632756" y="402500"/>
                </a:lnTo>
                <a:close/>
                <a:moveTo>
                  <a:pt x="316378" y="317318"/>
                </a:moveTo>
                <a:lnTo>
                  <a:pt x="401560" y="317318"/>
                </a:lnTo>
                <a:lnTo>
                  <a:pt x="401560" y="402500"/>
                </a:lnTo>
                <a:lnTo>
                  <a:pt x="316378" y="402500"/>
                </a:lnTo>
                <a:close/>
                <a:moveTo>
                  <a:pt x="0" y="317318"/>
                </a:moveTo>
                <a:lnTo>
                  <a:pt x="85182" y="317318"/>
                </a:lnTo>
                <a:lnTo>
                  <a:pt x="85182" y="402500"/>
                </a:lnTo>
                <a:lnTo>
                  <a:pt x="0" y="402500"/>
                </a:lnTo>
                <a:close/>
                <a:moveTo>
                  <a:pt x="633696" y="0"/>
                </a:moveTo>
                <a:lnTo>
                  <a:pt x="718878" y="0"/>
                </a:lnTo>
                <a:lnTo>
                  <a:pt x="718878" y="85182"/>
                </a:lnTo>
                <a:lnTo>
                  <a:pt x="633696" y="85182"/>
                </a:lnTo>
                <a:close/>
                <a:moveTo>
                  <a:pt x="316378" y="0"/>
                </a:moveTo>
                <a:lnTo>
                  <a:pt x="401560" y="0"/>
                </a:lnTo>
                <a:lnTo>
                  <a:pt x="401560" y="85182"/>
                </a:lnTo>
                <a:lnTo>
                  <a:pt x="316378" y="85182"/>
                </a:lnTo>
                <a:close/>
                <a:moveTo>
                  <a:pt x="0" y="0"/>
                </a:moveTo>
                <a:lnTo>
                  <a:pt x="85182" y="0"/>
                </a:lnTo>
                <a:lnTo>
                  <a:pt x="85182" y="85182"/>
                </a:lnTo>
                <a:lnTo>
                  <a:pt x="0" y="8518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2192049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par>
                                <p:cTn id="8" presetID="53" presetClass="entr" presetSubtype="16"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 calcmode="lin" valueType="num">
                                      <p:cBhvr>
                                        <p:cTn id="10" dur="1000" fill="hold"/>
                                        <p:tgtEl>
                                          <p:spTgt spid="2"/>
                                        </p:tgtEl>
                                        <p:attrNameLst>
                                          <p:attrName>ppt_w</p:attrName>
                                        </p:attrNameLst>
                                      </p:cBhvr>
                                      <p:tavLst>
                                        <p:tav tm="0">
                                          <p:val>
                                            <p:fltVal val="0"/>
                                          </p:val>
                                        </p:tav>
                                        <p:tav tm="100000">
                                          <p:val>
                                            <p:strVal val="#ppt_w"/>
                                          </p:val>
                                        </p:tav>
                                      </p:tavLst>
                                    </p:anim>
                                    <p:anim calcmode="lin" valueType="num">
                                      <p:cBhvr>
                                        <p:cTn id="11" dur="1000" fill="hold"/>
                                        <p:tgtEl>
                                          <p:spTgt spid="2"/>
                                        </p:tgtEl>
                                        <p:attrNameLst>
                                          <p:attrName>ppt_h</p:attrName>
                                        </p:attrNameLst>
                                      </p:cBhvr>
                                      <p:tavLst>
                                        <p:tav tm="0">
                                          <p:val>
                                            <p:fltVal val="0"/>
                                          </p:val>
                                        </p:tav>
                                        <p:tav tm="100000">
                                          <p:val>
                                            <p:strVal val="#ppt_h"/>
                                          </p:val>
                                        </p:tav>
                                      </p:tavLst>
                                    </p:anim>
                                    <p:animEffect transition="in" filter="fade">
                                      <p:cBhvr>
                                        <p:cTn id="12" dur="1000"/>
                                        <p:tgtEl>
                                          <p:spTgt spid="2"/>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Freeform: Shape 25"/>
          <p:cNvSpPr/>
          <p:nvPr>
            <p:custDataLst>
              <p:tags r:id="rId1"/>
            </p:custDataLst>
          </p:nvPr>
        </p:nvSpPr>
        <p:spPr>
          <a:xfrm flipH="1">
            <a:off x="11556317" y="201937"/>
            <a:ext cx="339090" cy="340360"/>
          </a:xfrm>
          <a:custGeom>
            <a:avLst/>
            <a:gdLst>
              <a:gd name="connsiteX0" fmla="*/ 316376 w 718878"/>
              <a:gd name="connsiteY0" fmla="*/ 634637 h 719819"/>
              <a:gd name="connsiteX1" fmla="*/ 401558 w 718878"/>
              <a:gd name="connsiteY1" fmla="*/ 634637 h 719819"/>
              <a:gd name="connsiteX2" fmla="*/ 401558 w 718878"/>
              <a:gd name="connsiteY2" fmla="*/ 719819 h 719819"/>
              <a:gd name="connsiteX3" fmla="*/ 316376 w 718878"/>
              <a:gd name="connsiteY3" fmla="*/ 719819 h 719819"/>
              <a:gd name="connsiteX4" fmla="*/ 632753 w 718878"/>
              <a:gd name="connsiteY4" fmla="*/ 634636 h 719819"/>
              <a:gd name="connsiteX5" fmla="*/ 717935 w 718878"/>
              <a:gd name="connsiteY5" fmla="*/ 634636 h 719819"/>
              <a:gd name="connsiteX6" fmla="*/ 717935 w 718878"/>
              <a:gd name="connsiteY6" fmla="*/ 719818 h 719819"/>
              <a:gd name="connsiteX7" fmla="*/ 632753 w 718878"/>
              <a:gd name="connsiteY7" fmla="*/ 719818 h 719819"/>
              <a:gd name="connsiteX8" fmla="*/ 0 w 718878"/>
              <a:gd name="connsiteY8" fmla="*/ 634636 h 719819"/>
              <a:gd name="connsiteX9" fmla="*/ 85182 w 718878"/>
              <a:gd name="connsiteY9" fmla="*/ 634636 h 719819"/>
              <a:gd name="connsiteX10" fmla="*/ 85182 w 718878"/>
              <a:gd name="connsiteY10" fmla="*/ 719818 h 719819"/>
              <a:gd name="connsiteX11" fmla="*/ 0 w 718878"/>
              <a:gd name="connsiteY11" fmla="*/ 719818 h 719819"/>
              <a:gd name="connsiteX12" fmla="*/ 632756 w 718878"/>
              <a:gd name="connsiteY12" fmla="*/ 317318 h 719819"/>
              <a:gd name="connsiteX13" fmla="*/ 717938 w 718878"/>
              <a:gd name="connsiteY13" fmla="*/ 317318 h 719819"/>
              <a:gd name="connsiteX14" fmla="*/ 717938 w 718878"/>
              <a:gd name="connsiteY14" fmla="*/ 402500 h 719819"/>
              <a:gd name="connsiteX15" fmla="*/ 632756 w 718878"/>
              <a:gd name="connsiteY15" fmla="*/ 402500 h 719819"/>
              <a:gd name="connsiteX16" fmla="*/ 316378 w 718878"/>
              <a:gd name="connsiteY16" fmla="*/ 317318 h 719819"/>
              <a:gd name="connsiteX17" fmla="*/ 401560 w 718878"/>
              <a:gd name="connsiteY17" fmla="*/ 317318 h 719819"/>
              <a:gd name="connsiteX18" fmla="*/ 401560 w 718878"/>
              <a:gd name="connsiteY18" fmla="*/ 402500 h 719819"/>
              <a:gd name="connsiteX19" fmla="*/ 316378 w 718878"/>
              <a:gd name="connsiteY19" fmla="*/ 402500 h 719819"/>
              <a:gd name="connsiteX20" fmla="*/ 0 w 718878"/>
              <a:gd name="connsiteY20" fmla="*/ 317318 h 719819"/>
              <a:gd name="connsiteX21" fmla="*/ 85182 w 718878"/>
              <a:gd name="connsiteY21" fmla="*/ 317318 h 719819"/>
              <a:gd name="connsiteX22" fmla="*/ 85182 w 718878"/>
              <a:gd name="connsiteY22" fmla="*/ 402500 h 719819"/>
              <a:gd name="connsiteX23" fmla="*/ 0 w 718878"/>
              <a:gd name="connsiteY23" fmla="*/ 402500 h 719819"/>
              <a:gd name="connsiteX24" fmla="*/ 633696 w 718878"/>
              <a:gd name="connsiteY24" fmla="*/ 0 h 719819"/>
              <a:gd name="connsiteX25" fmla="*/ 718878 w 718878"/>
              <a:gd name="connsiteY25" fmla="*/ 0 h 719819"/>
              <a:gd name="connsiteX26" fmla="*/ 718878 w 718878"/>
              <a:gd name="connsiteY26" fmla="*/ 85182 h 719819"/>
              <a:gd name="connsiteX27" fmla="*/ 633696 w 718878"/>
              <a:gd name="connsiteY27" fmla="*/ 85182 h 719819"/>
              <a:gd name="connsiteX28" fmla="*/ 316378 w 718878"/>
              <a:gd name="connsiteY28" fmla="*/ 0 h 719819"/>
              <a:gd name="connsiteX29" fmla="*/ 401560 w 718878"/>
              <a:gd name="connsiteY29" fmla="*/ 0 h 719819"/>
              <a:gd name="connsiteX30" fmla="*/ 401560 w 718878"/>
              <a:gd name="connsiteY30" fmla="*/ 85182 h 719819"/>
              <a:gd name="connsiteX31" fmla="*/ 316378 w 718878"/>
              <a:gd name="connsiteY31" fmla="*/ 85182 h 719819"/>
              <a:gd name="connsiteX32" fmla="*/ 0 w 718878"/>
              <a:gd name="connsiteY32" fmla="*/ 0 h 719819"/>
              <a:gd name="connsiteX33" fmla="*/ 85182 w 718878"/>
              <a:gd name="connsiteY33" fmla="*/ 0 h 719819"/>
              <a:gd name="connsiteX34" fmla="*/ 85182 w 718878"/>
              <a:gd name="connsiteY34" fmla="*/ 85182 h 719819"/>
              <a:gd name="connsiteX35" fmla="*/ 0 w 718878"/>
              <a:gd name="connsiteY35" fmla="*/ 85182 h 71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18878" h="719819">
                <a:moveTo>
                  <a:pt x="316376" y="634637"/>
                </a:moveTo>
                <a:lnTo>
                  <a:pt x="401558" y="634637"/>
                </a:lnTo>
                <a:lnTo>
                  <a:pt x="401558" y="719819"/>
                </a:lnTo>
                <a:lnTo>
                  <a:pt x="316376" y="719819"/>
                </a:lnTo>
                <a:close/>
                <a:moveTo>
                  <a:pt x="632753" y="634636"/>
                </a:moveTo>
                <a:lnTo>
                  <a:pt x="717935" y="634636"/>
                </a:lnTo>
                <a:lnTo>
                  <a:pt x="717935" y="719818"/>
                </a:lnTo>
                <a:lnTo>
                  <a:pt x="632753" y="719818"/>
                </a:lnTo>
                <a:close/>
                <a:moveTo>
                  <a:pt x="0" y="634636"/>
                </a:moveTo>
                <a:lnTo>
                  <a:pt x="85182" y="634636"/>
                </a:lnTo>
                <a:lnTo>
                  <a:pt x="85182" y="719818"/>
                </a:lnTo>
                <a:lnTo>
                  <a:pt x="0" y="719818"/>
                </a:lnTo>
                <a:close/>
                <a:moveTo>
                  <a:pt x="632756" y="317318"/>
                </a:moveTo>
                <a:lnTo>
                  <a:pt x="717938" y="317318"/>
                </a:lnTo>
                <a:lnTo>
                  <a:pt x="717938" y="402500"/>
                </a:lnTo>
                <a:lnTo>
                  <a:pt x="632756" y="402500"/>
                </a:lnTo>
                <a:close/>
                <a:moveTo>
                  <a:pt x="316378" y="317318"/>
                </a:moveTo>
                <a:lnTo>
                  <a:pt x="401560" y="317318"/>
                </a:lnTo>
                <a:lnTo>
                  <a:pt x="401560" y="402500"/>
                </a:lnTo>
                <a:lnTo>
                  <a:pt x="316378" y="402500"/>
                </a:lnTo>
                <a:close/>
                <a:moveTo>
                  <a:pt x="0" y="317318"/>
                </a:moveTo>
                <a:lnTo>
                  <a:pt x="85182" y="317318"/>
                </a:lnTo>
                <a:lnTo>
                  <a:pt x="85182" y="402500"/>
                </a:lnTo>
                <a:lnTo>
                  <a:pt x="0" y="402500"/>
                </a:lnTo>
                <a:close/>
                <a:moveTo>
                  <a:pt x="633696" y="0"/>
                </a:moveTo>
                <a:lnTo>
                  <a:pt x="718878" y="0"/>
                </a:lnTo>
                <a:lnTo>
                  <a:pt x="718878" y="85182"/>
                </a:lnTo>
                <a:lnTo>
                  <a:pt x="633696" y="85182"/>
                </a:lnTo>
                <a:close/>
                <a:moveTo>
                  <a:pt x="316378" y="0"/>
                </a:moveTo>
                <a:lnTo>
                  <a:pt x="401560" y="0"/>
                </a:lnTo>
                <a:lnTo>
                  <a:pt x="401560" y="85182"/>
                </a:lnTo>
                <a:lnTo>
                  <a:pt x="316378" y="85182"/>
                </a:lnTo>
                <a:close/>
                <a:moveTo>
                  <a:pt x="0" y="0"/>
                </a:moveTo>
                <a:lnTo>
                  <a:pt x="85182" y="0"/>
                </a:lnTo>
                <a:lnTo>
                  <a:pt x="85182" y="85182"/>
                </a:lnTo>
                <a:lnTo>
                  <a:pt x="0" y="8518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Arial"/>
            </a:endParaRPr>
          </a:p>
        </p:txBody>
      </p:sp>
      <p:sp>
        <p:nvSpPr>
          <p:cNvPr id="16" name="任意多边形: 形状 7"/>
          <p:cNvSpPr/>
          <p:nvPr/>
        </p:nvSpPr>
        <p:spPr>
          <a:xfrm>
            <a:off x="1" y="0"/>
            <a:ext cx="2979367" cy="3559078"/>
          </a:xfrm>
          <a:custGeom>
            <a:avLst/>
            <a:gdLst>
              <a:gd name="connsiteX0" fmla="*/ 0 w 2979367"/>
              <a:gd name="connsiteY0" fmla="*/ 0 h 3559078"/>
              <a:gd name="connsiteX1" fmla="*/ 2679715 w 2979367"/>
              <a:gd name="connsiteY1" fmla="*/ 0 h 3559078"/>
              <a:gd name="connsiteX2" fmla="*/ 2824001 w 2979367"/>
              <a:gd name="connsiteY2" fmla="*/ 122568 h 3559078"/>
              <a:gd name="connsiteX3" fmla="*/ 2968557 w 2979367"/>
              <a:gd name="connsiteY3" fmla="*/ 574292 h 3559078"/>
              <a:gd name="connsiteX4" fmla="*/ 279011 w 2979367"/>
              <a:gd name="connsiteY4" fmla="*/ 3536622 h 3559078"/>
              <a:gd name="connsiteX5" fmla="*/ 33447 w 2979367"/>
              <a:gd name="connsiteY5" fmla="*/ 3548095 h 3559078"/>
              <a:gd name="connsiteX6" fmla="*/ 0 w 2979367"/>
              <a:gd name="connsiteY6" fmla="*/ 3538461 h 355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9367" h="3559078">
                <a:moveTo>
                  <a:pt x="0" y="0"/>
                </a:moveTo>
                <a:lnTo>
                  <a:pt x="2679715" y="0"/>
                </a:lnTo>
                <a:lnTo>
                  <a:pt x="2824001" y="122568"/>
                </a:lnTo>
                <a:cubicBezTo>
                  <a:pt x="2949396" y="236505"/>
                  <a:pt x="3004509" y="408724"/>
                  <a:pt x="2968557" y="574292"/>
                </a:cubicBezTo>
                <a:cubicBezTo>
                  <a:pt x="2665793" y="1971407"/>
                  <a:pt x="1640455" y="3100719"/>
                  <a:pt x="279011" y="3536622"/>
                </a:cubicBezTo>
                <a:cubicBezTo>
                  <a:pt x="198182" y="3562422"/>
                  <a:pt x="113541" y="3565635"/>
                  <a:pt x="33447" y="3548095"/>
                </a:cubicBezTo>
                <a:lnTo>
                  <a:pt x="0" y="3538461"/>
                </a:lnTo>
                <a:close/>
              </a:path>
            </a:pathLst>
          </a:cu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B2B28"/>
              </a:solidFill>
              <a:effectLst/>
              <a:uLnTx/>
              <a:uFillTx/>
              <a:latin typeface="Calibri"/>
              <a:ea typeface="宋体" panose="02010600030101010101" pitchFamily="2" charset="-122"/>
              <a:cs typeface="Arial"/>
            </a:endParaRPr>
          </a:p>
        </p:txBody>
      </p:sp>
      <p:sp>
        <p:nvSpPr>
          <p:cNvPr id="15" name="任意多边形: 形状 6"/>
          <p:cNvSpPr/>
          <p:nvPr/>
        </p:nvSpPr>
        <p:spPr>
          <a:xfrm>
            <a:off x="6164111" y="1146706"/>
            <a:ext cx="6027890" cy="5711294"/>
          </a:xfrm>
          <a:custGeom>
            <a:avLst/>
            <a:gdLst>
              <a:gd name="connsiteX0" fmla="*/ 5923419 w 6027890"/>
              <a:gd name="connsiteY0" fmla="*/ 718 h 5711294"/>
              <a:gd name="connsiteX1" fmla="*/ 6027890 w 6027890"/>
              <a:gd name="connsiteY1" fmla="*/ 11969 h 5711294"/>
              <a:gd name="connsiteX2" fmla="*/ 6027890 w 6027890"/>
              <a:gd name="connsiteY2" fmla="*/ 5711294 h 5711294"/>
              <a:gd name="connsiteX3" fmla="*/ 842952 w 6027890"/>
              <a:gd name="connsiteY3" fmla="*/ 5711294 h 5711294"/>
              <a:gd name="connsiteX4" fmla="*/ 738762 w 6027890"/>
              <a:gd name="connsiteY4" fmla="*/ 5606065 h 5711294"/>
              <a:gd name="connsiteX5" fmla="*/ 151883 w 6027890"/>
              <a:gd name="connsiteY5" fmla="*/ 4881924 h 5711294"/>
              <a:gd name="connsiteX6" fmla="*/ 77560 w 6027890"/>
              <a:gd name="connsiteY6" fmla="*/ 4052002 h 5711294"/>
              <a:gd name="connsiteX7" fmla="*/ 5812959 w 6027890"/>
              <a:gd name="connsiteY7" fmla="*/ 3468 h 5711294"/>
              <a:gd name="connsiteX8" fmla="*/ 5923419 w 6027890"/>
              <a:gd name="connsiteY8" fmla="*/ 718 h 571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27890" h="5711294">
                <a:moveTo>
                  <a:pt x="5923419" y="718"/>
                </a:moveTo>
                <a:lnTo>
                  <a:pt x="6027890" y="11969"/>
                </a:lnTo>
                <a:lnTo>
                  <a:pt x="6027890" y="5711294"/>
                </a:lnTo>
                <a:lnTo>
                  <a:pt x="842952" y="5711294"/>
                </a:lnTo>
                <a:lnTo>
                  <a:pt x="738762" y="5606065"/>
                </a:lnTo>
                <a:cubicBezTo>
                  <a:pt x="528959" y="5379733"/>
                  <a:pt x="332737" y="5138078"/>
                  <a:pt x="151883" y="4881924"/>
                </a:cubicBezTo>
                <a:cubicBezTo>
                  <a:pt x="-19648" y="4638515"/>
                  <a:pt x="-47981" y="4321990"/>
                  <a:pt x="77560" y="4052002"/>
                </a:cubicBezTo>
                <a:cubicBezTo>
                  <a:pt x="1128982" y="1774938"/>
                  <a:pt x="3315249" y="231657"/>
                  <a:pt x="5812959" y="3468"/>
                </a:cubicBezTo>
                <a:cubicBezTo>
                  <a:pt x="5849976" y="81"/>
                  <a:pt x="5886867" y="-802"/>
                  <a:pt x="5923419" y="718"/>
                </a:cubicBezTo>
                <a:close/>
              </a:path>
            </a:pathLst>
          </a:cu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2B2B28"/>
              </a:solidFill>
              <a:effectLst/>
              <a:uLnTx/>
              <a:uFillTx/>
              <a:latin typeface="Calibri"/>
              <a:ea typeface="宋体" panose="02010600030101010101" pitchFamily="2" charset="-122"/>
              <a:cs typeface="Arial"/>
            </a:endParaRPr>
          </a:p>
        </p:txBody>
      </p:sp>
      <p:sp>
        <p:nvSpPr>
          <p:cNvPr id="13" name="Text1"/>
          <p:cNvSpPr txBox="1"/>
          <p:nvPr>
            <p:custDataLst>
              <p:tags r:id="rId2"/>
            </p:custDataLst>
          </p:nvPr>
        </p:nvSpPr>
        <p:spPr>
          <a:xfrm>
            <a:off x="345095" y="287410"/>
            <a:ext cx="11135705" cy="720348"/>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0"/>
              </a:spcBef>
              <a:spcAft>
                <a:spcPct val="0"/>
              </a:spcAft>
              <a:buClrTx/>
              <a:buSzTx/>
              <a:buFontTx/>
              <a:buNone/>
              <a:tabLst/>
              <a:defRPr/>
            </a:pPr>
            <a:r>
              <a:rPr kumimoji="0" lang="en-US" altLang="zh-CN" sz="3200"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马克思主义政治经济学在认识和改造中的应用</a:t>
            </a:r>
          </a:p>
        </p:txBody>
      </p:sp>
      <p:sp>
        <p:nvSpPr>
          <p:cNvPr id="14" name="Text2"/>
          <p:cNvSpPr/>
          <p:nvPr/>
        </p:nvSpPr>
        <p:spPr>
          <a:xfrm>
            <a:off x="474980" y="1344930"/>
            <a:ext cx="11179175" cy="5141595"/>
          </a:xfrm>
          <a:prstGeom prst="rect">
            <a:avLst/>
          </a:prstGeom>
          <a:ln>
            <a:noFill/>
          </a:ln>
        </p:spPr>
        <p:txBody>
          <a:bodyPr wrap="square">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300"/>
              </a:spcBef>
              <a:spcAft>
                <a:spcPts val="300"/>
              </a:spcAft>
              <a:buClrTx/>
              <a:buSzTx/>
              <a:buFontTx/>
              <a:buNone/>
              <a:tabLst/>
              <a:defRPr/>
            </a:pPr>
            <a:r>
              <a:rPr kumimoji="0" lang="zh-CN" altLang="en-US" sz="1400" b="0" i="0" u="none" strike="noStrike" kern="1200" cap="none" spc="0" normalizeH="0" baseline="0" noProof="0">
                <a:ln>
                  <a:noFill/>
                </a:ln>
                <a:solidFill>
                  <a:srgbClr val="E3B04B"/>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马克思主义政治经济学是认识世界的工具</a:t>
            </a:r>
          </a:p>
          <a:p>
            <a:pPr marL="0" marR="0" lvl="0" indent="0" algn="just" defTabSz="914400" rtl="0" eaLnBrk="1" fontAlgn="auto" latinLnBrk="0" hangingPunct="1">
              <a:lnSpc>
                <a:spcPct val="150000"/>
              </a:lnSpc>
              <a:spcBef>
                <a:spcPts val="300"/>
              </a:spcBef>
              <a:spcAft>
                <a:spcPts val="300"/>
              </a:spcAft>
              <a:buClrTx/>
              <a:buSzTx/>
              <a:buFontTx/>
              <a:buNone/>
              <a:tabLst/>
              <a:defRPr/>
            </a:pPr>
            <a:r>
              <a:rPr kumimoji="0" lang="zh-CN" altLang="en-US" sz="1400" b="0" i="0" u="none" strike="noStrike" kern="1200" cap="none" spc="0" normalizeH="0" baseline="0" noProof="0">
                <a:ln>
                  <a:noFill/>
                </a:ln>
                <a:solidFill>
                  <a:srgbClr val="FFFAF0"/>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马克思主义政治经济学揭示了资本主义社会</a:t>
            </a:r>
          </a:p>
          <a:p>
            <a:pPr marL="0" marR="0" lvl="0" indent="0" algn="just" defTabSz="914400" rtl="0" eaLnBrk="1" fontAlgn="auto" latinLnBrk="0" hangingPunct="1">
              <a:lnSpc>
                <a:spcPct val="150000"/>
              </a:lnSpc>
              <a:spcBef>
                <a:spcPts val="300"/>
              </a:spcBef>
              <a:spcAft>
                <a:spcPts val="300"/>
              </a:spcAft>
              <a:buClrTx/>
              <a:buSzTx/>
              <a:buFontTx/>
              <a:buNone/>
              <a:tabLst/>
              <a:defRPr/>
            </a:pPr>
            <a:r>
              <a:rPr kumimoji="0" lang="zh-CN" altLang="en-US" sz="1400" b="0" i="0" u="none" strike="noStrike" kern="1200" cap="none" spc="0" normalizeH="0" baseline="0" noProof="0">
                <a:ln>
                  <a:noFill/>
                </a:ln>
                <a:solidFill>
                  <a:srgbClr val="E3B04B"/>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马克思主义政治经济学是认识世界的工具</a:t>
            </a:r>
          </a:p>
          <a:p>
            <a:pPr marL="0" marR="0" lvl="0" indent="0" algn="just" defTabSz="914400" rtl="0" eaLnBrk="1" fontAlgn="auto" latinLnBrk="0" hangingPunct="1">
              <a:lnSpc>
                <a:spcPct val="150000"/>
              </a:lnSpc>
              <a:spcBef>
                <a:spcPts val="300"/>
              </a:spcBef>
              <a:spcAft>
                <a:spcPts val="300"/>
              </a:spcAft>
              <a:buClrTx/>
              <a:buSzTx/>
              <a:buFontTx/>
              <a:buNone/>
              <a:tabLst/>
              <a:defRPr/>
            </a:pPr>
            <a:r>
              <a:rPr kumimoji="0" lang="zh-CN" altLang="en-US" sz="1400" b="0" i="0" u="none" strike="noStrike" kern="1200" cap="none" spc="0" normalizeH="0" baseline="0" noProof="0">
                <a:ln>
                  <a:noFill/>
                </a:ln>
                <a:solidFill>
                  <a:srgbClr val="FFFAF0"/>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马克思主义政治经济学揭示了资本主义社会的基本矛盾和历史规律，为人们认识世界提供了科学的理论武器。</a:t>
            </a:r>
          </a:p>
          <a:p>
            <a:pPr marL="0" marR="0" lvl="0" indent="0" algn="just" defTabSz="914400" rtl="0" eaLnBrk="1" fontAlgn="auto" latinLnBrk="0" hangingPunct="1">
              <a:lnSpc>
                <a:spcPct val="150000"/>
              </a:lnSpc>
              <a:spcBef>
                <a:spcPts val="300"/>
              </a:spcBef>
              <a:spcAft>
                <a:spcPts val="300"/>
              </a:spcAft>
              <a:buClrTx/>
              <a:buSzTx/>
              <a:buFontTx/>
              <a:buNone/>
              <a:tabLst/>
              <a:defRPr/>
            </a:pPr>
            <a:r>
              <a:rPr kumimoji="0" lang="zh-CN" altLang="en-US" sz="1400" b="0" i="0" u="none" strike="noStrike" kern="1200" cap="none" spc="0" normalizeH="0" baseline="0" noProof="0">
                <a:ln>
                  <a:noFill/>
                </a:ln>
                <a:solidFill>
                  <a:srgbClr val="E3B04B"/>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马克思主义政治经济学是改造世界的方法</a:t>
            </a:r>
          </a:p>
          <a:p>
            <a:pPr marL="0" marR="0" lvl="0" indent="0" algn="just" defTabSz="914400" rtl="0" eaLnBrk="1" fontAlgn="auto" latinLnBrk="0" hangingPunct="1">
              <a:lnSpc>
                <a:spcPct val="150000"/>
              </a:lnSpc>
              <a:spcBef>
                <a:spcPts val="300"/>
              </a:spcBef>
              <a:spcAft>
                <a:spcPts val="300"/>
              </a:spcAft>
              <a:buClrTx/>
              <a:buSzTx/>
              <a:buFontTx/>
              <a:buNone/>
              <a:tabLst/>
              <a:defRPr/>
            </a:pPr>
            <a:r>
              <a:rPr kumimoji="0" lang="zh-CN" altLang="en-US" sz="1400" b="0" i="0" u="none" strike="noStrike" kern="1200" cap="none" spc="0" normalizeH="0" baseline="0" noProof="0">
                <a:ln>
                  <a:noFill/>
                </a:ln>
                <a:solidFill>
                  <a:srgbClr val="FFFAF0"/>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马克思主义政治经济学提出了无产阶级革命和社会主义建设的道路，为人们改造世界提供了正确的方向和方法。</a:t>
            </a:r>
          </a:p>
          <a:p>
            <a:pPr marL="0" marR="0" lvl="0" indent="0" algn="just" defTabSz="914400" rtl="0" eaLnBrk="1" fontAlgn="auto" latinLnBrk="0" hangingPunct="1">
              <a:lnSpc>
                <a:spcPct val="150000"/>
              </a:lnSpc>
              <a:spcBef>
                <a:spcPts val="300"/>
              </a:spcBef>
              <a:spcAft>
                <a:spcPts val="300"/>
              </a:spcAft>
              <a:buClrTx/>
              <a:buSzTx/>
              <a:buFontTx/>
              <a:buNone/>
              <a:tabLst/>
              <a:defRPr/>
            </a:pPr>
            <a:r>
              <a:rPr kumimoji="0" lang="zh-CN" altLang="en-US" sz="1400" b="0" i="0" u="none" strike="noStrike" kern="1200" cap="none" spc="0" normalizeH="0" baseline="0" noProof="0">
                <a:ln>
                  <a:noFill/>
                </a:ln>
                <a:solidFill>
                  <a:srgbClr val="E3B04B"/>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马克思主义政治经济学是指导实践的灯塔</a:t>
            </a:r>
          </a:p>
          <a:p>
            <a:pPr marL="0" marR="0" lvl="0" indent="0" algn="just" defTabSz="914400" rtl="0" eaLnBrk="1" fontAlgn="auto" latinLnBrk="0" hangingPunct="1">
              <a:lnSpc>
                <a:spcPct val="150000"/>
              </a:lnSpc>
              <a:spcBef>
                <a:spcPts val="300"/>
              </a:spcBef>
              <a:spcAft>
                <a:spcPts val="300"/>
              </a:spcAft>
              <a:buClrTx/>
              <a:buSzTx/>
              <a:buFontTx/>
              <a:buNone/>
              <a:tabLst/>
              <a:defRPr/>
            </a:pPr>
            <a:r>
              <a:rPr kumimoji="0" lang="zh-CN" altLang="en-US" sz="1400" b="0" i="0" u="none" strike="noStrike" kern="1200" cap="none" spc="0" normalizeH="0" baseline="0" noProof="0">
                <a:ln>
                  <a:noFill/>
                </a:ln>
                <a:solidFill>
                  <a:srgbClr val="FFFAF0"/>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马克思主义政治经济学为人们解决实际问题提供了理论指导，是指导人们实践的灯塔。</a:t>
            </a:r>
          </a:p>
          <a:p>
            <a:pPr marL="0" marR="0" lvl="0" indent="0" algn="just" defTabSz="914400" rtl="0" eaLnBrk="1" fontAlgn="auto" latinLnBrk="0" hangingPunct="1">
              <a:lnSpc>
                <a:spcPct val="150000"/>
              </a:lnSpc>
              <a:spcBef>
                <a:spcPts val="300"/>
              </a:spcBef>
              <a:spcAft>
                <a:spcPts val="300"/>
              </a:spcAft>
              <a:buClrTx/>
              <a:buSzTx/>
              <a:buFontTx/>
              <a:buNone/>
              <a:tabLst/>
              <a:defRPr/>
            </a:pPr>
            <a:r>
              <a:rPr kumimoji="0" lang="zh-CN" altLang="en-US" sz="1400" b="0" i="0" u="none" strike="noStrike" kern="1200" cap="none" spc="0" normalizeH="0" baseline="0" noProof="0">
                <a:ln>
                  <a:noFill/>
                </a:ln>
                <a:solidFill>
                  <a:srgbClr val="E3B04B"/>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马克思主义政治经济学是推动社会发展的动力</a:t>
            </a:r>
          </a:p>
          <a:p>
            <a:pPr marL="0" marR="0" lvl="0" indent="0" algn="just" defTabSz="914400" rtl="0" eaLnBrk="1" fontAlgn="auto" latinLnBrk="0" hangingPunct="1">
              <a:lnSpc>
                <a:spcPct val="150000"/>
              </a:lnSpc>
              <a:spcBef>
                <a:spcPts val="300"/>
              </a:spcBef>
              <a:spcAft>
                <a:spcPts val="300"/>
              </a:spcAft>
              <a:buClrTx/>
              <a:buSzTx/>
              <a:buFontTx/>
              <a:buNone/>
              <a:tabLst/>
              <a:defRPr/>
            </a:pPr>
            <a:r>
              <a:rPr kumimoji="0" lang="zh-CN" altLang="en-US" sz="1400" b="0" i="0" u="none" strike="noStrike" kern="1200" cap="none" spc="0" normalizeH="0" baseline="0" noProof="0">
                <a:ln>
                  <a:noFill/>
                </a:ln>
                <a:solidFill>
                  <a:srgbClr val="FFFAF0"/>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马克思主义政治经济学揭示了社会发展的内在规律，为推动社会发展提供了强大的动力。</a:t>
            </a:r>
          </a:p>
        </p:txBody>
      </p:sp>
    </p:spTree>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40259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panose="020F0502020204030204"/>
                <a:ea typeface="+mn-ea"/>
                <a:cs typeface="+mn-cs"/>
              </a:defRPr>
            </a:lvl1pPr>
            <a:lvl2pPr marL="457200" algn="l" defTabSz="914400" rtl="0" eaLnBrk="1" latinLnBrk="0" hangingPunct="1">
              <a:defRPr sz="1800" kern="1200">
                <a:solidFill>
                  <a:srgbClr val="FFFFFF"/>
                </a:solidFill>
                <a:latin typeface="Calibri" panose="020F0502020204030204"/>
                <a:ea typeface="+mn-ea"/>
                <a:cs typeface="+mn-cs"/>
              </a:defRPr>
            </a:lvl2pPr>
            <a:lvl3pPr marL="914400" algn="l" defTabSz="914400" rtl="0" eaLnBrk="1" latinLnBrk="0" hangingPunct="1">
              <a:defRPr sz="1800" kern="1200">
                <a:solidFill>
                  <a:srgbClr val="FFFFFF"/>
                </a:solidFill>
                <a:latin typeface="Calibri" panose="020F0502020204030204"/>
                <a:ea typeface="+mn-ea"/>
                <a:cs typeface="+mn-cs"/>
              </a:defRPr>
            </a:lvl3pPr>
            <a:lvl4pPr marL="1371600" algn="l" defTabSz="914400" rtl="0" eaLnBrk="1" latinLnBrk="0" hangingPunct="1">
              <a:defRPr sz="1800" kern="1200">
                <a:solidFill>
                  <a:srgbClr val="FFFFFF"/>
                </a:solidFill>
                <a:latin typeface="Calibri" panose="020F0502020204030204"/>
                <a:ea typeface="+mn-ea"/>
                <a:cs typeface="+mn-cs"/>
              </a:defRPr>
            </a:lvl4pPr>
            <a:lvl5pPr marL="1828800" algn="l" defTabSz="914400" rtl="0" eaLnBrk="1" latinLnBrk="0" hangingPunct="1">
              <a:defRPr sz="1800" kern="1200">
                <a:solidFill>
                  <a:srgbClr val="FFFFFF"/>
                </a:solidFill>
                <a:latin typeface="Calibri" panose="020F0502020204030204"/>
                <a:ea typeface="+mn-ea"/>
                <a:cs typeface="+mn-cs"/>
              </a:defRPr>
            </a:lvl5pPr>
            <a:lvl6pPr marL="2286000" algn="l" defTabSz="914400" rtl="0" eaLnBrk="1" latinLnBrk="0" hangingPunct="1">
              <a:defRPr sz="1800" kern="1200">
                <a:solidFill>
                  <a:srgbClr val="FFFFFF"/>
                </a:solidFill>
                <a:latin typeface="Calibri" panose="020F0502020204030204"/>
                <a:ea typeface="+mn-ea"/>
                <a:cs typeface="+mn-cs"/>
              </a:defRPr>
            </a:lvl6pPr>
            <a:lvl7pPr marL="2743200" algn="l" defTabSz="914400" rtl="0" eaLnBrk="1" latinLnBrk="0" hangingPunct="1">
              <a:defRPr sz="1800" kern="1200">
                <a:solidFill>
                  <a:srgbClr val="FFFFFF"/>
                </a:solidFill>
                <a:latin typeface="Calibri" panose="020F0502020204030204"/>
                <a:ea typeface="+mn-ea"/>
                <a:cs typeface="+mn-cs"/>
              </a:defRPr>
            </a:lvl7pPr>
            <a:lvl8pPr marL="3200400" algn="l" defTabSz="914400" rtl="0" eaLnBrk="1" latinLnBrk="0" hangingPunct="1">
              <a:defRPr sz="1800" kern="1200">
                <a:solidFill>
                  <a:srgbClr val="FFFFFF"/>
                </a:solidFill>
                <a:latin typeface="Calibri" panose="020F0502020204030204"/>
                <a:ea typeface="+mn-ea"/>
                <a:cs typeface="+mn-cs"/>
              </a:defRPr>
            </a:lvl8pPr>
            <a:lvl9pPr marL="3657600" algn="l" defTabSz="914400" rtl="0" eaLnBrk="1" latinLnBrk="0" hangingPunct="1">
              <a:defRPr sz="1800" kern="1200">
                <a:solidFill>
                  <a:srgbClr val="FFFFFF"/>
                </a:solidFill>
                <a:latin typeface="Calibri" panose="020F0502020204030204"/>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Arial"/>
            </a:endParaRPr>
          </a:p>
        </p:txBody>
      </p:sp>
      <p:sp>
        <p:nvSpPr>
          <p:cNvPr id="5" name="圆: 空心 4"/>
          <p:cNvSpPr/>
          <p:nvPr/>
        </p:nvSpPr>
        <p:spPr>
          <a:xfrm rot="6489695">
            <a:off x="-5259162" y="-1140007"/>
            <a:ext cx="9307710" cy="9307710"/>
          </a:xfrm>
          <a:prstGeom prst="donut">
            <a:avLst>
              <a:gd name="adj" fmla="val 27538"/>
            </a:avLst>
          </a:prstGeom>
          <a:gradFill>
            <a:gsLst>
              <a:gs pos="0">
                <a:schemeClr val="accent1">
                  <a:lumMod val="20000"/>
                  <a:lumOff val="80000"/>
                </a:schemeClr>
              </a:gs>
              <a:gs pos="7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panose="020F0502020204030204"/>
                <a:ea typeface="+mn-ea"/>
                <a:cs typeface="+mn-cs"/>
              </a:defRPr>
            </a:lvl1pPr>
            <a:lvl2pPr marL="457200" algn="l" defTabSz="914400" rtl="0" eaLnBrk="1" latinLnBrk="0" hangingPunct="1">
              <a:defRPr sz="1800" kern="1200">
                <a:solidFill>
                  <a:srgbClr val="FFFFFF"/>
                </a:solidFill>
                <a:latin typeface="Calibri" panose="020F0502020204030204"/>
                <a:ea typeface="+mn-ea"/>
                <a:cs typeface="+mn-cs"/>
              </a:defRPr>
            </a:lvl2pPr>
            <a:lvl3pPr marL="914400" algn="l" defTabSz="914400" rtl="0" eaLnBrk="1" latinLnBrk="0" hangingPunct="1">
              <a:defRPr sz="1800" kern="1200">
                <a:solidFill>
                  <a:srgbClr val="FFFFFF"/>
                </a:solidFill>
                <a:latin typeface="Calibri" panose="020F0502020204030204"/>
                <a:ea typeface="+mn-ea"/>
                <a:cs typeface="+mn-cs"/>
              </a:defRPr>
            </a:lvl3pPr>
            <a:lvl4pPr marL="1371600" algn="l" defTabSz="914400" rtl="0" eaLnBrk="1" latinLnBrk="0" hangingPunct="1">
              <a:defRPr sz="1800" kern="1200">
                <a:solidFill>
                  <a:srgbClr val="FFFFFF"/>
                </a:solidFill>
                <a:latin typeface="Calibri" panose="020F0502020204030204"/>
                <a:ea typeface="+mn-ea"/>
                <a:cs typeface="+mn-cs"/>
              </a:defRPr>
            </a:lvl4pPr>
            <a:lvl5pPr marL="1828800" algn="l" defTabSz="914400" rtl="0" eaLnBrk="1" latinLnBrk="0" hangingPunct="1">
              <a:defRPr sz="1800" kern="1200">
                <a:solidFill>
                  <a:srgbClr val="FFFFFF"/>
                </a:solidFill>
                <a:latin typeface="Calibri" panose="020F0502020204030204"/>
                <a:ea typeface="+mn-ea"/>
                <a:cs typeface="+mn-cs"/>
              </a:defRPr>
            </a:lvl5pPr>
            <a:lvl6pPr marL="2286000" algn="l" defTabSz="914400" rtl="0" eaLnBrk="1" latinLnBrk="0" hangingPunct="1">
              <a:defRPr sz="1800" kern="1200">
                <a:solidFill>
                  <a:srgbClr val="FFFFFF"/>
                </a:solidFill>
                <a:latin typeface="Calibri" panose="020F0502020204030204"/>
                <a:ea typeface="+mn-ea"/>
                <a:cs typeface="+mn-cs"/>
              </a:defRPr>
            </a:lvl6pPr>
            <a:lvl7pPr marL="2743200" algn="l" defTabSz="914400" rtl="0" eaLnBrk="1" latinLnBrk="0" hangingPunct="1">
              <a:defRPr sz="1800" kern="1200">
                <a:solidFill>
                  <a:srgbClr val="FFFFFF"/>
                </a:solidFill>
                <a:latin typeface="Calibri" panose="020F0502020204030204"/>
                <a:ea typeface="+mn-ea"/>
                <a:cs typeface="+mn-cs"/>
              </a:defRPr>
            </a:lvl7pPr>
            <a:lvl8pPr marL="3200400" algn="l" defTabSz="914400" rtl="0" eaLnBrk="1" latinLnBrk="0" hangingPunct="1">
              <a:defRPr sz="1800" kern="1200">
                <a:solidFill>
                  <a:srgbClr val="FFFFFF"/>
                </a:solidFill>
                <a:latin typeface="Calibri" panose="020F0502020204030204"/>
                <a:ea typeface="+mn-ea"/>
                <a:cs typeface="+mn-cs"/>
              </a:defRPr>
            </a:lvl8pPr>
            <a:lvl9pPr marL="3657600" algn="l" defTabSz="914400" rtl="0" eaLnBrk="1" latinLnBrk="0" hangingPunct="1">
              <a:defRPr sz="1800" kern="1200">
                <a:solidFill>
                  <a:srgbClr val="FFFFFF"/>
                </a:solidFill>
                <a:latin typeface="Calibri" panose="020F0502020204030204"/>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Arial"/>
            </a:endParaRPr>
          </a:p>
        </p:txBody>
      </p:sp>
      <p:grpSp>
        <p:nvGrpSpPr>
          <p:cNvPr id="12" name="Text16">
            <a:extLst>
              <a:ext uri="{FF2B5EF4-FFF2-40B4-BE49-F238E27FC236}">
                <a16:creationId xmlns:a16="http://schemas.microsoft.com/office/drawing/2014/main" id="{DE7D399C-E053-5256-BC3B-4368CED069BF}"/>
              </a:ext>
            </a:extLst>
          </p:cNvPr>
          <p:cNvGrpSpPr/>
          <p:nvPr/>
        </p:nvGrpSpPr>
        <p:grpSpPr>
          <a:xfrm>
            <a:off x="5660409" y="7389440"/>
            <a:ext cx="5996431" cy="798619"/>
            <a:chOff x="4804784" y="1449588"/>
            <a:chExt cx="5996431" cy="798619"/>
          </a:xfrm>
        </p:grpSpPr>
        <p:sp>
          <p:nvSpPr>
            <p:cNvPr id="13" name="Text13">
              <a:extLst>
                <a:ext uri="{FF2B5EF4-FFF2-40B4-BE49-F238E27FC236}">
                  <a16:creationId xmlns:a16="http://schemas.microsoft.com/office/drawing/2014/main" id="{C084FF3C-6C03-B2C9-48E6-3B1C1EECA0F2}"/>
                </a:ext>
              </a:extLst>
            </p:cNvPr>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000" dirty="0">
                  <a:solidFill>
                    <a:schemeClr val="bg2"/>
                  </a:solidFill>
                  <a:latin typeface="微软雅黑" panose="020B0503020204020204" pitchFamily="34" charset="-122"/>
                  <a:ea typeface="微软雅黑" panose="020B0503020204020204" pitchFamily="34" charset="-122"/>
                </a:rPr>
                <a:t>《</a:t>
              </a:r>
              <a:r>
                <a:rPr lang="en-US" altLang="ko-KR" sz="1000" dirty="0" err="1">
                  <a:solidFill>
                    <a:schemeClr val="bg2"/>
                  </a:solidFill>
                  <a:latin typeface="微软雅黑" panose="020B0503020204020204" pitchFamily="34" charset="-122"/>
                  <a:ea typeface="微软雅黑" panose="020B0503020204020204" pitchFamily="34" charset="-122"/>
                </a:rPr>
                <a:t>马克思主义科学社会主义视角下的世界认知与改造》深入探讨了马克思主义理论在解读和改造世界中的科学性和指导性</a:t>
              </a:r>
              <a:r>
                <a:rPr lang="en-US" altLang="ko-KR" sz="1000" dirty="0">
                  <a:solidFill>
                    <a:schemeClr val="bg2"/>
                  </a:solidFill>
                  <a:latin typeface="微软雅黑" panose="020B0503020204020204" pitchFamily="34" charset="-122"/>
                  <a:ea typeface="微软雅黑" panose="020B0503020204020204" pitchFamily="34" charset="-122"/>
                </a:rPr>
                <a:t>。</a:t>
              </a:r>
            </a:p>
          </p:txBody>
        </p:sp>
        <p:sp>
          <p:nvSpPr>
            <p:cNvPr id="14" name="Text14">
              <a:extLst>
                <a:ext uri="{FF2B5EF4-FFF2-40B4-BE49-F238E27FC236}">
                  <a16:creationId xmlns:a16="http://schemas.microsoft.com/office/drawing/2014/main" id="{5C9BDD7F-CFE3-8B72-25A0-64976E194C3D}"/>
                </a:ext>
              </a:extLst>
            </p:cNvPr>
            <p:cNvSpPr txBox="1"/>
            <p:nvPr/>
          </p:nvSpPr>
          <p:spPr>
            <a:xfrm>
              <a:off x="5614494" y="1449588"/>
              <a:ext cx="4989681" cy="400110"/>
            </a:xfrm>
            <a:prstGeom prst="rect">
              <a:avLst/>
            </a:prstGeom>
          </p:spPr>
          <p:txBody>
            <a:bodyPr wrap="square">
              <a:normAutofit fontScale="95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b="1" dirty="0" err="1">
                  <a:latin typeface="微软雅黑" panose="020B0503020204020204" pitchFamily="34" charset="-122"/>
                  <a:ea typeface="微软雅黑" panose="020B0503020204020204" pitchFamily="34" charset="-122"/>
                </a:rPr>
                <a:t>马克思主义科学社会主义视角下的世界认知与改造</a:t>
              </a:r>
              <a:endParaRPr lang="en-US" altLang="ko-KR" b="1" dirty="0">
                <a:latin typeface="微软雅黑" panose="020B0503020204020204" pitchFamily="34" charset="-122"/>
                <a:ea typeface="微软雅黑" panose="020B0503020204020204" pitchFamily="34" charset="-122"/>
              </a:endParaRPr>
            </a:p>
          </p:txBody>
        </p:sp>
        <p:sp>
          <p:nvSpPr>
            <p:cNvPr id="15" name="Text15">
              <a:extLst>
                <a:ext uri="{FF2B5EF4-FFF2-40B4-BE49-F238E27FC236}">
                  <a16:creationId xmlns:a16="http://schemas.microsoft.com/office/drawing/2014/main" id="{D8302C6C-FA90-954D-0197-C290CC8990DD}"/>
                </a:ext>
              </a:extLst>
            </p:cNvPr>
            <p:cNvSpPr txBox="1"/>
            <p:nvPr/>
          </p:nvSpPr>
          <p:spPr>
            <a:xfrm>
              <a:off x="4804784" y="1449986"/>
              <a:ext cx="729687" cy="523220"/>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latin typeface="微软雅黑" panose="020B0503020204020204" pitchFamily="34" charset="-122"/>
                  <a:ea typeface="微软雅黑" panose="020B0503020204020204" pitchFamily="34" charset="-122"/>
                </a:rPr>
                <a:t>04.</a:t>
              </a:r>
            </a:p>
          </p:txBody>
        </p:sp>
      </p:grpSp>
    </p:spTree>
    <p:extLst>
      <p:ext uri="{BB962C8B-B14F-4D97-AF65-F5344CB8AC3E}">
        <p14:creationId xmlns:p14="http://schemas.microsoft.com/office/powerpoint/2010/main" val="14052880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4.79167E-6 2.59259E-6 L -0.00286 -0.59838 " pathEditMode="relative" rAng="0" ptsTypes="AA">
                                      <p:cBhvr>
                                        <p:cTn id="6" dur="2000" fill="hold"/>
                                        <p:tgtEl>
                                          <p:spTgt spid="12"/>
                                        </p:tgtEl>
                                        <p:attrNameLst>
                                          <p:attrName>ppt_x</p:attrName>
                                          <p:attrName>ppt_y</p:attrName>
                                        </p:attrNameLst>
                                      </p:cBhvr>
                                      <p:rCtr x="-143" y="-299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2"/>
          <p:cNvSpPr/>
          <p:nvPr/>
        </p:nvSpPr>
        <p:spPr>
          <a:xfrm>
            <a:off x="406800" y="0"/>
            <a:ext cx="813600" cy="813600"/>
          </a:xfrm>
          <a:prstGeom prst="rect">
            <a:avLst/>
          </a:prstGeom>
          <a:solidFill>
            <a:schemeClr val="accent1"/>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endParaRPr lang="ko-KR" altLang="en-US" sz="2000">
              <a:latin typeface="+mj-lt"/>
            </a:endParaRPr>
          </a:p>
        </p:txBody>
      </p:sp>
      <p:sp>
        <p:nvSpPr>
          <p:cNvPr id="8" name="Text3"/>
          <p:cNvSpPr txBox="1"/>
          <p:nvPr/>
        </p:nvSpPr>
        <p:spPr>
          <a:xfrm>
            <a:off x="689116" y="2353991"/>
            <a:ext cx="1722527" cy="1866900"/>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altLang="zh-CN" sz="8800" b="1" dirty="0">
                <a:solidFill>
                  <a:schemeClr val="accent1"/>
                </a:solidFill>
                <a:latin typeface="微软雅黑" panose="020B0503020204020204" pitchFamily="34" charset="-122"/>
                <a:ea typeface="微软雅黑" panose="020B0503020204020204" pitchFamily="34" charset="-122"/>
              </a:rPr>
              <a:t>04</a:t>
            </a:r>
          </a:p>
        </p:txBody>
      </p:sp>
      <p:sp>
        <p:nvSpPr>
          <p:cNvPr id="9" name="Shape1"/>
          <p:cNvSpPr txBox="1"/>
          <p:nvPr/>
        </p:nvSpPr>
        <p:spPr>
          <a:xfrm>
            <a:off x="2138713" y="2353991"/>
            <a:ext cx="528447" cy="1866900"/>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altLang="zh-CN" sz="8800" b="1" dirty="0">
                <a:solidFill>
                  <a:schemeClr val="accent1"/>
                </a:solidFill>
                <a:latin typeface="微软雅黑" panose="020B0503020204020204" pitchFamily="34" charset="-122"/>
                <a:ea typeface="微软雅黑" panose="020B0503020204020204" pitchFamily="34" charset="-122"/>
              </a:rPr>
              <a:t>.</a:t>
            </a:r>
            <a:endParaRPr lang="zh-CN" altLang="en-US" sz="8800" b="1" dirty="0">
              <a:solidFill>
                <a:schemeClr val="accent1"/>
              </a:solidFill>
              <a:latin typeface="微软雅黑" panose="020B0503020204020204" pitchFamily="34" charset="-122"/>
              <a:ea typeface="微软雅黑" panose="020B0503020204020204" pitchFamily="34" charset="-122"/>
            </a:endParaRPr>
          </a:p>
        </p:txBody>
      </p:sp>
      <p:grpSp>
        <p:nvGrpSpPr>
          <p:cNvPr id="5" name="Text4">
            <a:extLst>
              <a:ext uri="{FF2B5EF4-FFF2-40B4-BE49-F238E27FC236}">
                <a16:creationId xmlns:a16="http://schemas.microsoft.com/office/drawing/2014/main" id="{63EA981F-C58C-2270-381C-E8835A3D0059}"/>
              </a:ext>
            </a:extLst>
          </p:cNvPr>
          <p:cNvGrpSpPr/>
          <p:nvPr/>
        </p:nvGrpSpPr>
        <p:grpSpPr>
          <a:xfrm>
            <a:off x="3852482" y="2636912"/>
            <a:ext cx="5746784" cy="1866900"/>
            <a:chOff x="5614493" y="1449588"/>
            <a:chExt cx="5186722" cy="798619"/>
          </a:xfrm>
        </p:grpSpPr>
        <p:sp>
          <p:nvSpPr>
            <p:cNvPr id="10" name="Text1">
              <a:extLst>
                <a:ext uri="{FF2B5EF4-FFF2-40B4-BE49-F238E27FC236}">
                  <a16:creationId xmlns:a16="http://schemas.microsoft.com/office/drawing/2014/main" id="{BD199C8E-1B1B-2895-792F-5BDA75600407}"/>
                </a:ext>
              </a:extLst>
            </p:cNvPr>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400" dirty="0">
                  <a:solidFill>
                    <a:schemeClr val="bg2"/>
                  </a:solidFill>
                  <a:latin typeface="微软雅黑" panose="020B0503020204020204" pitchFamily="34" charset="-122"/>
                  <a:ea typeface="微软雅黑" panose="020B0503020204020204" pitchFamily="34" charset="-122"/>
                </a:rPr>
                <a:t>《</a:t>
              </a:r>
              <a:r>
                <a:rPr lang="en-US" altLang="ko-KR" sz="1400" dirty="0" err="1">
                  <a:solidFill>
                    <a:schemeClr val="bg2"/>
                  </a:solidFill>
                  <a:latin typeface="微软雅黑" panose="020B0503020204020204" pitchFamily="34" charset="-122"/>
                  <a:ea typeface="微软雅黑" panose="020B0503020204020204" pitchFamily="34" charset="-122"/>
                </a:rPr>
                <a:t>马克思主义科学社会主义视角下的世界认知与改造》深入探讨了马克思主义理论在解读和改造世界中的科学性和指导性</a:t>
              </a:r>
              <a:r>
                <a:rPr lang="en-US" altLang="ko-KR" sz="1400" dirty="0">
                  <a:solidFill>
                    <a:schemeClr val="bg2"/>
                  </a:solidFill>
                  <a:latin typeface="微软雅黑" panose="020B0503020204020204" pitchFamily="34" charset="-122"/>
                  <a:ea typeface="微软雅黑" panose="020B0503020204020204" pitchFamily="34" charset="-122"/>
                </a:rPr>
                <a:t>。</a:t>
              </a:r>
            </a:p>
            <a:p>
              <a:endParaRPr lang="en-US" altLang="ko-KR" sz="1000" dirty="0">
                <a:solidFill>
                  <a:schemeClr val="bg2"/>
                </a:solidFill>
                <a:latin typeface="微软雅黑" panose="020B0503020204020204" pitchFamily="34" charset="-122"/>
                <a:ea typeface="微软雅黑" panose="020B0503020204020204" pitchFamily="34" charset="-122"/>
              </a:endParaRPr>
            </a:p>
          </p:txBody>
        </p:sp>
        <p:sp>
          <p:nvSpPr>
            <p:cNvPr id="11" name="Text2">
              <a:extLst>
                <a:ext uri="{FF2B5EF4-FFF2-40B4-BE49-F238E27FC236}">
                  <a16:creationId xmlns:a16="http://schemas.microsoft.com/office/drawing/2014/main" id="{988E81FE-A897-4389-3801-5024D9FE42AF}"/>
                </a:ext>
              </a:extLst>
            </p:cNvPr>
            <p:cNvSpPr txBox="1"/>
            <p:nvPr/>
          </p:nvSpPr>
          <p:spPr>
            <a:xfrm>
              <a:off x="5614493" y="1449588"/>
              <a:ext cx="4989681" cy="400110"/>
            </a:xfrm>
            <a:prstGeom prst="rect">
              <a:avLst/>
            </a:prstGeom>
          </p:spPr>
          <p:txBody>
            <a:bodyPr wrap="square">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dirty="0" err="1">
                  <a:latin typeface="微软雅黑" panose="020B0503020204020204" pitchFamily="34" charset="-122"/>
                  <a:ea typeface="微软雅黑" panose="020B0503020204020204" pitchFamily="34" charset="-122"/>
                </a:rPr>
                <a:t>马克思主义科学社会主义视角下的世界认知与改造</a:t>
              </a:r>
              <a:endParaRPr lang="en-US" altLang="ko-KR" sz="2800" b="1"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5849059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01603716"/>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Freeform: Shape 25"/>
          <p:cNvSpPr/>
          <p:nvPr>
            <p:custDataLst>
              <p:tags r:id="rId1"/>
            </p:custDataLst>
          </p:nvPr>
        </p:nvSpPr>
        <p:spPr>
          <a:xfrm flipH="1">
            <a:off x="11556317" y="201937"/>
            <a:ext cx="339090" cy="340360"/>
          </a:xfrm>
          <a:custGeom>
            <a:avLst/>
            <a:gdLst>
              <a:gd name="connsiteX0" fmla="*/ 316376 w 718878"/>
              <a:gd name="connsiteY0" fmla="*/ 634637 h 719819"/>
              <a:gd name="connsiteX1" fmla="*/ 401558 w 718878"/>
              <a:gd name="connsiteY1" fmla="*/ 634637 h 719819"/>
              <a:gd name="connsiteX2" fmla="*/ 401558 w 718878"/>
              <a:gd name="connsiteY2" fmla="*/ 719819 h 719819"/>
              <a:gd name="connsiteX3" fmla="*/ 316376 w 718878"/>
              <a:gd name="connsiteY3" fmla="*/ 719819 h 719819"/>
              <a:gd name="connsiteX4" fmla="*/ 632753 w 718878"/>
              <a:gd name="connsiteY4" fmla="*/ 634636 h 719819"/>
              <a:gd name="connsiteX5" fmla="*/ 717935 w 718878"/>
              <a:gd name="connsiteY5" fmla="*/ 634636 h 719819"/>
              <a:gd name="connsiteX6" fmla="*/ 717935 w 718878"/>
              <a:gd name="connsiteY6" fmla="*/ 719818 h 719819"/>
              <a:gd name="connsiteX7" fmla="*/ 632753 w 718878"/>
              <a:gd name="connsiteY7" fmla="*/ 719818 h 719819"/>
              <a:gd name="connsiteX8" fmla="*/ 0 w 718878"/>
              <a:gd name="connsiteY8" fmla="*/ 634636 h 719819"/>
              <a:gd name="connsiteX9" fmla="*/ 85182 w 718878"/>
              <a:gd name="connsiteY9" fmla="*/ 634636 h 719819"/>
              <a:gd name="connsiteX10" fmla="*/ 85182 w 718878"/>
              <a:gd name="connsiteY10" fmla="*/ 719818 h 719819"/>
              <a:gd name="connsiteX11" fmla="*/ 0 w 718878"/>
              <a:gd name="connsiteY11" fmla="*/ 719818 h 719819"/>
              <a:gd name="connsiteX12" fmla="*/ 632756 w 718878"/>
              <a:gd name="connsiteY12" fmla="*/ 317318 h 719819"/>
              <a:gd name="connsiteX13" fmla="*/ 717938 w 718878"/>
              <a:gd name="connsiteY13" fmla="*/ 317318 h 719819"/>
              <a:gd name="connsiteX14" fmla="*/ 717938 w 718878"/>
              <a:gd name="connsiteY14" fmla="*/ 402500 h 719819"/>
              <a:gd name="connsiteX15" fmla="*/ 632756 w 718878"/>
              <a:gd name="connsiteY15" fmla="*/ 402500 h 719819"/>
              <a:gd name="connsiteX16" fmla="*/ 316378 w 718878"/>
              <a:gd name="connsiteY16" fmla="*/ 317318 h 719819"/>
              <a:gd name="connsiteX17" fmla="*/ 401560 w 718878"/>
              <a:gd name="connsiteY17" fmla="*/ 317318 h 719819"/>
              <a:gd name="connsiteX18" fmla="*/ 401560 w 718878"/>
              <a:gd name="connsiteY18" fmla="*/ 402500 h 719819"/>
              <a:gd name="connsiteX19" fmla="*/ 316378 w 718878"/>
              <a:gd name="connsiteY19" fmla="*/ 402500 h 719819"/>
              <a:gd name="connsiteX20" fmla="*/ 0 w 718878"/>
              <a:gd name="connsiteY20" fmla="*/ 317318 h 719819"/>
              <a:gd name="connsiteX21" fmla="*/ 85182 w 718878"/>
              <a:gd name="connsiteY21" fmla="*/ 317318 h 719819"/>
              <a:gd name="connsiteX22" fmla="*/ 85182 w 718878"/>
              <a:gd name="connsiteY22" fmla="*/ 402500 h 719819"/>
              <a:gd name="connsiteX23" fmla="*/ 0 w 718878"/>
              <a:gd name="connsiteY23" fmla="*/ 402500 h 719819"/>
              <a:gd name="connsiteX24" fmla="*/ 633696 w 718878"/>
              <a:gd name="connsiteY24" fmla="*/ 0 h 719819"/>
              <a:gd name="connsiteX25" fmla="*/ 718878 w 718878"/>
              <a:gd name="connsiteY25" fmla="*/ 0 h 719819"/>
              <a:gd name="connsiteX26" fmla="*/ 718878 w 718878"/>
              <a:gd name="connsiteY26" fmla="*/ 85182 h 719819"/>
              <a:gd name="connsiteX27" fmla="*/ 633696 w 718878"/>
              <a:gd name="connsiteY27" fmla="*/ 85182 h 719819"/>
              <a:gd name="connsiteX28" fmla="*/ 316378 w 718878"/>
              <a:gd name="connsiteY28" fmla="*/ 0 h 719819"/>
              <a:gd name="connsiteX29" fmla="*/ 401560 w 718878"/>
              <a:gd name="connsiteY29" fmla="*/ 0 h 719819"/>
              <a:gd name="connsiteX30" fmla="*/ 401560 w 718878"/>
              <a:gd name="connsiteY30" fmla="*/ 85182 h 719819"/>
              <a:gd name="connsiteX31" fmla="*/ 316378 w 718878"/>
              <a:gd name="connsiteY31" fmla="*/ 85182 h 719819"/>
              <a:gd name="connsiteX32" fmla="*/ 0 w 718878"/>
              <a:gd name="connsiteY32" fmla="*/ 0 h 719819"/>
              <a:gd name="connsiteX33" fmla="*/ 85182 w 718878"/>
              <a:gd name="connsiteY33" fmla="*/ 0 h 719819"/>
              <a:gd name="connsiteX34" fmla="*/ 85182 w 718878"/>
              <a:gd name="connsiteY34" fmla="*/ 85182 h 719819"/>
              <a:gd name="connsiteX35" fmla="*/ 0 w 718878"/>
              <a:gd name="connsiteY35" fmla="*/ 85182 h 71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18878" h="719819">
                <a:moveTo>
                  <a:pt x="316376" y="634637"/>
                </a:moveTo>
                <a:lnTo>
                  <a:pt x="401558" y="634637"/>
                </a:lnTo>
                <a:lnTo>
                  <a:pt x="401558" y="719819"/>
                </a:lnTo>
                <a:lnTo>
                  <a:pt x="316376" y="719819"/>
                </a:lnTo>
                <a:close/>
                <a:moveTo>
                  <a:pt x="632753" y="634636"/>
                </a:moveTo>
                <a:lnTo>
                  <a:pt x="717935" y="634636"/>
                </a:lnTo>
                <a:lnTo>
                  <a:pt x="717935" y="719818"/>
                </a:lnTo>
                <a:lnTo>
                  <a:pt x="632753" y="719818"/>
                </a:lnTo>
                <a:close/>
                <a:moveTo>
                  <a:pt x="0" y="634636"/>
                </a:moveTo>
                <a:lnTo>
                  <a:pt x="85182" y="634636"/>
                </a:lnTo>
                <a:lnTo>
                  <a:pt x="85182" y="719818"/>
                </a:lnTo>
                <a:lnTo>
                  <a:pt x="0" y="719818"/>
                </a:lnTo>
                <a:close/>
                <a:moveTo>
                  <a:pt x="632756" y="317318"/>
                </a:moveTo>
                <a:lnTo>
                  <a:pt x="717938" y="317318"/>
                </a:lnTo>
                <a:lnTo>
                  <a:pt x="717938" y="402500"/>
                </a:lnTo>
                <a:lnTo>
                  <a:pt x="632756" y="402500"/>
                </a:lnTo>
                <a:close/>
                <a:moveTo>
                  <a:pt x="316378" y="317318"/>
                </a:moveTo>
                <a:lnTo>
                  <a:pt x="401560" y="317318"/>
                </a:lnTo>
                <a:lnTo>
                  <a:pt x="401560" y="402500"/>
                </a:lnTo>
                <a:lnTo>
                  <a:pt x="316378" y="402500"/>
                </a:lnTo>
                <a:close/>
                <a:moveTo>
                  <a:pt x="0" y="317318"/>
                </a:moveTo>
                <a:lnTo>
                  <a:pt x="85182" y="317318"/>
                </a:lnTo>
                <a:lnTo>
                  <a:pt x="85182" y="402500"/>
                </a:lnTo>
                <a:lnTo>
                  <a:pt x="0" y="402500"/>
                </a:lnTo>
                <a:close/>
                <a:moveTo>
                  <a:pt x="633696" y="0"/>
                </a:moveTo>
                <a:lnTo>
                  <a:pt x="718878" y="0"/>
                </a:lnTo>
                <a:lnTo>
                  <a:pt x="718878" y="85182"/>
                </a:lnTo>
                <a:lnTo>
                  <a:pt x="633696" y="85182"/>
                </a:lnTo>
                <a:close/>
                <a:moveTo>
                  <a:pt x="316378" y="0"/>
                </a:moveTo>
                <a:lnTo>
                  <a:pt x="401560" y="0"/>
                </a:lnTo>
                <a:lnTo>
                  <a:pt x="401560" y="85182"/>
                </a:lnTo>
                <a:lnTo>
                  <a:pt x="316378" y="85182"/>
                </a:lnTo>
                <a:close/>
                <a:moveTo>
                  <a:pt x="0" y="0"/>
                </a:moveTo>
                <a:lnTo>
                  <a:pt x="85182" y="0"/>
                </a:lnTo>
                <a:lnTo>
                  <a:pt x="85182" y="85182"/>
                </a:lnTo>
                <a:lnTo>
                  <a:pt x="0" y="8518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67" name="任意多边形: 形状 7"/>
          <p:cNvSpPr/>
          <p:nvPr/>
        </p:nvSpPr>
        <p:spPr>
          <a:xfrm>
            <a:off x="-2682774" y="-2194362"/>
            <a:ext cx="2979367" cy="3559078"/>
          </a:xfrm>
          <a:custGeom>
            <a:avLst/>
            <a:gdLst>
              <a:gd name="connsiteX0" fmla="*/ 0 w 2979367"/>
              <a:gd name="connsiteY0" fmla="*/ 0 h 3559078"/>
              <a:gd name="connsiteX1" fmla="*/ 2679715 w 2979367"/>
              <a:gd name="connsiteY1" fmla="*/ 0 h 3559078"/>
              <a:gd name="connsiteX2" fmla="*/ 2824001 w 2979367"/>
              <a:gd name="connsiteY2" fmla="*/ 122568 h 3559078"/>
              <a:gd name="connsiteX3" fmla="*/ 2968557 w 2979367"/>
              <a:gd name="connsiteY3" fmla="*/ 574292 h 3559078"/>
              <a:gd name="connsiteX4" fmla="*/ 279011 w 2979367"/>
              <a:gd name="connsiteY4" fmla="*/ 3536622 h 3559078"/>
              <a:gd name="connsiteX5" fmla="*/ 33447 w 2979367"/>
              <a:gd name="connsiteY5" fmla="*/ 3548095 h 3559078"/>
              <a:gd name="connsiteX6" fmla="*/ 0 w 2979367"/>
              <a:gd name="connsiteY6" fmla="*/ 3538461 h 355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9367" h="3559078">
                <a:moveTo>
                  <a:pt x="0" y="0"/>
                </a:moveTo>
                <a:lnTo>
                  <a:pt x="2679715" y="0"/>
                </a:lnTo>
                <a:lnTo>
                  <a:pt x="2824001" y="122568"/>
                </a:lnTo>
                <a:cubicBezTo>
                  <a:pt x="2949396" y="236505"/>
                  <a:pt x="3004509" y="408724"/>
                  <a:pt x="2968557" y="574292"/>
                </a:cubicBezTo>
                <a:cubicBezTo>
                  <a:pt x="2665793" y="1971407"/>
                  <a:pt x="1640455" y="3100719"/>
                  <a:pt x="279011" y="3536622"/>
                </a:cubicBezTo>
                <a:cubicBezTo>
                  <a:pt x="198182" y="3562422"/>
                  <a:pt x="113541" y="3565635"/>
                  <a:pt x="33447" y="3548095"/>
                </a:cubicBezTo>
                <a:lnTo>
                  <a:pt x="0" y="3538461"/>
                </a:lnTo>
                <a:close/>
              </a:path>
            </a:pathLst>
          </a:cu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6" name="任意多边形: 形状 6"/>
          <p:cNvSpPr/>
          <p:nvPr/>
        </p:nvSpPr>
        <p:spPr>
          <a:xfrm>
            <a:off x="12207969" y="5700436"/>
            <a:ext cx="6027890" cy="5711294"/>
          </a:xfrm>
          <a:custGeom>
            <a:avLst/>
            <a:gdLst>
              <a:gd name="connsiteX0" fmla="*/ 5923419 w 6027890"/>
              <a:gd name="connsiteY0" fmla="*/ 718 h 5711294"/>
              <a:gd name="connsiteX1" fmla="*/ 6027890 w 6027890"/>
              <a:gd name="connsiteY1" fmla="*/ 11969 h 5711294"/>
              <a:gd name="connsiteX2" fmla="*/ 6027890 w 6027890"/>
              <a:gd name="connsiteY2" fmla="*/ 5711294 h 5711294"/>
              <a:gd name="connsiteX3" fmla="*/ 842952 w 6027890"/>
              <a:gd name="connsiteY3" fmla="*/ 5711294 h 5711294"/>
              <a:gd name="connsiteX4" fmla="*/ 738762 w 6027890"/>
              <a:gd name="connsiteY4" fmla="*/ 5606065 h 5711294"/>
              <a:gd name="connsiteX5" fmla="*/ 151883 w 6027890"/>
              <a:gd name="connsiteY5" fmla="*/ 4881924 h 5711294"/>
              <a:gd name="connsiteX6" fmla="*/ 77560 w 6027890"/>
              <a:gd name="connsiteY6" fmla="*/ 4052002 h 5711294"/>
              <a:gd name="connsiteX7" fmla="*/ 5812959 w 6027890"/>
              <a:gd name="connsiteY7" fmla="*/ 3468 h 5711294"/>
              <a:gd name="connsiteX8" fmla="*/ 5923419 w 6027890"/>
              <a:gd name="connsiteY8" fmla="*/ 718 h 571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27890" h="5711294">
                <a:moveTo>
                  <a:pt x="5923419" y="718"/>
                </a:moveTo>
                <a:lnTo>
                  <a:pt x="6027890" y="11969"/>
                </a:lnTo>
                <a:lnTo>
                  <a:pt x="6027890" y="5711294"/>
                </a:lnTo>
                <a:lnTo>
                  <a:pt x="842952" y="5711294"/>
                </a:lnTo>
                <a:lnTo>
                  <a:pt x="738762" y="5606065"/>
                </a:lnTo>
                <a:cubicBezTo>
                  <a:pt x="528959" y="5379733"/>
                  <a:pt x="332737" y="5138078"/>
                  <a:pt x="151883" y="4881924"/>
                </a:cubicBezTo>
                <a:cubicBezTo>
                  <a:pt x="-19648" y="4638515"/>
                  <a:pt x="-47981" y="4321990"/>
                  <a:pt x="77560" y="4052002"/>
                </a:cubicBezTo>
                <a:cubicBezTo>
                  <a:pt x="1128982" y="1774938"/>
                  <a:pt x="3315249" y="231657"/>
                  <a:pt x="5812959" y="3468"/>
                </a:cubicBezTo>
                <a:cubicBezTo>
                  <a:pt x="5849976" y="81"/>
                  <a:pt x="5886867" y="-802"/>
                  <a:pt x="5923419" y="718"/>
                </a:cubicBezTo>
                <a:close/>
              </a:path>
            </a:pathLst>
          </a:cu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9" name="椭圆 8"/>
          <p:cNvSpPr/>
          <p:nvPr/>
        </p:nvSpPr>
        <p:spPr>
          <a:xfrm>
            <a:off x="4109369" y="1790954"/>
            <a:ext cx="3712004" cy="37120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 name="椭圆 9"/>
          <p:cNvSpPr/>
          <p:nvPr/>
        </p:nvSpPr>
        <p:spPr>
          <a:xfrm>
            <a:off x="3683131" y="1364716"/>
            <a:ext cx="4564479" cy="4564479"/>
          </a:xfrm>
          <a:prstGeom prst="ellipse">
            <a:avLst/>
          </a:prstGeom>
          <a:noFill/>
          <a:ln w="12700">
            <a:gradFill>
              <a:gsLst>
                <a:gs pos="5000">
                  <a:schemeClr val="accent2">
                    <a:alpha val="0"/>
                  </a:schemeClr>
                </a:gs>
                <a:gs pos="48000">
                  <a:schemeClr val="accent1"/>
                </a:gs>
                <a:gs pos="95000">
                  <a:schemeClr val="accent2">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3" name="椭圆 32"/>
          <p:cNvSpPr/>
          <p:nvPr/>
        </p:nvSpPr>
        <p:spPr>
          <a:xfrm>
            <a:off x="5322540" y="2237833"/>
            <a:ext cx="1239810" cy="1239810"/>
          </a:xfrm>
          <a:prstGeom prst="ellipse">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8" name="弧形 47"/>
          <p:cNvSpPr/>
          <p:nvPr/>
        </p:nvSpPr>
        <p:spPr>
          <a:xfrm>
            <a:off x="3683131" y="1364716"/>
            <a:ext cx="4564480" cy="4564480"/>
          </a:xfrm>
          <a:prstGeom prst="arc">
            <a:avLst>
              <a:gd name="adj1" fmla="val 16200000"/>
              <a:gd name="adj2" fmla="val 5388841"/>
            </a:avLst>
          </a:prstGeom>
          <a:ln w="3175">
            <a:gradFill>
              <a:gsLst>
                <a:gs pos="72000">
                  <a:schemeClr val="accent2">
                    <a:alpha val="0"/>
                  </a:schemeClr>
                </a:gs>
                <a:gs pos="39000">
                  <a:schemeClr val="accent1"/>
                </a:gs>
                <a:gs pos="100000">
                  <a:schemeClr val="accent2">
                    <a:alpha val="50000"/>
                  </a:schemeClr>
                </a:gs>
                <a:gs pos="0">
                  <a:schemeClr val="accent2">
                    <a:alpha val="0"/>
                  </a:schemeClr>
                </a:gs>
              </a:gsLst>
              <a:lin ang="5400000" scaled="1"/>
            </a:gradFill>
            <a:prstDash val="dash"/>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rgbClr val="000D10"/>
                </a:solidFill>
                <a:latin typeface="Franklin Gothic Book" panose="020B0503020102020204"/>
                <a:ea typeface="+mn-ea"/>
                <a:cs typeface="+mn-cs"/>
              </a:defRPr>
            </a:lvl1pPr>
            <a:lvl2pPr marL="457200" algn="l" defTabSz="914400" rtl="0" eaLnBrk="1" latinLnBrk="0" hangingPunct="1">
              <a:defRPr sz="1800" kern="1200">
                <a:solidFill>
                  <a:srgbClr val="000D10"/>
                </a:solidFill>
                <a:latin typeface="Franklin Gothic Book" panose="020B0503020102020204"/>
                <a:ea typeface="+mn-ea"/>
                <a:cs typeface="+mn-cs"/>
              </a:defRPr>
            </a:lvl2pPr>
            <a:lvl3pPr marL="914400" algn="l" defTabSz="914400" rtl="0" eaLnBrk="1" latinLnBrk="0" hangingPunct="1">
              <a:defRPr sz="1800" kern="1200">
                <a:solidFill>
                  <a:srgbClr val="000D10"/>
                </a:solidFill>
                <a:latin typeface="Franklin Gothic Book" panose="020B0503020102020204"/>
                <a:ea typeface="+mn-ea"/>
                <a:cs typeface="+mn-cs"/>
              </a:defRPr>
            </a:lvl3pPr>
            <a:lvl4pPr marL="1371600" algn="l" defTabSz="914400" rtl="0" eaLnBrk="1" latinLnBrk="0" hangingPunct="1">
              <a:defRPr sz="1800" kern="1200">
                <a:solidFill>
                  <a:srgbClr val="000D10"/>
                </a:solidFill>
                <a:latin typeface="Franklin Gothic Book" panose="020B0503020102020204"/>
                <a:ea typeface="+mn-ea"/>
                <a:cs typeface="+mn-cs"/>
              </a:defRPr>
            </a:lvl4pPr>
            <a:lvl5pPr marL="1828800" algn="l" defTabSz="914400" rtl="0" eaLnBrk="1" latinLnBrk="0" hangingPunct="1">
              <a:defRPr sz="1800" kern="1200">
                <a:solidFill>
                  <a:srgbClr val="000D10"/>
                </a:solidFill>
                <a:latin typeface="Franklin Gothic Book" panose="020B0503020102020204"/>
                <a:ea typeface="+mn-ea"/>
                <a:cs typeface="+mn-cs"/>
              </a:defRPr>
            </a:lvl5pPr>
            <a:lvl6pPr marL="2286000" algn="l" defTabSz="914400" rtl="0" eaLnBrk="1" latinLnBrk="0" hangingPunct="1">
              <a:defRPr sz="1800" kern="1200">
                <a:solidFill>
                  <a:srgbClr val="000D10"/>
                </a:solidFill>
                <a:latin typeface="Franklin Gothic Book" panose="020B0503020102020204"/>
                <a:ea typeface="+mn-ea"/>
                <a:cs typeface="+mn-cs"/>
              </a:defRPr>
            </a:lvl6pPr>
            <a:lvl7pPr marL="2743200" algn="l" defTabSz="914400" rtl="0" eaLnBrk="1" latinLnBrk="0" hangingPunct="1">
              <a:defRPr sz="1800" kern="1200">
                <a:solidFill>
                  <a:srgbClr val="000D10"/>
                </a:solidFill>
                <a:latin typeface="Franklin Gothic Book" panose="020B0503020102020204"/>
                <a:ea typeface="+mn-ea"/>
                <a:cs typeface="+mn-cs"/>
              </a:defRPr>
            </a:lvl7pPr>
            <a:lvl8pPr marL="3200400" algn="l" defTabSz="914400" rtl="0" eaLnBrk="1" latinLnBrk="0" hangingPunct="1">
              <a:defRPr sz="1800" kern="1200">
                <a:solidFill>
                  <a:srgbClr val="000D10"/>
                </a:solidFill>
                <a:latin typeface="Franklin Gothic Book" panose="020B0503020102020204"/>
                <a:ea typeface="+mn-ea"/>
                <a:cs typeface="+mn-cs"/>
              </a:defRPr>
            </a:lvl8pPr>
            <a:lvl9pPr marL="3657600" algn="l" defTabSz="914400" rtl="0" eaLnBrk="1" latinLnBrk="0" hangingPunct="1">
              <a:defRPr sz="1800" kern="1200">
                <a:solidFill>
                  <a:srgbClr val="000D10"/>
                </a:solidFill>
                <a:latin typeface="Franklin Gothic Book" panose="020B0503020102020204"/>
                <a:ea typeface="+mn-ea"/>
                <a:cs typeface="+mn-cs"/>
              </a:defRPr>
            </a:lvl9pPr>
          </a:lstStyle>
          <a:p>
            <a:pPr algn="ct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49" name="弧形 48"/>
          <p:cNvSpPr/>
          <p:nvPr/>
        </p:nvSpPr>
        <p:spPr>
          <a:xfrm flipH="1">
            <a:off x="3894814" y="1576399"/>
            <a:ext cx="4141112" cy="4141114"/>
          </a:xfrm>
          <a:prstGeom prst="arc">
            <a:avLst>
              <a:gd name="adj1" fmla="val 16200000"/>
              <a:gd name="adj2" fmla="val 5388841"/>
            </a:avLst>
          </a:prstGeom>
          <a:ln w="3175">
            <a:gradFill>
              <a:gsLst>
                <a:gs pos="72000">
                  <a:schemeClr val="accent2">
                    <a:alpha val="0"/>
                  </a:schemeClr>
                </a:gs>
                <a:gs pos="39000">
                  <a:schemeClr val="accent1"/>
                </a:gs>
                <a:gs pos="100000">
                  <a:schemeClr val="accent2">
                    <a:alpha val="50000"/>
                  </a:schemeClr>
                </a:gs>
                <a:gs pos="0">
                  <a:schemeClr val="accent2">
                    <a:alpha val="0"/>
                  </a:schemeClr>
                </a:gs>
              </a:gsLst>
              <a:lin ang="5400000" scaled="1"/>
            </a:gradFill>
            <a:prstDash val="dash"/>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rgbClr val="000D10"/>
                </a:solidFill>
                <a:latin typeface="Franklin Gothic Book" panose="020B0503020102020204"/>
                <a:ea typeface="+mn-ea"/>
                <a:cs typeface="+mn-cs"/>
              </a:defRPr>
            </a:lvl1pPr>
            <a:lvl2pPr marL="457200" algn="l" defTabSz="914400" rtl="0" eaLnBrk="1" latinLnBrk="0" hangingPunct="1">
              <a:defRPr sz="1800" kern="1200">
                <a:solidFill>
                  <a:srgbClr val="000D10"/>
                </a:solidFill>
                <a:latin typeface="Franklin Gothic Book" panose="020B0503020102020204"/>
                <a:ea typeface="+mn-ea"/>
                <a:cs typeface="+mn-cs"/>
              </a:defRPr>
            </a:lvl2pPr>
            <a:lvl3pPr marL="914400" algn="l" defTabSz="914400" rtl="0" eaLnBrk="1" latinLnBrk="0" hangingPunct="1">
              <a:defRPr sz="1800" kern="1200">
                <a:solidFill>
                  <a:srgbClr val="000D10"/>
                </a:solidFill>
                <a:latin typeface="Franklin Gothic Book" panose="020B0503020102020204"/>
                <a:ea typeface="+mn-ea"/>
                <a:cs typeface="+mn-cs"/>
              </a:defRPr>
            </a:lvl3pPr>
            <a:lvl4pPr marL="1371600" algn="l" defTabSz="914400" rtl="0" eaLnBrk="1" latinLnBrk="0" hangingPunct="1">
              <a:defRPr sz="1800" kern="1200">
                <a:solidFill>
                  <a:srgbClr val="000D10"/>
                </a:solidFill>
                <a:latin typeface="Franklin Gothic Book" panose="020B0503020102020204"/>
                <a:ea typeface="+mn-ea"/>
                <a:cs typeface="+mn-cs"/>
              </a:defRPr>
            </a:lvl4pPr>
            <a:lvl5pPr marL="1828800" algn="l" defTabSz="914400" rtl="0" eaLnBrk="1" latinLnBrk="0" hangingPunct="1">
              <a:defRPr sz="1800" kern="1200">
                <a:solidFill>
                  <a:srgbClr val="000D10"/>
                </a:solidFill>
                <a:latin typeface="Franklin Gothic Book" panose="020B0503020102020204"/>
                <a:ea typeface="+mn-ea"/>
                <a:cs typeface="+mn-cs"/>
              </a:defRPr>
            </a:lvl5pPr>
            <a:lvl6pPr marL="2286000" algn="l" defTabSz="914400" rtl="0" eaLnBrk="1" latinLnBrk="0" hangingPunct="1">
              <a:defRPr sz="1800" kern="1200">
                <a:solidFill>
                  <a:srgbClr val="000D10"/>
                </a:solidFill>
                <a:latin typeface="Franklin Gothic Book" panose="020B0503020102020204"/>
                <a:ea typeface="+mn-ea"/>
                <a:cs typeface="+mn-cs"/>
              </a:defRPr>
            </a:lvl6pPr>
            <a:lvl7pPr marL="2743200" algn="l" defTabSz="914400" rtl="0" eaLnBrk="1" latinLnBrk="0" hangingPunct="1">
              <a:defRPr sz="1800" kern="1200">
                <a:solidFill>
                  <a:srgbClr val="000D10"/>
                </a:solidFill>
                <a:latin typeface="Franklin Gothic Book" panose="020B0503020102020204"/>
                <a:ea typeface="+mn-ea"/>
                <a:cs typeface="+mn-cs"/>
              </a:defRPr>
            </a:lvl7pPr>
            <a:lvl8pPr marL="3200400" algn="l" defTabSz="914400" rtl="0" eaLnBrk="1" latinLnBrk="0" hangingPunct="1">
              <a:defRPr sz="1800" kern="1200">
                <a:solidFill>
                  <a:srgbClr val="000D10"/>
                </a:solidFill>
                <a:latin typeface="Franklin Gothic Book" panose="020B0503020102020204"/>
                <a:ea typeface="+mn-ea"/>
                <a:cs typeface="+mn-cs"/>
              </a:defRPr>
            </a:lvl8pPr>
            <a:lvl9pPr marL="3657600" algn="l" defTabSz="914400" rtl="0" eaLnBrk="1" latinLnBrk="0" hangingPunct="1">
              <a:defRPr sz="1800" kern="1200">
                <a:solidFill>
                  <a:srgbClr val="000D10"/>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4" name="Shape1"/>
          <p:cNvSpPr>
            <a:spLocks noChangeAspect="1"/>
          </p:cNvSpPr>
          <p:nvPr/>
        </p:nvSpPr>
        <p:spPr>
          <a:xfrm>
            <a:off x="5689631" y="2611532"/>
            <a:ext cx="505627" cy="495441"/>
          </a:xfrm>
          <a:custGeom>
            <a:avLst/>
            <a:gdLst>
              <a:gd name="connsiteX0" fmla="*/ 1376243 w 1512887"/>
              <a:gd name="connsiteY0" fmla="*/ 993974 h 1482407"/>
              <a:gd name="connsiteX1" fmla="*/ 1495901 w 1512887"/>
              <a:gd name="connsiteY1" fmla="*/ 1060490 h 1482407"/>
              <a:gd name="connsiteX2" fmla="*/ 756444 w 1512887"/>
              <a:gd name="connsiteY2" fmla="*/ 1482408 h 1482407"/>
              <a:gd name="connsiteX3" fmla="*/ 4167 w 1512887"/>
              <a:gd name="connsiteY3" fmla="*/ 1060490 h 1482407"/>
              <a:gd name="connsiteX4" fmla="*/ 124698 w 1512887"/>
              <a:gd name="connsiteY4" fmla="*/ 993974 h 1482407"/>
              <a:gd name="connsiteX5" fmla="*/ 756404 w 1512887"/>
              <a:gd name="connsiteY5" fmla="*/ 1344970 h 1482407"/>
              <a:gd name="connsiteX6" fmla="*/ 1376243 w 1512887"/>
              <a:gd name="connsiteY6" fmla="*/ 993974 h 1482407"/>
              <a:gd name="connsiteX7" fmla="*/ 1376243 w 1512887"/>
              <a:gd name="connsiteY7" fmla="*/ 676473 h 1482407"/>
              <a:gd name="connsiteX8" fmla="*/ 1495901 w 1512887"/>
              <a:gd name="connsiteY8" fmla="*/ 742990 h 1482407"/>
              <a:gd name="connsiteX9" fmla="*/ 756444 w 1512887"/>
              <a:gd name="connsiteY9" fmla="*/ 1164908 h 1482407"/>
              <a:gd name="connsiteX10" fmla="*/ 4167 w 1512887"/>
              <a:gd name="connsiteY10" fmla="*/ 742990 h 1482407"/>
              <a:gd name="connsiteX11" fmla="*/ 124698 w 1512887"/>
              <a:gd name="connsiteY11" fmla="*/ 676473 h 1482407"/>
              <a:gd name="connsiteX12" fmla="*/ 756404 w 1512887"/>
              <a:gd name="connsiteY12" fmla="*/ 1027470 h 1482407"/>
              <a:gd name="connsiteX13" fmla="*/ 1376243 w 1512887"/>
              <a:gd name="connsiteY13" fmla="*/ 676473 h 1482407"/>
              <a:gd name="connsiteX14" fmla="*/ 756444 w 1512887"/>
              <a:gd name="connsiteY14" fmla="*/ 40 h 1482407"/>
              <a:gd name="connsiteX15" fmla="*/ 1512888 w 1512887"/>
              <a:gd name="connsiteY15" fmla="*/ 425490 h 1482407"/>
              <a:gd name="connsiteX16" fmla="*/ 756444 w 1512887"/>
              <a:gd name="connsiteY16" fmla="*/ 850979 h 1482407"/>
              <a:gd name="connsiteX17" fmla="*/ 0 w 1512887"/>
              <a:gd name="connsiteY17" fmla="*/ 425490 h 1482407"/>
              <a:gd name="connsiteX18" fmla="*/ 756444 w 1512887"/>
              <a:gd name="connsiteY18" fmla="*/ 0 h 1482407"/>
              <a:gd name="connsiteX19" fmla="*/ 756444 w 1512887"/>
              <a:gd name="connsiteY19" fmla="*/ 136644 h 1482407"/>
              <a:gd name="connsiteX20" fmla="*/ 242848 w 1512887"/>
              <a:gd name="connsiteY20" fmla="*/ 425490 h 1482407"/>
              <a:gd name="connsiteX21" fmla="*/ 756444 w 1512887"/>
              <a:gd name="connsiteY21" fmla="*/ 714335 h 1482407"/>
              <a:gd name="connsiteX22" fmla="*/ 1270000 w 1512887"/>
              <a:gd name="connsiteY22" fmla="*/ 425490 h 1482407"/>
              <a:gd name="connsiteX23" fmla="*/ 756444 w 1512887"/>
              <a:gd name="connsiteY23" fmla="*/ 136604 h 148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2887" h="1482407">
                <a:moveTo>
                  <a:pt x="1376243" y="993974"/>
                </a:moveTo>
                <a:lnTo>
                  <a:pt x="1495901" y="1060490"/>
                </a:lnTo>
                <a:lnTo>
                  <a:pt x="756444" y="1482408"/>
                </a:lnTo>
                <a:lnTo>
                  <a:pt x="4167" y="1060490"/>
                </a:lnTo>
                <a:lnTo>
                  <a:pt x="124698" y="993974"/>
                </a:lnTo>
                <a:lnTo>
                  <a:pt x="756404" y="1344970"/>
                </a:lnTo>
                <a:lnTo>
                  <a:pt x="1376243" y="993974"/>
                </a:lnTo>
                <a:close/>
                <a:moveTo>
                  <a:pt x="1376243" y="676473"/>
                </a:moveTo>
                <a:lnTo>
                  <a:pt x="1495901" y="742990"/>
                </a:lnTo>
                <a:lnTo>
                  <a:pt x="756444" y="1164908"/>
                </a:lnTo>
                <a:lnTo>
                  <a:pt x="4167" y="742990"/>
                </a:lnTo>
                <a:lnTo>
                  <a:pt x="124698" y="676473"/>
                </a:lnTo>
                <a:lnTo>
                  <a:pt x="756404" y="1027470"/>
                </a:lnTo>
                <a:lnTo>
                  <a:pt x="1376243" y="676473"/>
                </a:lnTo>
                <a:close/>
                <a:moveTo>
                  <a:pt x="756444" y="40"/>
                </a:moveTo>
                <a:lnTo>
                  <a:pt x="1512888" y="425490"/>
                </a:lnTo>
                <a:lnTo>
                  <a:pt x="756444" y="850979"/>
                </a:lnTo>
                <a:lnTo>
                  <a:pt x="0" y="425490"/>
                </a:lnTo>
                <a:lnTo>
                  <a:pt x="756444" y="0"/>
                </a:lnTo>
                <a:close/>
                <a:moveTo>
                  <a:pt x="756444" y="136644"/>
                </a:moveTo>
                <a:lnTo>
                  <a:pt x="242848" y="425490"/>
                </a:lnTo>
                <a:lnTo>
                  <a:pt x="756444" y="714335"/>
                </a:lnTo>
                <a:lnTo>
                  <a:pt x="1270000" y="425490"/>
                </a:lnTo>
                <a:lnTo>
                  <a:pt x="756444" y="136604"/>
                </a:lnTo>
                <a:close/>
              </a:path>
            </a:pathLst>
          </a:custGeom>
          <a:solidFill>
            <a:schemeClr val="accent1"/>
          </a:solidFill>
          <a:ln w="1860" cap="flat">
            <a:noFill/>
            <a:prstDash val="solid"/>
            <a:miter/>
          </a:ln>
        </p:spPr>
        <p:txBody>
          <a:bodyPr wrap="square"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b="1">
              <a:latin typeface="微软雅黑" panose="020B0503020204020204" pitchFamily="34" charset="-122"/>
              <a:ea typeface="微软雅黑" panose="020B0503020204020204" pitchFamily="34" charset="-122"/>
            </a:endParaRPr>
          </a:p>
        </p:txBody>
      </p:sp>
      <p:sp>
        <p:nvSpPr>
          <p:cNvPr id="65" name="Text13"/>
          <p:cNvSpPr txBox="1"/>
          <p:nvPr>
            <p:custDataLst>
              <p:tags r:id="rId2"/>
            </p:custDataLst>
          </p:nvPr>
        </p:nvSpPr>
        <p:spPr>
          <a:xfrm>
            <a:off x="4362841" y="3584920"/>
            <a:ext cx="3203005" cy="1336253"/>
          </a:xfrm>
          <a:prstGeom prst="rect">
            <a:avLst/>
          </a:prstGeom>
          <a:noFill/>
        </p:spPr>
        <p:txBody>
          <a:bodyPr wrap="square" rtlCol="0" anchor="ctr" anchorCtr="0">
            <a:normAutofit fontScale="82500" lnSpcReduction="2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ct val="0"/>
              </a:spcBef>
              <a:spcAft>
                <a:spcPct val="0"/>
              </a:spcAft>
              <a:buClrTx/>
              <a:buSzTx/>
              <a:buFontTx/>
              <a:buNone/>
              <a:defRPr/>
            </a:pPr>
            <a:r>
              <a:rPr lang="en-US" altLang="zh-CN" sz="3200" b="1" noProof="0" dirty="0" err="1">
                <a:ln>
                  <a:noFill/>
                </a:ln>
                <a:solidFill>
                  <a:schemeClr val="tx2"/>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马克思主义科学社会主义，引领世界改造与进步</a:t>
            </a:r>
            <a:r>
              <a:rPr lang="en-US" altLang="zh-CN" sz="3200" b="1" noProof="0" dirty="0">
                <a:ln>
                  <a:noFill/>
                </a:ln>
                <a:solidFill>
                  <a:schemeClr val="tx2"/>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0"/>
                                  </p:stCondLst>
                                  <p:childTnLst>
                                    <p:animMotion origin="layout" path="M -3.54167E-6 -3.33333E-6 L 0.2198 0.32153 " pathEditMode="relative" rAng="0" ptsTypes="AA">
                                      <p:cBhvr>
                                        <p:cTn id="6" dur="2000" fill="hold"/>
                                        <p:tgtEl>
                                          <p:spTgt spid="67"/>
                                        </p:tgtEl>
                                        <p:attrNameLst>
                                          <p:attrName>ppt_x</p:attrName>
                                          <p:attrName>ppt_y</p:attrName>
                                        </p:attrNameLst>
                                      </p:cBhvr>
                                      <p:rCtr x="10990" y="16065"/>
                                    </p:animMotion>
                                  </p:childTnLst>
                                </p:cTn>
                              </p:par>
                              <p:par>
                                <p:cTn id="7" presetID="42" presetClass="path" presetSubtype="0" accel="50000" decel="50000" fill="hold" grpId="0" nodeType="withEffect">
                                  <p:stCondLst>
                                    <p:cond delay="0"/>
                                  </p:stCondLst>
                                  <p:childTnLst>
                                    <p:animMotion origin="layout" path="M 2.5E-6 -3.7037E-6 L -0.4944 -0.66551 " pathEditMode="relative" rAng="0" ptsTypes="AA">
                                      <p:cBhvr>
                                        <p:cTn id="8" dur="2000" fill="hold"/>
                                        <p:tgtEl>
                                          <p:spTgt spid="66"/>
                                        </p:tgtEl>
                                        <p:attrNameLst>
                                          <p:attrName>ppt_x</p:attrName>
                                          <p:attrName>ppt_y</p:attrName>
                                        </p:attrNameLst>
                                      </p:cBhvr>
                                      <p:rCtr x="-24727" y="-3328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6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Freeform: Shape 25"/>
          <p:cNvSpPr/>
          <p:nvPr>
            <p:custDataLst>
              <p:tags r:id="rId1"/>
            </p:custDataLst>
          </p:nvPr>
        </p:nvSpPr>
        <p:spPr>
          <a:xfrm flipH="1">
            <a:off x="11556317" y="201937"/>
            <a:ext cx="339090" cy="340360"/>
          </a:xfrm>
          <a:custGeom>
            <a:avLst/>
            <a:gdLst>
              <a:gd name="connsiteX0" fmla="*/ 316376 w 718878"/>
              <a:gd name="connsiteY0" fmla="*/ 634637 h 719819"/>
              <a:gd name="connsiteX1" fmla="*/ 401558 w 718878"/>
              <a:gd name="connsiteY1" fmla="*/ 634637 h 719819"/>
              <a:gd name="connsiteX2" fmla="*/ 401558 w 718878"/>
              <a:gd name="connsiteY2" fmla="*/ 719819 h 719819"/>
              <a:gd name="connsiteX3" fmla="*/ 316376 w 718878"/>
              <a:gd name="connsiteY3" fmla="*/ 719819 h 719819"/>
              <a:gd name="connsiteX4" fmla="*/ 632753 w 718878"/>
              <a:gd name="connsiteY4" fmla="*/ 634636 h 719819"/>
              <a:gd name="connsiteX5" fmla="*/ 717935 w 718878"/>
              <a:gd name="connsiteY5" fmla="*/ 634636 h 719819"/>
              <a:gd name="connsiteX6" fmla="*/ 717935 w 718878"/>
              <a:gd name="connsiteY6" fmla="*/ 719818 h 719819"/>
              <a:gd name="connsiteX7" fmla="*/ 632753 w 718878"/>
              <a:gd name="connsiteY7" fmla="*/ 719818 h 719819"/>
              <a:gd name="connsiteX8" fmla="*/ 0 w 718878"/>
              <a:gd name="connsiteY8" fmla="*/ 634636 h 719819"/>
              <a:gd name="connsiteX9" fmla="*/ 85182 w 718878"/>
              <a:gd name="connsiteY9" fmla="*/ 634636 h 719819"/>
              <a:gd name="connsiteX10" fmla="*/ 85182 w 718878"/>
              <a:gd name="connsiteY10" fmla="*/ 719818 h 719819"/>
              <a:gd name="connsiteX11" fmla="*/ 0 w 718878"/>
              <a:gd name="connsiteY11" fmla="*/ 719818 h 719819"/>
              <a:gd name="connsiteX12" fmla="*/ 632756 w 718878"/>
              <a:gd name="connsiteY12" fmla="*/ 317318 h 719819"/>
              <a:gd name="connsiteX13" fmla="*/ 717938 w 718878"/>
              <a:gd name="connsiteY13" fmla="*/ 317318 h 719819"/>
              <a:gd name="connsiteX14" fmla="*/ 717938 w 718878"/>
              <a:gd name="connsiteY14" fmla="*/ 402500 h 719819"/>
              <a:gd name="connsiteX15" fmla="*/ 632756 w 718878"/>
              <a:gd name="connsiteY15" fmla="*/ 402500 h 719819"/>
              <a:gd name="connsiteX16" fmla="*/ 316378 w 718878"/>
              <a:gd name="connsiteY16" fmla="*/ 317318 h 719819"/>
              <a:gd name="connsiteX17" fmla="*/ 401560 w 718878"/>
              <a:gd name="connsiteY17" fmla="*/ 317318 h 719819"/>
              <a:gd name="connsiteX18" fmla="*/ 401560 w 718878"/>
              <a:gd name="connsiteY18" fmla="*/ 402500 h 719819"/>
              <a:gd name="connsiteX19" fmla="*/ 316378 w 718878"/>
              <a:gd name="connsiteY19" fmla="*/ 402500 h 719819"/>
              <a:gd name="connsiteX20" fmla="*/ 0 w 718878"/>
              <a:gd name="connsiteY20" fmla="*/ 317318 h 719819"/>
              <a:gd name="connsiteX21" fmla="*/ 85182 w 718878"/>
              <a:gd name="connsiteY21" fmla="*/ 317318 h 719819"/>
              <a:gd name="connsiteX22" fmla="*/ 85182 w 718878"/>
              <a:gd name="connsiteY22" fmla="*/ 402500 h 719819"/>
              <a:gd name="connsiteX23" fmla="*/ 0 w 718878"/>
              <a:gd name="connsiteY23" fmla="*/ 402500 h 719819"/>
              <a:gd name="connsiteX24" fmla="*/ 633696 w 718878"/>
              <a:gd name="connsiteY24" fmla="*/ 0 h 719819"/>
              <a:gd name="connsiteX25" fmla="*/ 718878 w 718878"/>
              <a:gd name="connsiteY25" fmla="*/ 0 h 719819"/>
              <a:gd name="connsiteX26" fmla="*/ 718878 w 718878"/>
              <a:gd name="connsiteY26" fmla="*/ 85182 h 719819"/>
              <a:gd name="connsiteX27" fmla="*/ 633696 w 718878"/>
              <a:gd name="connsiteY27" fmla="*/ 85182 h 719819"/>
              <a:gd name="connsiteX28" fmla="*/ 316378 w 718878"/>
              <a:gd name="connsiteY28" fmla="*/ 0 h 719819"/>
              <a:gd name="connsiteX29" fmla="*/ 401560 w 718878"/>
              <a:gd name="connsiteY29" fmla="*/ 0 h 719819"/>
              <a:gd name="connsiteX30" fmla="*/ 401560 w 718878"/>
              <a:gd name="connsiteY30" fmla="*/ 85182 h 719819"/>
              <a:gd name="connsiteX31" fmla="*/ 316378 w 718878"/>
              <a:gd name="connsiteY31" fmla="*/ 85182 h 719819"/>
              <a:gd name="connsiteX32" fmla="*/ 0 w 718878"/>
              <a:gd name="connsiteY32" fmla="*/ 0 h 719819"/>
              <a:gd name="connsiteX33" fmla="*/ 85182 w 718878"/>
              <a:gd name="connsiteY33" fmla="*/ 0 h 719819"/>
              <a:gd name="connsiteX34" fmla="*/ 85182 w 718878"/>
              <a:gd name="connsiteY34" fmla="*/ 85182 h 719819"/>
              <a:gd name="connsiteX35" fmla="*/ 0 w 718878"/>
              <a:gd name="connsiteY35" fmla="*/ 85182 h 71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18878" h="719819">
                <a:moveTo>
                  <a:pt x="316376" y="634637"/>
                </a:moveTo>
                <a:lnTo>
                  <a:pt x="401558" y="634637"/>
                </a:lnTo>
                <a:lnTo>
                  <a:pt x="401558" y="719819"/>
                </a:lnTo>
                <a:lnTo>
                  <a:pt x="316376" y="719819"/>
                </a:lnTo>
                <a:close/>
                <a:moveTo>
                  <a:pt x="632753" y="634636"/>
                </a:moveTo>
                <a:lnTo>
                  <a:pt x="717935" y="634636"/>
                </a:lnTo>
                <a:lnTo>
                  <a:pt x="717935" y="719818"/>
                </a:lnTo>
                <a:lnTo>
                  <a:pt x="632753" y="719818"/>
                </a:lnTo>
                <a:close/>
                <a:moveTo>
                  <a:pt x="0" y="634636"/>
                </a:moveTo>
                <a:lnTo>
                  <a:pt x="85182" y="634636"/>
                </a:lnTo>
                <a:lnTo>
                  <a:pt x="85182" y="719818"/>
                </a:lnTo>
                <a:lnTo>
                  <a:pt x="0" y="719818"/>
                </a:lnTo>
                <a:close/>
                <a:moveTo>
                  <a:pt x="632756" y="317318"/>
                </a:moveTo>
                <a:lnTo>
                  <a:pt x="717938" y="317318"/>
                </a:lnTo>
                <a:lnTo>
                  <a:pt x="717938" y="402500"/>
                </a:lnTo>
                <a:lnTo>
                  <a:pt x="632756" y="402500"/>
                </a:lnTo>
                <a:close/>
                <a:moveTo>
                  <a:pt x="316378" y="317318"/>
                </a:moveTo>
                <a:lnTo>
                  <a:pt x="401560" y="317318"/>
                </a:lnTo>
                <a:lnTo>
                  <a:pt x="401560" y="402500"/>
                </a:lnTo>
                <a:lnTo>
                  <a:pt x="316378" y="402500"/>
                </a:lnTo>
                <a:close/>
                <a:moveTo>
                  <a:pt x="0" y="317318"/>
                </a:moveTo>
                <a:lnTo>
                  <a:pt x="85182" y="317318"/>
                </a:lnTo>
                <a:lnTo>
                  <a:pt x="85182" y="402500"/>
                </a:lnTo>
                <a:lnTo>
                  <a:pt x="0" y="402500"/>
                </a:lnTo>
                <a:close/>
                <a:moveTo>
                  <a:pt x="633696" y="0"/>
                </a:moveTo>
                <a:lnTo>
                  <a:pt x="718878" y="0"/>
                </a:lnTo>
                <a:lnTo>
                  <a:pt x="718878" y="85182"/>
                </a:lnTo>
                <a:lnTo>
                  <a:pt x="633696" y="85182"/>
                </a:lnTo>
                <a:close/>
                <a:moveTo>
                  <a:pt x="316378" y="0"/>
                </a:moveTo>
                <a:lnTo>
                  <a:pt x="401560" y="0"/>
                </a:lnTo>
                <a:lnTo>
                  <a:pt x="401560" y="85182"/>
                </a:lnTo>
                <a:lnTo>
                  <a:pt x="316378" y="85182"/>
                </a:lnTo>
                <a:close/>
                <a:moveTo>
                  <a:pt x="0" y="0"/>
                </a:moveTo>
                <a:lnTo>
                  <a:pt x="85182" y="0"/>
                </a:lnTo>
                <a:lnTo>
                  <a:pt x="85182" y="85182"/>
                </a:lnTo>
                <a:lnTo>
                  <a:pt x="0" y="8518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67" name="任意多边形: 形状 7"/>
          <p:cNvSpPr/>
          <p:nvPr/>
        </p:nvSpPr>
        <p:spPr>
          <a:xfrm>
            <a:off x="1" y="0"/>
            <a:ext cx="2979367" cy="3559078"/>
          </a:xfrm>
          <a:custGeom>
            <a:avLst/>
            <a:gdLst>
              <a:gd name="connsiteX0" fmla="*/ 0 w 2979367"/>
              <a:gd name="connsiteY0" fmla="*/ 0 h 3559078"/>
              <a:gd name="connsiteX1" fmla="*/ 2679715 w 2979367"/>
              <a:gd name="connsiteY1" fmla="*/ 0 h 3559078"/>
              <a:gd name="connsiteX2" fmla="*/ 2824001 w 2979367"/>
              <a:gd name="connsiteY2" fmla="*/ 122568 h 3559078"/>
              <a:gd name="connsiteX3" fmla="*/ 2968557 w 2979367"/>
              <a:gd name="connsiteY3" fmla="*/ 574292 h 3559078"/>
              <a:gd name="connsiteX4" fmla="*/ 279011 w 2979367"/>
              <a:gd name="connsiteY4" fmla="*/ 3536622 h 3559078"/>
              <a:gd name="connsiteX5" fmla="*/ 33447 w 2979367"/>
              <a:gd name="connsiteY5" fmla="*/ 3548095 h 3559078"/>
              <a:gd name="connsiteX6" fmla="*/ 0 w 2979367"/>
              <a:gd name="connsiteY6" fmla="*/ 3538461 h 355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9367" h="3559078">
                <a:moveTo>
                  <a:pt x="0" y="0"/>
                </a:moveTo>
                <a:lnTo>
                  <a:pt x="2679715" y="0"/>
                </a:lnTo>
                <a:lnTo>
                  <a:pt x="2824001" y="122568"/>
                </a:lnTo>
                <a:cubicBezTo>
                  <a:pt x="2949396" y="236505"/>
                  <a:pt x="3004509" y="408724"/>
                  <a:pt x="2968557" y="574292"/>
                </a:cubicBezTo>
                <a:cubicBezTo>
                  <a:pt x="2665793" y="1971407"/>
                  <a:pt x="1640455" y="3100719"/>
                  <a:pt x="279011" y="3536622"/>
                </a:cubicBezTo>
                <a:cubicBezTo>
                  <a:pt x="198182" y="3562422"/>
                  <a:pt x="113541" y="3565635"/>
                  <a:pt x="33447" y="3548095"/>
                </a:cubicBezTo>
                <a:lnTo>
                  <a:pt x="0" y="3538461"/>
                </a:lnTo>
                <a:close/>
              </a:path>
            </a:pathLst>
          </a:cu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6" name="任意多边形: 形状 6"/>
          <p:cNvSpPr/>
          <p:nvPr/>
        </p:nvSpPr>
        <p:spPr>
          <a:xfrm>
            <a:off x="6178553" y="1094124"/>
            <a:ext cx="6027890" cy="5711294"/>
          </a:xfrm>
          <a:custGeom>
            <a:avLst/>
            <a:gdLst>
              <a:gd name="connsiteX0" fmla="*/ 5923419 w 6027890"/>
              <a:gd name="connsiteY0" fmla="*/ 718 h 5711294"/>
              <a:gd name="connsiteX1" fmla="*/ 6027890 w 6027890"/>
              <a:gd name="connsiteY1" fmla="*/ 11969 h 5711294"/>
              <a:gd name="connsiteX2" fmla="*/ 6027890 w 6027890"/>
              <a:gd name="connsiteY2" fmla="*/ 5711294 h 5711294"/>
              <a:gd name="connsiteX3" fmla="*/ 842952 w 6027890"/>
              <a:gd name="connsiteY3" fmla="*/ 5711294 h 5711294"/>
              <a:gd name="connsiteX4" fmla="*/ 738762 w 6027890"/>
              <a:gd name="connsiteY4" fmla="*/ 5606065 h 5711294"/>
              <a:gd name="connsiteX5" fmla="*/ 151883 w 6027890"/>
              <a:gd name="connsiteY5" fmla="*/ 4881924 h 5711294"/>
              <a:gd name="connsiteX6" fmla="*/ 77560 w 6027890"/>
              <a:gd name="connsiteY6" fmla="*/ 4052002 h 5711294"/>
              <a:gd name="connsiteX7" fmla="*/ 5812959 w 6027890"/>
              <a:gd name="connsiteY7" fmla="*/ 3468 h 5711294"/>
              <a:gd name="connsiteX8" fmla="*/ 5923419 w 6027890"/>
              <a:gd name="connsiteY8" fmla="*/ 718 h 571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27890" h="5711294">
                <a:moveTo>
                  <a:pt x="5923419" y="718"/>
                </a:moveTo>
                <a:lnTo>
                  <a:pt x="6027890" y="11969"/>
                </a:lnTo>
                <a:lnTo>
                  <a:pt x="6027890" y="5711294"/>
                </a:lnTo>
                <a:lnTo>
                  <a:pt x="842952" y="5711294"/>
                </a:lnTo>
                <a:lnTo>
                  <a:pt x="738762" y="5606065"/>
                </a:lnTo>
                <a:cubicBezTo>
                  <a:pt x="528959" y="5379733"/>
                  <a:pt x="332737" y="5138078"/>
                  <a:pt x="151883" y="4881924"/>
                </a:cubicBezTo>
                <a:cubicBezTo>
                  <a:pt x="-19648" y="4638515"/>
                  <a:pt x="-47981" y="4321990"/>
                  <a:pt x="77560" y="4052002"/>
                </a:cubicBezTo>
                <a:cubicBezTo>
                  <a:pt x="1128982" y="1774938"/>
                  <a:pt x="3315249" y="231657"/>
                  <a:pt x="5812959" y="3468"/>
                </a:cubicBezTo>
                <a:cubicBezTo>
                  <a:pt x="5849976" y="81"/>
                  <a:pt x="5886867" y="-802"/>
                  <a:pt x="5923419" y="718"/>
                </a:cubicBezTo>
                <a:close/>
              </a:path>
            </a:pathLst>
          </a:cu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椭圆 8"/>
          <p:cNvSpPr/>
          <p:nvPr/>
        </p:nvSpPr>
        <p:spPr>
          <a:xfrm>
            <a:off x="4109369" y="1790954"/>
            <a:ext cx="3712004" cy="37120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0" name="椭圆 9"/>
          <p:cNvSpPr/>
          <p:nvPr/>
        </p:nvSpPr>
        <p:spPr>
          <a:xfrm>
            <a:off x="3683131" y="1364716"/>
            <a:ext cx="4564479" cy="4564479"/>
          </a:xfrm>
          <a:prstGeom prst="ellipse">
            <a:avLst/>
          </a:prstGeom>
          <a:noFill/>
          <a:ln w="12700">
            <a:gradFill>
              <a:gsLst>
                <a:gs pos="5000">
                  <a:schemeClr val="accent2">
                    <a:alpha val="0"/>
                  </a:schemeClr>
                </a:gs>
                <a:gs pos="48000">
                  <a:schemeClr val="accent1"/>
                </a:gs>
                <a:gs pos="95000">
                  <a:schemeClr val="accent2">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3" name="椭圆 32"/>
          <p:cNvSpPr/>
          <p:nvPr/>
        </p:nvSpPr>
        <p:spPr>
          <a:xfrm>
            <a:off x="5322540" y="2237833"/>
            <a:ext cx="1239810" cy="1239810"/>
          </a:xfrm>
          <a:prstGeom prst="ellipse">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8" name="弧形 47"/>
          <p:cNvSpPr/>
          <p:nvPr/>
        </p:nvSpPr>
        <p:spPr>
          <a:xfrm>
            <a:off x="3683131" y="1364716"/>
            <a:ext cx="4564480" cy="4564480"/>
          </a:xfrm>
          <a:prstGeom prst="arc">
            <a:avLst>
              <a:gd name="adj1" fmla="val 16200000"/>
              <a:gd name="adj2" fmla="val 5388841"/>
            </a:avLst>
          </a:prstGeom>
          <a:ln w="3175">
            <a:gradFill>
              <a:gsLst>
                <a:gs pos="72000">
                  <a:schemeClr val="accent2">
                    <a:alpha val="0"/>
                  </a:schemeClr>
                </a:gs>
                <a:gs pos="39000">
                  <a:schemeClr val="accent1"/>
                </a:gs>
                <a:gs pos="100000">
                  <a:schemeClr val="accent2">
                    <a:alpha val="50000"/>
                  </a:schemeClr>
                </a:gs>
                <a:gs pos="0">
                  <a:schemeClr val="accent2">
                    <a:alpha val="0"/>
                  </a:schemeClr>
                </a:gs>
              </a:gsLst>
              <a:lin ang="5400000" scaled="1"/>
            </a:gradFill>
            <a:prstDash val="dash"/>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rgbClr val="000D10"/>
                </a:solidFill>
                <a:latin typeface="Franklin Gothic Book" panose="020B0503020102020204"/>
                <a:ea typeface="+mn-ea"/>
                <a:cs typeface="+mn-cs"/>
              </a:defRPr>
            </a:lvl1pPr>
            <a:lvl2pPr marL="457200" algn="l" defTabSz="914400" rtl="0" eaLnBrk="1" latinLnBrk="0" hangingPunct="1">
              <a:defRPr sz="1800" kern="1200">
                <a:solidFill>
                  <a:srgbClr val="000D10"/>
                </a:solidFill>
                <a:latin typeface="Franklin Gothic Book" panose="020B0503020102020204"/>
                <a:ea typeface="+mn-ea"/>
                <a:cs typeface="+mn-cs"/>
              </a:defRPr>
            </a:lvl2pPr>
            <a:lvl3pPr marL="914400" algn="l" defTabSz="914400" rtl="0" eaLnBrk="1" latinLnBrk="0" hangingPunct="1">
              <a:defRPr sz="1800" kern="1200">
                <a:solidFill>
                  <a:srgbClr val="000D10"/>
                </a:solidFill>
                <a:latin typeface="Franklin Gothic Book" panose="020B0503020102020204"/>
                <a:ea typeface="+mn-ea"/>
                <a:cs typeface="+mn-cs"/>
              </a:defRPr>
            </a:lvl3pPr>
            <a:lvl4pPr marL="1371600" algn="l" defTabSz="914400" rtl="0" eaLnBrk="1" latinLnBrk="0" hangingPunct="1">
              <a:defRPr sz="1800" kern="1200">
                <a:solidFill>
                  <a:srgbClr val="000D10"/>
                </a:solidFill>
                <a:latin typeface="Franklin Gothic Book" panose="020B0503020102020204"/>
                <a:ea typeface="+mn-ea"/>
                <a:cs typeface="+mn-cs"/>
              </a:defRPr>
            </a:lvl4pPr>
            <a:lvl5pPr marL="1828800" algn="l" defTabSz="914400" rtl="0" eaLnBrk="1" latinLnBrk="0" hangingPunct="1">
              <a:defRPr sz="1800" kern="1200">
                <a:solidFill>
                  <a:srgbClr val="000D10"/>
                </a:solidFill>
                <a:latin typeface="Franklin Gothic Book" panose="020B0503020102020204"/>
                <a:ea typeface="+mn-ea"/>
                <a:cs typeface="+mn-cs"/>
              </a:defRPr>
            </a:lvl5pPr>
            <a:lvl6pPr marL="2286000" algn="l" defTabSz="914400" rtl="0" eaLnBrk="1" latinLnBrk="0" hangingPunct="1">
              <a:defRPr sz="1800" kern="1200">
                <a:solidFill>
                  <a:srgbClr val="000D10"/>
                </a:solidFill>
                <a:latin typeface="Franklin Gothic Book" panose="020B0503020102020204"/>
                <a:ea typeface="+mn-ea"/>
                <a:cs typeface="+mn-cs"/>
              </a:defRPr>
            </a:lvl6pPr>
            <a:lvl7pPr marL="2743200" algn="l" defTabSz="914400" rtl="0" eaLnBrk="1" latinLnBrk="0" hangingPunct="1">
              <a:defRPr sz="1800" kern="1200">
                <a:solidFill>
                  <a:srgbClr val="000D10"/>
                </a:solidFill>
                <a:latin typeface="Franklin Gothic Book" panose="020B0503020102020204"/>
                <a:ea typeface="+mn-ea"/>
                <a:cs typeface="+mn-cs"/>
              </a:defRPr>
            </a:lvl7pPr>
            <a:lvl8pPr marL="3200400" algn="l" defTabSz="914400" rtl="0" eaLnBrk="1" latinLnBrk="0" hangingPunct="1">
              <a:defRPr sz="1800" kern="1200">
                <a:solidFill>
                  <a:srgbClr val="000D10"/>
                </a:solidFill>
                <a:latin typeface="Franklin Gothic Book" panose="020B0503020102020204"/>
                <a:ea typeface="+mn-ea"/>
                <a:cs typeface="+mn-cs"/>
              </a:defRPr>
            </a:lvl8pPr>
            <a:lvl9pPr marL="3657600" algn="l" defTabSz="914400" rtl="0" eaLnBrk="1" latinLnBrk="0" hangingPunct="1">
              <a:defRPr sz="1800" kern="1200">
                <a:solidFill>
                  <a:srgbClr val="000D10"/>
                </a:solidFill>
                <a:latin typeface="Franklin Gothic Book" panose="020B0503020102020204"/>
                <a:ea typeface="+mn-ea"/>
                <a:cs typeface="+mn-cs"/>
              </a:defRPr>
            </a:lvl9pPr>
          </a:lstStyle>
          <a:p>
            <a:pPr algn="ctr"/>
            <a:endParaRPr lang="zh-CN" altLang="en-US">
              <a:solidFill>
                <a:prstClr val="black"/>
              </a:solidFill>
              <a:latin typeface="微软雅黑" panose="020B0503020204020204" pitchFamily="34" charset="-122"/>
              <a:ea typeface="微软雅黑" panose="020B0503020204020204" pitchFamily="34" charset="-122"/>
            </a:endParaRPr>
          </a:p>
        </p:txBody>
      </p:sp>
      <p:sp>
        <p:nvSpPr>
          <p:cNvPr id="49" name="弧形 48"/>
          <p:cNvSpPr/>
          <p:nvPr/>
        </p:nvSpPr>
        <p:spPr>
          <a:xfrm flipH="1">
            <a:off x="3894814" y="1576399"/>
            <a:ext cx="4141112" cy="4141114"/>
          </a:xfrm>
          <a:prstGeom prst="arc">
            <a:avLst>
              <a:gd name="adj1" fmla="val 16200000"/>
              <a:gd name="adj2" fmla="val 5388841"/>
            </a:avLst>
          </a:prstGeom>
          <a:ln w="3175">
            <a:gradFill>
              <a:gsLst>
                <a:gs pos="72000">
                  <a:schemeClr val="accent2">
                    <a:alpha val="0"/>
                  </a:schemeClr>
                </a:gs>
                <a:gs pos="39000">
                  <a:schemeClr val="accent1"/>
                </a:gs>
                <a:gs pos="100000">
                  <a:schemeClr val="accent2">
                    <a:alpha val="50000"/>
                  </a:schemeClr>
                </a:gs>
                <a:gs pos="0">
                  <a:schemeClr val="accent2">
                    <a:alpha val="0"/>
                  </a:schemeClr>
                </a:gs>
              </a:gsLst>
              <a:lin ang="5400000" scaled="1"/>
            </a:gradFill>
            <a:prstDash val="dash"/>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rgbClr val="000D10"/>
                </a:solidFill>
                <a:latin typeface="Franklin Gothic Book" panose="020B0503020102020204"/>
                <a:ea typeface="+mn-ea"/>
                <a:cs typeface="+mn-cs"/>
              </a:defRPr>
            </a:lvl1pPr>
            <a:lvl2pPr marL="457200" algn="l" defTabSz="914400" rtl="0" eaLnBrk="1" latinLnBrk="0" hangingPunct="1">
              <a:defRPr sz="1800" kern="1200">
                <a:solidFill>
                  <a:srgbClr val="000D10"/>
                </a:solidFill>
                <a:latin typeface="Franklin Gothic Book" panose="020B0503020102020204"/>
                <a:ea typeface="+mn-ea"/>
                <a:cs typeface="+mn-cs"/>
              </a:defRPr>
            </a:lvl2pPr>
            <a:lvl3pPr marL="914400" algn="l" defTabSz="914400" rtl="0" eaLnBrk="1" latinLnBrk="0" hangingPunct="1">
              <a:defRPr sz="1800" kern="1200">
                <a:solidFill>
                  <a:srgbClr val="000D10"/>
                </a:solidFill>
                <a:latin typeface="Franklin Gothic Book" panose="020B0503020102020204"/>
                <a:ea typeface="+mn-ea"/>
                <a:cs typeface="+mn-cs"/>
              </a:defRPr>
            </a:lvl3pPr>
            <a:lvl4pPr marL="1371600" algn="l" defTabSz="914400" rtl="0" eaLnBrk="1" latinLnBrk="0" hangingPunct="1">
              <a:defRPr sz="1800" kern="1200">
                <a:solidFill>
                  <a:srgbClr val="000D10"/>
                </a:solidFill>
                <a:latin typeface="Franklin Gothic Book" panose="020B0503020102020204"/>
                <a:ea typeface="+mn-ea"/>
                <a:cs typeface="+mn-cs"/>
              </a:defRPr>
            </a:lvl4pPr>
            <a:lvl5pPr marL="1828800" algn="l" defTabSz="914400" rtl="0" eaLnBrk="1" latinLnBrk="0" hangingPunct="1">
              <a:defRPr sz="1800" kern="1200">
                <a:solidFill>
                  <a:srgbClr val="000D10"/>
                </a:solidFill>
                <a:latin typeface="Franklin Gothic Book" panose="020B0503020102020204"/>
                <a:ea typeface="+mn-ea"/>
                <a:cs typeface="+mn-cs"/>
              </a:defRPr>
            </a:lvl5pPr>
            <a:lvl6pPr marL="2286000" algn="l" defTabSz="914400" rtl="0" eaLnBrk="1" latinLnBrk="0" hangingPunct="1">
              <a:defRPr sz="1800" kern="1200">
                <a:solidFill>
                  <a:srgbClr val="000D10"/>
                </a:solidFill>
                <a:latin typeface="Franklin Gothic Book" panose="020B0503020102020204"/>
                <a:ea typeface="+mn-ea"/>
                <a:cs typeface="+mn-cs"/>
              </a:defRPr>
            </a:lvl6pPr>
            <a:lvl7pPr marL="2743200" algn="l" defTabSz="914400" rtl="0" eaLnBrk="1" latinLnBrk="0" hangingPunct="1">
              <a:defRPr sz="1800" kern="1200">
                <a:solidFill>
                  <a:srgbClr val="000D10"/>
                </a:solidFill>
                <a:latin typeface="Franklin Gothic Book" panose="020B0503020102020204"/>
                <a:ea typeface="+mn-ea"/>
                <a:cs typeface="+mn-cs"/>
              </a:defRPr>
            </a:lvl7pPr>
            <a:lvl8pPr marL="3200400" algn="l" defTabSz="914400" rtl="0" eaLnBrk="1" latinLnBrk="0" hangingPunct="1">
              <a:defRPr sz="1800" kern="1200">
                <a:solidFill>
                  <a:srgbClr val="000D10"/>
                </a:solidFill>
                <a:latin typeface="Franklin Gothic Book" panose="020B0503020102020204"/>
                <a:ea typeface="+mn-ea"/>
                <a:cs typeface="+mn-cs"/>
              </a:defRPr>
            </a:lvl8pPr>
            <a:lvl9pPr marL="3657600" algn="l" defTabSz="914400" rtl="0" eaLnBrk="1" latinLnBrk="0" hangingPunct="1">
              <a:defRPr sz="1800" kern="1200">
                <a:solidFill>
                  <a:srgbClr val="000D10"/>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nvGrpSpPr>
          <p:cNvPr id="2" name="组合 1">
            <a:extLst>
              <a:ext uri="{FF2B5EF4-FFF2-40B4-BE49-F238E27FC236}">
                <a16:creationId xmlns:a16="http://schemas.microsoft.com/office/drawing/2014/main" id="{89C98966-96FC-B84B-5BE0-CA9BA991C6C1}"/>
              </a:ext>
            </a:extLst>
          </p:cNvPr>
          <p:cNvGrpSpPr/>
          <p:nvPr/>
        </p:nvGrpSpPr>
        <p:grpSpPr>
          <a:xfrm>
            <a:off x="-2400944" y="-674245"/>
            <a:ext cx="2321178" cy="674245"/>
            <a:chOff x="1733440" y="1703023"/>
            <a:chExt cx="2321178" cy="674245"/>
          </a:xfrm>
        </p:grpSpPr>
        <p:sp>
          <p:nvSpPr>
            <p:cNvPr id="7" name="任意多边形: 形状 6"/>
            <p:cNvSpPr/>
            <p:nvPr/>
          </p:nvSpPr>
          <p:spPr>
            <a:xfrm>
              <a:off x="1733440" y="1703023"/>
              <a:ext cx="2321178" cy="664200"/>
            </a:xfrm>
            <a:custGeom>
              <a:avLst/>
              <a:gdLst>
                <a:gd name="connsiteX0" fmla="*/ 197804 w 2123704"/>
                <a:gd name="connsiteY0" fmla="*/ 0 h 607693"/>
                <a:gd name="connsiteX1" fmla="*/ 1787336 w 2123704"/>
                <a:gd name="connsiteY1" fmla="*/ 0 h 607693"/>
                <a:gd name="connsiteX2" fmla="*/ 1985140 w 2123704"/>
                <a:gd name="connsiteY2" fmla="*/ 197804 h 607693"/>
                <a:gd name="connsiteX3" fmla="*/ 1985140 w 2123704"/>
                <a:gd name="connsiteY3" fmla="*/ 405360 h 607693"/>
                <a:gd name="connsiteX4" fmla="*/ 2123704 w 2123704"/>
                <a:gd name="connsiteY4" fmla="*/ 607693 h 607693"/>
                <a:gd name="connsiteX5" fmla="*/ 1787336 w 2123704"/>
                <a:gd name="connsiteY5" fmla="*/ 607693 h 607693"/>
                <a:gd name="connsiteX6" fmla="*/ 1764196 w 2123704"/>
                <a:gd name="connsiteY6" fmla="*/ 607693 h 607693"/>
                <a:gd name="connsiteX7" fmla="*/ 197804 w 2123704"/>
                <a:gd name="connsiteY7" fmla="*/ 607693 h 607693"/>
                <a:gd name="connsiteX8" fmla="*/ 0 w 2123704"/>
                <a:gd name="connsiteY8" fmla="*/ 409889 h 607693"/>
                <a:gd name="connsiteX9" fmla="*/ 0 w 2123704"/>
                <a:gd name="connsiteY9" fmla="*/ 197804 h 607693"/>
                <a:gd name="connsiteX10" fmla="*/ 197804 w 2123704"/>
                <a:gd name="connsiteY10" fmla="*/ 0 h 607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23704" h="607693">
                  <a:moveTo>
                    <a:pt x="197804" y="0"/>
                  </a:moveTo>
                  <a:lnTo>
                    <a:pt x="1787336" y="0"/>
                  </a:lnTo>
                  <a:cubicBezTo>
                    <a:pt x="1896580" y="0"/>
                    <a:pt x="1985140" y="88560"/>
                    <a:pt x="1985140" y="197804"/>
                  </a:cubicBezTo>
                  <a:lnTo>
                    <a:pt x="1985140" y="405360"/>
                  </a:lnTo>
                  <a:lnTo>
                    <a:pt x="2123704" y="607693"/>
                  </a:lnTo>
                  <a:lnTo>
                    <a:pt x="1787336" y="607693"/>
                  </a:lnTo>
                  <a:lnTo>
                    <a:pt x="1764196" y="607693"/>
                  </a:lnTo>
                  <a:lnTo>
                    <a:pt x="197804" y="607693"/>
                  </a:lnTo>
                  <a:cubicBezTo>
                    <a:pt x="88560" y="607693"/>
                    <a:pt x="0" y="519133"/>
                    <a:pt x="0" y="409889"/>
                  </a:cubicBezTo>
                  <a:lnTo>
                    <a:pt x="0" y="197804"/>
                  </a:lnTo>
                  <a:cubicBezTo>
                    <a:pt x="0" y="88560"/>
                    <a:pt x="88560" y="0"/>
                    <a:pt x="197804" y="0"/>
                  </a:cubicBezTo>
                  <a:close/>
                </a:path>
              </a:pathLst>
            </a:custGeom>
            <a:solidFill>
              <a:schemeClr val="bg1"/>
            </a:solidFill>
            <a:ln>
              <a:gradFill>
                <a:gsLst>
                  <a:gs pos="0">
                    <a:schemeClr val="accent1"/>
                  </a:gs>
                  <a:gs pos="100000">
                    <a:schemeClr val="accent1">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52" name="Text1"/>
            <p:cNvSpPr txBox="1"/>
            <p:nvPr/>
          </p:nvSpPr>
          <p:spPr>
            <a:xfrm>
              <a:off x="1741777" y="1703023"/>
              <a:ext cx="2150954" cy="447435"/>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ct val="0"/>
                </a:spcBef>
                <a:spcAft>
                  <a:spcPct val="0"/>
                </a:spcAft>
                <a:buClrTx/>
                <a:buSzTx/>
                <a:buFontTx/>
                <a:buNone/>
                <a:defRPr/>
              </a:pPr>
              <a:r>
                <a:rPr lang="zh-CN" altLang="en-US" sz="2000" b="1" spc="300" dirty="0">
                  <a:solidFill>
                    <a:schemeClr val="accent1"/>
                  </a:solidFill>
                  <a:latin typeface="微软雅黑" panose="020B0503020204020204" pitchFamily="34" charset="-122"/>
                  <a:ea typeface="微软雅黑" panose="020B0503020204020204" pitchFamily="34" charset="-122"/>
                </a:rPr>
                <a:t>马克思主义</a:t>
              </a:r>
            </a:p>
          </p:txBody>
        </p:sp>
        <p:sp>
          <p:nvSpPr>
            <p:cNvPr id="53" name="Text7"/>
            <p:cNvSpPr txBox="1"/>
            <p:nvPr/>
          </p:nvSpPr>
          <p:spPr>
            <a:xfrm>
              <a:off x="1754851" y="2150458"/>
              <a:ext cx="2137879" cy="226810"/>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800" b="0"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cs"/>
                </a:rPr>
                <a:t>Marxism</a:t>
              </a:r>
            </a:p>
          </p:txBody>
        </p:sp>
      </p:grpSp>
      <p:grpSp>
        <p:nvGrpSpPr>
          <p:cNvPr id="11" name="组合 10">
            <a:extLst>
              <a:ext uri="{FF2B5EF4-FFF2-40B4-BE49-F238E27FC236}">
                <a16:creationId xmlns:a16="http://schemas.microsoft.com/office/drawing/2014/main" id="{22D84C86-DF4E-7B12-C8FE-C346E50E89DB}"/>
              </a:ext>
            </a:extLst>
          </p:cNvPr>
          <p:cNvGrpSpPr/>
          <p:nvPr/>
        </p:nvGrpSpPr>
        <p:grpSpPr>
          <a:xfrm>
            <a:off x="-2379533" y="3226977"/>
            <a:ext cx="2373254" cy="664201"/>
            <a:chOff x="1309876" y="3314854"/>
            <a:chExt cx="2373254" cy="664201"/>
          </a:xfrm>
        </p:grpSpPr>
        <p:grpSp>
          <p:nvGrpSpPr>
            <p:cNvPr id="4" name="组合 3">
              <a:extLst>
                <a:ext uri="{FF2B5EF4-FFF2-40B4-BE49-F238E27FC236}">
                  <a16:creationId xmlns:a16="http://schemas.microsoft.com/office/drawing/2014/main" id="{07458932-7271-64CE-2A47-7BA63B7DA55D}"/>
                </a:ext>
              </a:extLst>
            </p:cNvPr>
            <p:cNvGrpSpPr/>
            <p:nvPr/>
          </p:nvGrpSpPr>
          <p:grpSpPr>
            <a:xfrm>
              <a:off x="1316628" y="3314854"/>
              <a:ext cx="2366502" cy="664201"/>
              <a:chOff x="1316628" y="3314854"/>
              <a:chExt cx="2366502" cy="664201"/>
            </a:xfrm>
          </p:grpSpPr>
          <p:sp>
            <p:nvSpPr>
              <p:cNvPr id="6" name="任意多边形: 形状 5"/>
              <p:cNvSpPr/>
              <p:nvPr/>
            </p:nvSpPr>
            <p:spPr>
              <a:xfrm rot="5400000" flipH="1">
                <a:off x="2167779" y="2463704"/>
                <a:ext cx="664200" cy="2366502"/>
              </a:xfrm>
              <a:custGeom>
                <a:avLst/>
                <a:gdLst>
                  <a:gd name="connsiteX0" fmla="*/ 664200 w 664200"/>
                  <a:gd name="connsiteY0" fmla="*/ 382771 h 2366502"/>
                  <a:gd name="connsiteX1" fmla="*/ 664200 w 664200"/>
                  <a:gd name="connsiteY1" fmla="*/ 2194840 h 2366502"/>
                  <a:gd name="connsiteX2" fmla="*/ 492538 w 664200"/>
                  <a:gd name="connsiteY2" fmla="*/ 2366502 h 2366502"/>
                  <a:gd name="connsiteX3" fmla="*/ 171662 w 664200"/>
                  <a:gd name="connsiteY3" fmla="*/ 2366502 h 2366502"/>
                  <a:gd name="connsiteX4" fmla="*/ 0 w 664200"/>
                  <a:gd name="connsiteY4" fmla="*/ 2194840 h 2366502"/>
                  <a:gd name="connsiteX5" fmla="*/ 0 w 664200"/>
                  <a:gd name="connsiteY5" fmla="*/ 382771 h 2366502"/>
                  <a:gd name="connsiteX6" fmla="*/ 171662 w 664200"/>
                  <a:gd name="connsiteY6" fmla="*/ 211109 h 2366502"/>
                  <a:gd name="connsiteX7" fmla="*/ 209656 w 664200"/>
                  <a:gd name="connsiteY7" fmla="*/ 211109 h 2366502"/>
                  <a:gd name="connsiteX8" fmla="*/ 332100 w 664200"/>
                  <a:gd name="connsiteY8" fmla="*/ 0 h 2366502"/>
                  <a:gd name="connsiteX9" fmla="*/ 454543 w 664200"/>
                  <a:gd name="connsiteY9" fmla="*/ 211109 h 2366502"/>
                  <a:gd name="connsiteX10" fmla="*/ 492538 w 664200"/>
                  <a:gd name="connsiteY10" fmla="*/ 211109 h 2366502"/>
                  <a:gd name="connsiteX11" fmla="*/ 664200 w 664200"/>
                  <a:gd name="connsiteY11" fmla="*/ 382771 h 2366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4200" h="2366502">
                    <a:moveTo>
                      <a:pt x="664200" y="382771"/>
                    </a:moveTo>
                    <a:lnTo>
                      <a:pt x="664200" y="2194840"/>
                    </a:lnTo>
                    <a:cubicBezTo>
                      <a:pt x="664200" y="2289646"/>
                      <a:pt x="587344" y="2366502"/>
                      <a:pt x="492538" y="2366502"/>
                    </a:cubicBezTo>
                    <a:lnTo>
                      <a:pt x="171662" y="2366502"/>
                    </a:lnTo>
                    <a:cubicBezTo>
                      <a:pt x="76856" y="2366502"/>
                      <a:pt x="0" y="2289646"/>
                      <a:pt x="0" y="2194840"/>
                    </a:cubicBezTo>
                    <a:lnTo>
                      <a:pt x="0" y="382771"/>
                    </a:lnTo>
                    <a:cubicBezTo>
                      <a:pt x="0" y="287965"/>
                      <a:pt x="76856" y="211109"/>
                      <a:pt x="171662" y="211109"/>
                    </a:cubicBezTo>
                    <a:lnTo>
                      <a:pt x="209656" y="211109"/>
                    </a:lnTo>
                    <a:lnTo>
                      <a:pt x="332100" y="0"/>
                    </a:lnTo>
                    <a:lnTo>
                      <a:pt x="454543" y="211109"/>
                    </a:lnTo>
                    <a:lnTo>
                      <a:pt x="492538" y="211109"/>
                    </a:lnTo>
                    <a:cubicBezTo>
                      <a:pt x="587344" y="211109"/>
                      <a:pt x="664200" y="287965"/>
                      <a:pt x="664200" y="382771"/>
                    </a:cubicBezTo>
                    <a:close/>
                  </a:path>
                </a:pathLst>
              </a:custGeom>
              <a:solidFill>
                <a:schemeClr val="bg1"/>
              </a:solidFill>
              <a:ln>
                <a:gradFill>
                  <a:gsLst>
                    <a:gs pos="0">
                      <a:schemeClr val="accent1"/>
                    </a:gs>
                    <a:gs pos="100000">
                      <a:schemeClr val="accent1">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4" name="Text2"/>
              <p:cNvSpPr txBox="1"/>
              <p:nvPr/>
            </p:nvSpPr>
            <p:spPr>
              <a:xfrm>
                <a:off x="1323382" y="3314854"/>
                <a:ext cx="2150954" cy="447435"/>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ct val="0"/>
                  </a:spcBef>
                  <a:spcAft>
                    <a:spcPct val="0"/>
                  </a:spcAft>
                  <a:buClrTx/>
                  <a:buSzTx/>
                  <a:buFontTx/>
                  <a:buNone/>
                  <a:defRPr/>
                </a:pPr>
                <a:r>
                  <a:rPr lang="zh-CN" altLang="en-US" sz="2000" b="1" spc="300" dirty="0">
                    <a:solidFill>
                      <a:schemeClr val="accent1"/>
                    </a:solidFill>
                    <a:latin typeface="微软雅黑" panose="020B0503020204020204" pitchFamily="34" charset="-122"/>
                    <a:ea typeface="微软雅黑" panose="020B0503020204020204" pitchFamily="34" charset="-122"/>
                  </a:rPr>
                  <a:t>科学社会主义</a:t>
                </a:r>
              </a:p>
            </p:txBody>
          </p:sp>
        </p:grpSp>
        <p:sp>
          <p:nvSpPr>
            <p:cNvPr id="59" name="Text8"/>
            <p:cNvSpPr txBox="1"/>
            <p:nvPr/>
          </p:nvSpPr>
          <p:spPr>
            <a:xfrm>
              <a:off x="1309876" y="3743907"/>
              <a:ext cx="2150954" cy="226810"/>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800" b="0"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cs"/>
                </a:rPr>
                <a:t>scientific socialism</a:t>
              </a:r>
            </a:p>
          </p:txBody>
        </p:sp>
      </p:grpSp>
      <p:grpSp>
        <p:nvGrpSpPr>
          <p:cNvPr id="12" name="组合 11">
            <a:extLst>
              <a:ext uri="{FF2B5EF4-FFF2-40B4-BE49-F238E27FC236}">
                <a16:creationId xmlns:a16="http://schemas.microsoft.com/office/drawing/2014/main" id="{77F6FB9C-FD2A-25A0-38B7-929B57809FBB}"/>
              </a:ext>
            </a:extLst>
          </p:cNvPr>
          <p:cNvGrpSpPr/>
          <p:nvPr/>
        </p:nvGrpSpPr>
        <p:grpSpPr>
          <a:xfrm>
            <a:off x="-2392607" y="6786056"/>
            <a:ext cx="2321178" cy="664200"/>
            <a:chOff x="1733440" y="4926688"/>
            <a:chExt cx="2321178" cy="664200"/>
          </a:xfrm>
        </p:grpSpPr>
        <p:sp>
          <p:nvSpPr>
            <p:cNvPr id="8" name="任意多边形: 形状 7"/>
            <p:cNvSpPr/>
            <p:nvPr/>
          </p:nvSpPr>
          <p:spPr>
            <a:xfrm flipV="1">
              <a:off x="1733440" y="4926688"/>
              <a:ext cx="2321178" cy="664200"/>
            </a:xfrm>
            <a:custGeom>
              <a:avLst/>
              <a:gdLst>
                <a:gd name="connsiteX0" fmla="*/ 197804 w 2123704"/>
                <a:gd name="connsiteY0" fmla="*/ 0 h 607693"/>
                <a:gd name="connsiteX1" fmla="*/ 1787336 w 2123704"/>
                <a:gd name="connsiteY1" fmla="*/ 0 h 607693"/>
                <a:gd name="connsiteX2" fmla="*/ 1985140 w 2123704"/>
                <a:gd name="connsiteY2" fmla="*/ 197804 h 607693"/>
                <a:gd name="connsiteX3" fmla="*/ 1985140 w 2123704"/>
                <a:gd name="connsiteY3" fmla="*/ 405360 h 607693"/>
                <a:gd name="connsiteX4" fmla="*/ 2123704 w 2123704"/>
                <a:gd name="connsiteY4" fmla="*/ 607693 h 607693"/>
                <a:gd name="connsiteX5" fmla="*/ 1787336 w 2123704"/>
                <a:gd name="connsiteY5" fmla="*/ 607693 h 607693"/>
                <a:gd name="connsiteX6" fmla="*/ 1764196 w 2123704"/>
                <a:gd name="connsiteY6" fmla="*/ 607693 h 607693"/>
                <a:gd name="connsiteX7" fmla="*/ 197804 w 2123704"/>
                <a:gd name="connsiteY7" fmla="*/ 607693 h 607693"/>
                <a:gd name="connsiteX8" fmla="*/ 0 w 2123704"/>
                <a:gd name="connsiteY8" fmla="*/ 409889 h 607693"/>
                <a:gd name="connsiteX9" fmla="*/ 0 w 2123704"/>
                <a:gd name="connsiteY9" fmla="*/ 197804 h 607693"/>
                <a:gd name="connsiteX10" fmla="*/ 197804 w 2123704"/>
                <a:gd name="connsiteY10" fmla="*/ 0 h 607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23704" h="607693">
                  <a:moveTo>
                    <a:pt x="197804" y="0"/>
                  </a:moveTo>
                  <a:lnTo>
                    <a:pt x="1787336" y="0"/>
                  </a:lnTo>
                  <a:cubicBezTo>
                    <a:pt x="1896580" y="0"/>
                    <a:pt x="1985140" y="88560"/>
                    <a:pt x="1985140" y="197804"/>
                  </a:cubicBezTo>
                  <a:lnTo>
                    <a:pt x="1985140" y="405360"/>
                  </a:lnTo>
                  <a:lnTo>
                    <a:pt x="2123704" y="607693"/>
                  </a:lnTo>
                  <a:lnTo>
                    <a:pt x="1787336" y="607693"/>
                  </a:lnTo>
                  <a:lnTo>
                    <a:pt x="1764196" y="607693"/>
                  </a:lnTo>
                  <a:lnTo>
                    <a:pt x="197804" y="607693"/>
                  </a:lnTo>
                  <a:cubicBezTo>
                    <a:pt x="88560" y="607693"/>
                    <a:pt x="0" y="519133"/>
                    <a:pt x="0" y="409889"/>
                  </a:cubicBezTo>
                  <a:lnTo>
                    <a:pt x="0" y="197804"/>
                  </a:lnTo>
                  <a:cubicBezTo>
                    <a:pt x="0" y="88560"/>
                    <a:pt x="88560" y="0"/>
                    <a:pt x="197804" y="0"/>
                  </a:cubicBezTo>
                  <a:close/>
                </a:path>
              </a:pathLst>
            </a:custGeom>
            <a:solidFill>
              <a:schemeClr val="bg1"/>
            </a:solidFill>
            <a:ln>
              <a:gradFill>
                <a:gsLst>
                  <a:gs pos="0">
                    <a:schemeClr val="accent1"/>
                  </a:gs>
                  <a:gs pos="100000">
                    <a:schemeClr val="accent1">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55" name="Text3"/>
            <p:cNvSpPr txBox="1"/>
            <p:nvPr/>
          </p:nvSpPr>
          <p:spPr>
            <a:xfrm>
              <a:off x="1741777" y="4933320"/>
              <a:ext cx="2150954" cy="447435"/>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ct val="0"/>
                </a:spcBef>
                <a:spcAft>
                  <a:spcPct val="0"/>
                </a:spcAft>
                <a:buClrTx/>
                <a:buSzTx/>
                <a:buFontTx/>
                <a:buNone/>
                <a:defRPr/>
              </a:pPr>
              <a:r>
                <a:rPr lang="zh-CN" altLang="en-US" sz="2000" b="1" spc="300">
                  <a:solidFill>
                    <a:schemeClr val="accent1"/>
                  </a:solidFill>
                  <a:latin typeface="微软雅黑" panose="020B0503020204020204" pitchFamily="34" charset="-122"/>
                  <a:ea typeface="微软雅黑" panose="020B0503020204020204" pitchFamily="34" charset="-122"/>
                </a:rPr>
                <a:t>普世价值</a:t>
              </a:r>
            </a:p>
          </p:txBody>
        </p:sp>
        <p:sp>
          <p:nvSpPr>
            <p:cNvPr id="60" name="Text9"/>
            <p:cNvSpPr txBox="1"/>
            <p:nvPr/>
          </p:nvSpPr>
          <p:spPr>
            <a:xfrm>
              <a:off x="1733440" y="5355740"/>
              <a:ext cx="2167628" cy="226810"/>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800" b="0"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cs"/>
                </a:rPr>
                <a:t>Universal value</a:t>
              </a:r>
            </a:p>
          </p:txBody>
        </p:sp>
      </p:grpSp>
      <p:grpSp>
        <p:nvGrpSpPr>
          <p:cNvPr id="18" name="组合 17">
            <a:extLst>
              <a:ext uri="{FF2B5EF4-FFF2-40B4-BE49-F238E27FC236}">
                <a16:creationId xmlns:a16="http://schemas.microsoft.com/office/drawing/2014/main" id="{7ABD5C23-122F-7120-2A1E-D038E7F71A7F}"/>
              </a:ext>
            </a:extLst>
          </p:cNvPr>
          <p:cNvGrpSpPr/>
          <p:nvPr/>
        </p:nvGrpSpPr>
        <p:grpSpPr>
          <a:xfrm>
            <a:off x="12192000" y="-674245"/>
            <a:ext cx="2321178" cy="664200"/>
            <a:chOff x="7874070" y="1703023"/>
            <a:chExt cx="2321178" cy="664200"/>
          </a:xfrm>
        </p:grpSpPr>
        <p:sp>
          <p:nvSpPr>
            <p:cNvPr id="24" name="任意多边形: 形状 23"/>
            <p:cNvSpPr/>
            <p:nvPr/>
          </p:nvSpPr>
          <p:spPr>
            <a:xfrm flipH="1">
              <a:off x="7874070" y="1703023"/>
              <a:ext cx="2321178" cy="664200"/>
            </a:xfrm>
            <a:custGeom>
              <a:avLst/>
              <a:gdLst>
                <a:gd name="connsiteX0" fmla="*/ 197804 w 2123704"/>
                <a:gd name="connsiteY0" fmla="*/ 0 h 607693"/>
                <a:gd name="connsiteX1" fmla="*/ 1787336 w 2123704"/>
                <a:gd name="connsiteY1" fmla="*/ 0 h 607693"/>
                <a:gd name="connsiteX2" fmla="*/ 1985140 w 2123704"/>
                <a:gd name="connsiteY2" fmla="*/ 197804 h 607693"/>
                <a:gd name="connsiteX3" fmla="*/ 1985140 w 2123704"/>
                <a:gd name="connsiteY3" fmla="*/ 405360 h 607693"/>
                <a:gd name="connsiteX4" fmla="*/ 2123704 w 2123704"/>
                <a:gd name="connsiteY4" fmla="*/ 607693 h 607693"/>
                <a:gd name="connsiteX5" fmla="*/ 1787336 w 2123704"/>
                <a:gd name="connsiteY5" fmla="*/ 607693 h 607693"/>
                <a:gd name="connsiteX6" fmla="*/ 1764196 w 2123704"/>
                <a:gd name="connsiteY6" fmla="*/ 607693 h 607693"/>
                <a:gd name="connsiteX7" fmla="*/ 197804 w 2123704"/>
                <a:gd name="connsiteY7" fmla="*/ 607693 h 607693"/>
                <a:gd name="connsiteX8" fmla="*/ 0 w 2123704"/>
                <a:gd name="connsiteY8" fmla="*/ 409889 h 607693"/>
                <a:gd name="connsiteX9" fmla="*/ 0 w 2123704"/>
                <a:gd name="connsiteY9" fmla="*/ 197804 h 607693"/>
                <a:gd name="connsiteX10" fmla="*/ 197804 w 2123704"/>
                <a:gd name="connsiteY10" fmla="*/ 0 h 607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23704" h="607693">
                  <a:moveTo>
                    <a:pt x="197804" y="0"/>
                  </a:moveTo>
                  <a:lnTo>
                    <a:pt x="1787336" y="0"/>
                  </a:lnTo>
                  <a:cubicBezTo>
                    <a:pt x="1896580" y="0"/>
                    <a:pt x="1985140" y="88560"/>
                    <a:pt x="1985140" y="197804"/>
                  </a:cubicBezTo>
                  <a:lnTo>
                    <a:pt x="1985140" y="405360"/>
                  </a:lnTo>
                  <a:lnTo>
                    <a:pt x="2123704" y="607693"/>
                  </a:lnTo>
                  <a:lnTo>
                    <a:pt x="1787336" y="607693"/>
                  </a:lnTo>
                  <a:lnTo>
                    <a:pt x="1764196" y="607693"/>
                  </a:lnTo>
                  <a:lnTo>
                    <a:pt x="197804" y="607693"/>
                  </a:lnTo>
                  <a:cubicBezTo>
                    <a:pt x="88560" y="607693"/>
                    <a:pt x="0" y="519133"/>
                    <a:pt x="0" y="409889"/>
                  </a:cubicBezTo>
                  <a:lnTo>
                    <a:pt x="0" y="197804"/>
                  </a:lnTo>
                  <a:cubicBezTo>
                    <a:pt x="0" y="88560"/>
                    <a:pt x="88560" y="0"/>
                    <a:pt x="197804" y="0"/>
                  </a:cubicBezTo>
                  <a:close/>
                </a:path>
              </a:pathLst>
            </a:custGeom>
            <a:solidFill>
              <a:schemeClr val="bg1"/>
            </a:solidFill>
            <a:ln>
              <a:gradFill>
                <a:gsLst>
                  <a:gs pos="0">
                    <a:schemeClr val="accent1"/>
                  </a:gs>
                  <a:gs pos="100000">
                    <a:schemeClr val="accent1">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58" name="Text6"/>
            <p:cNvSpPr txBox="1"/>
            <p:nvPr/>
          </p:nvSpPr>
          <p:spPr>
            <a:xfrm>
              <a:off x="8024935" y="1707730"/>
              <a:ext cx="2150954" cy="447435"/>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ct val="0"/>
                </a:spcBef>
                <a:spcAft>
                  <a:spcPct val="0"/>
                </a:spcAft>
                <a:buClrTx/>
                <a:buSzTx/>
                <a:buFontTx/>
                <a:buNone/>
                <a:defRPr/>
              </a:pPr>
              <a:r>
                <a:rPr lang="zh-CN" altLang="en-US" sz="2000" b="1" spc="300" dirty="0">
                  <a:solidFill>
                    <a:schemeClr val="accent1"/>
                  </a:solidFill>
                  <a:latin typeface="微软雅黑" panose="020B0503020204020204" pitchFamily="34" charset="-122"/>
                  <a:ea typeface="微软雅黑" panose="020B0503020204020204" pitchFamily="34" charset="-122"/>
                </a:rPr>
                <a:t>改革开放</a:t>
              </a:r>
            </a:p>
          </p:txBody>
        </p:sp>
        <p:sp>
          <p:nvSpPr>
            <p:cNvPr id="61" name="Text10"/>
            <p:cNvSpPr txBox="1"/>
            <p:nvPr/>
          </p:nvSpPr>
          <p:spPr>
            <a:xfrm>
              <a:off x="8024935" y="2140410"/>
              <a:ext cx="2150954" cy="226810"/>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800" b="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Reform and Opening</a:t>
              </a:r>
            </a:p>
          </p:txBody>
        </p:sp>
      </p:grpSp>
      <p:grpSp>
        <p:nvGrpSpPr>
          <p:cNvPr id="15" name="组合 14">
            <a:extLst>
              <a:ext uri="{FF2B5EF4-FFF2-40B4-BE49-F238E27FC236}">
                <a16:creationId xmlns:a16="http://schemas.microsoft.com/office/drawing/2014/main" id="{2F18A0A5-984D-0AE1-145D-264B9491E1B0}"/>
              </a:ext>
            </a:extLst>
          </p:cNvPr>
          <p:cNvGrpSpPr/>
          <p:nvPr/>
        </p:nvGrpSpPr>
        <p:grpSpPr>
          <a:xfrm>
            <a:off x="12192000" y="3314854"/>
            <a:ext cx="2366502" cy="664202"/>
            <a:chOff x="8247609" y="3314853"/>
            <a:chExt cx="2366502" cy="664202"/>
          </a:xfrm>
        </p:grpSpPr>
        <p:sp>
          <p:nvSpPr>
            <p:cNvPr id="5" name="任意多边形: 形状 4"/>
            <p:cNvSpPr/>
            <p:nvPr/>
          </p:nvSpPr>
          <p:spPr>
            <a:xfrm rot="16200000">
              <a:off x="9098760" y="2463704"/>
              <a:ext cx="664200" cy="2366502"/>
            </a:xfrm>
            <a:custGeom>
              <a:avLst/>
              <a:gdLst>
                <a:gd name="connsiteX0" fmla="*/ 664200 w 664200"/>
                <a:gd name="connsiteY0" fmla="*/ 382771 h 2366502"/>
                <a:gd name="connsiteX1" fmla="*/ 664200 w 664200"/>
                <a:gd name="connsiteY1" fmla="*/ 2194840 h 2366502"/>
                <a:gd name="connsiteX2" fmla="*/ 492538 w 664200"/>
                <a:gd name="connsiteY2" fmla="*/ 2366502 h 2366502"/>
                <a:gd name="connsiteX3" fmla="*/ 171662 w 664200"/>
                <a:gd name="connsiteY3" fmla="*/ 2366502 h 2366502"/>
                <a:gd name="connsiteX4" fmla="*/ 0 w 664200"/>
                <a:gd name="connsiteY4" fmla="*/ 2194840 h 2366502"/>
                <a:gd name="connsiteX5" fmla="*/ 0 w 664200"/>
                <a:gd name="connsiteY5" fmla="*/ 382771 h 2366502"/>
                <a:gd name="connsiteX6" fmla="*/ 171662 w 664200"/>
                <a:gd name="connsiteY6" fmla="*/ 211109 h 2366502"/>
                <a:gd name="connsiteX7" fmla="*/ 209656 w 664200"/>
                <a:gd name="connsiteY7" fmla="*/ 211109 h 2366502"/>
                <a:gd name="connsiteX8" fmla="*/ 332100 w 664200"/>
                <a:gd name="connsiteY8" fmla="*/ 0 h 2366502"/>
                <a:gd name="connsiteX9" fmla="*/ 454543 w 664200"/>
                <a:gd name="connsiteY9" fmla="*/ 211109 h 2366502"/>
                <a:gd name="connsiteX10" fmla="*/ 492538 w 664200"/>
                <a:gd name="connsiteY10" fmla="*/ 211109 h 2366502"/>
                <a:gd name="connsiteX11" fmla="*/ 664200 w 664200"/>
                <a:gd name="connsiteY11" fmla="*/ 382771 h 2366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4200" h="2366502">
                  <a:moveTo>
                    <a:pt x="664200" y="382771"/>
                  </a:moveTo>
                  <a:lnTo>
                    <a:pt x="664200" y="2194840"/>
                  </a:lnTo>
                  <a:cubicBezTo>
                    <a:pt x="664200" y="2289646"/>
                    <a:pt x="587344" y="2366502"/>
                    <a:pt x="492538" y="2366502"/>
                  </a:cubicBezTo>
                  <a:lnTo>
                    <a:pt x="171662" y="2366502"/>
                  </a:lnTo>
                  <a:cubicBezTo>
                    <a:pt x="76856" y="2366502"/>
                    <a:pt x="0" y="2289646"/>
                    <a:pt x="0" y="2194840"/>
                  </a:cubicBezTo>
                  <a:lnTo>
                    <a:pt x="0" y="382771"/>
                  </a:lnTo>
                  <a:cubicBezTo>
                    <a:pt x="0" y="287965"/>
                    <a:pt x="76856" y="211109"/>
                    <a:pt x="171662" y="211109"/>
                  </a:cubicBezTo>
                  <a:lnTo>
                    <a:pt x="209656" y="211109"/>
                  </a:lnTo>
                  <a:lnTo>
                    <a:pt x="332100" y="0"/>
                  </a:lnTo>
                  <a:lnTo>
                    <a:pt x="454543" y="211109"/>
                  </a:lnTo>
                  <a:lnTo>
                    <a:pt x="492538" y="211109"/>
                  </a:lnTo>
                  <a:cubicBezTo>
                    <a:pt x="587344" y="211109"/>
                    <a:pt x="664200" y="287965"/>
                    <a:pt x="664200" y="382771"/>
                  </a:cubicBezTo>
                  <a:close/>
                </a:path>
              </a:pathLst>
            </a:custGeom>
            <a:solidFill>
              <a:schemeClr val="bg1"/>
            </a:solidFill>
            <a:ln>
              <a:gradFill>
                <a:gsLst>
                  <a:gs pos="0">
                    <a:schemeClr val="accent1"/>
                  </a:gs>
                  <a:gs pos="100000">
                    <a:schemeClr val="accent1">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57" name="Text5"/>
            <p:cNvSpPr txBox="1"/>
            <p:nvPr/>
          </p:nvSpPr>
          <p:spPr>
            <a:xfrm>
              <a:off x="8456405" y="3314853"/>
              <a:ext cx="2150954" cy="447435"/>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ct val="0"/>
                </a:spcBef>
                <a:spcAft>
                  <a:spcPct val="0"/>
                </a:spcAft>
                <a:buClrTx/>
                <a:buSzTx/>
                <a:buFontTx/>
                <a:buNone/>
                <a:defRPr/>
              </a:pPr>
              <a:r>
                <a:rPr lang="zh-CN" altLang="en-US" sz="2000" b="1" spc="300" dirty="0">
                  <a:solidFill>
                    <a:schemeClr val="accent1"/>
                  </a:solidFill>
                  <a:latin typeface="微软雅黑" panose="020B0503020204020204" pitchFamily="34" charset="-122"/>
                  <a:ea typeface="微软雅黑" panose="020B0503020204020204" pitchFamily="34" charset="-122"/>
                </a:rPr>
                <a:t>社会发展成就</a:t>
              </a:r>
            </a:p>
          </p:txBody>
        </p:sp>
        <p:sp>
          <p:nvSpPr>
            <p:cNvPr id="62" name="Text11"/>
            <p:cNvSpPr txBox="1"/>
            <p:nvPr/>
          </p:nvSpPr>
          <p:spPr>
            <a:xfrm>
              <a:off x="8456405" y="3743907"/>
              <a:ext cx="2150954" cy="226810"/>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800" b="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Achievements in social development</a:t>
              </a:r>
            </a:p>
          </p:txBody>
        </p:sp>
      </p:grpSp>
      <p:grpSp>
        <p:nvGrpSpPr>
          <p:cNvPr id="17" name="组合 16">
            <a:extLst>
              <a:ext uri="{FF2B5EF4-FFF2-40B4-BE49-F238E27FC236}">
                <a16:creationId xmlns:a16="http://schemas.microsoft.com/office/drawing/2014/main" id="{EBFD27C5-72BF-0BAF-42B1-AFF93CE59E2C}"/>
              </a:ext>
            </a:extLst>
          </p:cNvPr>
          <p:cNvGrpSpPr/>
          <p:nvPr/>
        </p:nvGrpSpPr>
        <p:grpSpPr>
          <a:xfrm>
            <a:off x="12219518" y="6805418"/>
            <a:ext cx="2378582" cy="669715"/>
            <a:chOff x="7874070" y="4921173"/>
            <a:chExt cx="2378582" cy="669715"/>
          </a:xfrm>
        </p:grpSpPr>
        <p:sp>
          <p:nvSpPr>
            <p:cNvPr id="25" name="任意多边形: 形状 24"/>
            <p:cNvSpPr/>
            <p:nvPr/>
          </p:nvSpPr>
          <p:spPr>
            <a:xfrm flipH="1" flipV="1">
              <a:off x="7874070" y="4926688"/>
              <a:ext cx="2321178" cy="664200"/>
            </a:xfrm>
            <a:custGeom>
              <a:avLst/>
              <a:gdLst>
                <a:gd name="connsiteX0" fmla="*/ 197804 w 2123704"/>
                <a:gd name="connsiteY0" fmla="*/ 0 h 607693"/>
                <a:gd name="connsiteX1" fmla="*/ 1787336 w 2123704"/>
                <a:gd name="connsiteY1" fmla="*/ 0 h 607693"/>
                <a:gd name="connsiteX2" fmla="*/ 1985140 w 2123704"/>
                <a:gd name="connsiteY2" fmla="*/ 197804 h 607693"/>
                <a:gd name="connsiteX3" fmla="*/ 1985140 w 2123704"/>
                <a:gd name="connsiteY3" fmla="*/ 405360 h 607693"/>
                <a:gd name="connsiteX4" fmla="*/ 2123704 w 2123704"/>
                <a:gd name="connsiteY4" fmla="*/ 607693 h 607693"/>
                <a:gd name="connsiteX5" fmla="*/ 1787336 w 2123704"/>
                <a:gd name="connsiteY5" fmla="*/ 607693 h 607693"/>
                <a:gd name="connsiteX6" fmla="*/ 1764196 w 2123704"/>
                <a:gd name="connsiteY6" fmla="*/ 607693 h 607693"/>
                <a:gd name="connsiteX7" fmla="*/ 197804 w 2123704"/>
                <a:gd name="connsiteY7" fmla="*/ 607693 h 607693"/>
                <a:gd name="connsiteX8" fmla="*/ 0 w 2123704"/>
                <a:gd name="connsiteY8" fmla="*/ 409889 h 607693"/>
                <a:gd name="connsiteX9" fmla="*/ 0 w 2123704"/>
                <a:gd name="connsiteY9" fmla="*/ 197804 h 607693"/>
                <a:gd name="connsiteX10" fmla="*/ 197804 w 2123704"/>
                <a:gd name="connsiteY10" fmla="*/ 0 h 607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23704" h="607693">
                  <a:moveTo>
                    <a:pt x="197804" y="0"/>
                  </a:moveTo>
                  <a:lnTo>
                    <a:pt x="1787336" y="0"/>
                  </a:lnTo>
                  <a:cubicBezTo>
                    <a:pt x="1896580" y="0"/>
                    <a:pt x="1985140" y="88560"/>
                    <a:pt x="1985140" y="197804"/>
                  </a:cubicBezTo>
                  <a:lnTo>
                    <a:pt x="1985140" y="405360"/>
                  </a:lnTo>
                  <a:lnTo>
                    <a:pt x="2123704" y="607693"/>
                  </a:lnTo>
                  <a:lnTo>
                    <a:pt x="1787336" y="607693"/>
                  </a:lnTo>
                  <a:lnTo>
                    <a:pt x="1764196" y="607693"/>
                  </a:lnTo>
                  <a:lnTo>
                    <a:pt x="197804" y="607693"/>
                  </a:lnTo>
                  <a:cubicBezTo>
                    <a:pt x="88560" y="607693"/>
                    <a:pt x="0" y="519133"/>
                    <a:pt x="0" y="409889"/>
                  </a:cubicBezTo>
                  <a:lnTo>
                    <a:pt x="0" y="197804"/>
                  </a:lnTo>
                  <a:cubicBezTo>
                    <a:pt x="0" y="88560"/>
                    <a:pt x="88560" y="0"/>
                    <a:pt x="197804" y="0"/>
                  </a:cubicBezTo>
                  <a:close/>
                </a:path>
              </a:pathLst>
            </a:custGeom>
            <a:solidFill>
              <a:schemeClr val="bg1"/>
            </a:solidFill>
            <a:ln>
              <a:gradFill>
                <a:gsLst>
                  <a:gs pos="0">
                    <a:schemeClr val="accent1"/>
                  </a:gs>
                  <a:gs pos="100000">
                    <a:schemeClr val="accent1">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rgbClr val="FFFFFF"/>
                  </a:solidFill>
                  <a:latin typeface="Franklin Gothic Book" panose="020B0503020102020204"/>
                  <a:ea typeface="+mn-ea"/>
                  <a:cs typeface="+mn-cs"/>
                </a:defRPr>
              </a:lvl1pPr>
              <a:lvl2pPr marL="457200" algn="l" defTabSz="914400" rtl="0" eaLnBrk="1" latinLnBrk="0" hangingPunct="1">
                <a:defRPr sz="1800" kern="1200">
                  <a:solidFill>
                    <a:srgbClr val="FFFFFF"/>
                  </a:solidFill>
                  <a:latin typeface="Franklin Gothic Book" panose="020B0503020102020204"/>
                  <a:ea typeface="+mn-ea"/>
                  <a:cs typeface="+mn-cs"/>
                </a:defRPr>
              </a:lvl2pPr>
              <a:lvl3pPr marL="914400" algn="l" defTabSz="914400" rtl="0" eaLnBrk="1" latinLnBrk="0" hangingPunct="1">
                <a:defRPr sz="1800" kern="1200">
                  <a:solidFill>
                    <a:srgbClr val="FFFFFF"/>
                  </a:solidFill>
                  <a:latin typeface="Franklin Gothic Book" panose="020B0503020102020204"/>
                  <a:ea typeface="+mn-ea"/>
                  <a:cs typeface="+mn-cs"/>
                </a:defRPr>
              </a:lvl3pPr>
              <a:lvl4pPr marL="1371600" algn="l" defTabSz="914400" rtl="0" eaLnBrk="1" latinLnBrk="0" hangingPunct="1">
                <a:defRPr sz="1800" kern="1200">
                  <a:solidFill>
                    <a:srgbClr val="FFFFFF"/>
                  </a:solidFill>
                  <a:latin typeface="Franklin Gothic Book" panose="020B0503020102020204"/>
                  <a:ea typeface="+mn-ea"/>
                  <a:cs typeface="+mn-cs"/>
                </a:defRPr>
              </a:lvl4pPr>
              <a:lvl5pPr marL="1828800" algn="l" defTabSz="914400" rtl="0" eaLnBrk="1" latinLnBrk="0" hangingPunct="1">
                <a:defRPr sz="1800" kern="1200">
                  <a:solidFill>
                    <a:srgbClr val="FFFFFF"/>
                  </a:solidFill>
                  <a:latin typeface="Franklin Gothic Book" panose="020B0503020102020204"/>
                  <a:ea typeface="+mn-ea"/>
                  <a:cs typeface="+mn-cs"/>
                </a:defRPr>
              </a:lvl5pPr>
              <a:lvl6pPr marL="2286000" algn="l" defTabSz="914400" rtl="0" eaLnBrk="1" latinLnBrk="0" hangingPunct="1">
                <a:defRPr sz="1800" kern="1200">
                  <a:solidFill>
                    <a:srgbClr val="FFFFFF"/>
                  </a:solidFill>
                  <a:latin typeface="Franklin Gothic Book" panose="020B0503020102020204"/>
                  <a:ea typeface="+mn-ea"/>
                  <a:cs typeface="+mn-cs"/>
                </a:defRPr>
              </a:lvl6pPr>
              <a:lvl7pPr marL="2743200" algn="l" defTabSz="914400" rtl="0" eaLnBrk="1" latinLnBrk="0" hangingPunct="1">
                <a:defRPr sz="1800" kern="1200">
                  <a:solidFill>
                    <a:srgbClr val="FFFFFF"/>
                  </a:solidFill>
                  <a:latin typeface="Franklin Gothic Book" panose="020B0503020102020204"/>
                  <a:ea typeface="+mn-ea"/>
                  <a:cs typeface="+mn-cs"/>
                </a:defRPr>
              </a:lvl7pPr>
              <a:lvl8pPr marL="3200400" algn="l" defTabSz="914400" rtl="0" eaLnBrk="1" latinLnBrk="0" hangingPunct="1">
                <a:defRPr sz="1800" kern="1200">
                  <a:solidFill>
                    <a:srgbClr val="FFFFFF"/>
                  </a:solidFill>
                  <a:latin typeface="Franklin Gothic Book" panose="020B0503020102020204"/>
                  <a:ea typeface="+mn-ea"/>
                  <a:cs typeface="+mn-cs"/>
                </a:defRPr>
              </a:lvl8pPr>
              <a:lvl9pPr marL="3657600" algn="l" defTabSz="914400" rtl="0" eaLnBrk="1" latinLnBrk="0" hangingPunct="1">
                <a:defRPr sz="1800" kern="1200">
                  <a:solidFill>
                    <a:srgbClr val="FFFFFF"/>
                  </a:solidFill>
                  <a:latin typeface="Franklin Gothic Book" panose="020B0503020102020204"/>
                  <a:ea typeface="+mn-ea"/>
                  <a:cs typeface="+mn-cs"/>
                </a:defRPr>
              </a:lvl9pP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56" name="Text4"/>
            <p:cNvSpPr txBox="1"/>
            <p:nvPr/>
          </p:nvSpPr>
          <p:spPr>
            <a:xfrm>
              <a:off x="8088623" y="4921173"/>
              <a:ext cx="2150954" cy="447435"/>
            </a:xfrm>
            <a:prstGeom prst="rect">
              <a:avLst/>
            </a:prstGeom>
            <a:noFill/>
          </p:spPr>
          <p:txBody>
            <a:bodyPr wrap="square" anchor="ctr">
              <a:normAutofit fontScale="95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ct val="0"/>
                </a:spcBef>
                <a:spcAft>
                  <a:spcPct val="0"/>
                </a:spcAft>
                <a:buClrTx/>
                <a:buSzTx/>
                <a:buFontTx/>
                <a:buNone/>
                <a:defRPr/>
              </a:pPr>
              <a:r>
                <a:rPr lang="zh-CN" altLang="en-US" sz="2000" b="1" spc="300" dirty="0">
                  <a:solidFill>
                    <a:schemeClr val="accent1"/>
                  </a:solidFill>
                  <a:latin typeface="微软雅黑" panose="020B0503020204020204" pitchFamily="34" charset="-122"/>
                  <a:ea typeface="微软雅黑" panose="020B0503020204020204" pitchFamily="34" charset="-122"/>
                </a:rPr>
                <a:t>世界观和方法论</a:t>
              </a:r>
            </a:p>
          </p:txBody>
        </p:sp>
        <p:sp>
          <p:nvSpPr>
            <p:cNvPr id="63" name="Text12"/>
            <p:cNvSpPr txBox="1"/>
            <p:nvPr/>
          </p:nvSpPr>
          <p:spPr>
            <a:xfrm>
              <a:off x="8101698" y="5350227"/>
              <a:ext cx="2150954" cy="226810"/>
            </a:xfrm>
            <a:prstGeom prst="rect">
              <a:avLst/>
            </a:prstGeom>
            <a:noFill/>
          </p:spPr>
          <p:txBody>
            <a:bodyPr wrap="square"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800" b="0" i="0" u="none" strike="noStrike" kern="120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Worldview and Methodology</a:t>
              </a:r>
            </a:p>
          </p:txBody>
        </p:sp>
      </p:grpSp>
      <p:sp>
        <p:nvSpPr>
          <p:cNvPr id="64" name="Shape1"/>
          <p:cNvSpPr>
            <a:spLocks noChangeAspect="1"/>
          </p:cNvSpPr>
          <p:nvPr/>
        </p:nvSpPr>
        <p:spPr>
          <a:xfrm>
            <a:off x="5689631" y="2611532"/>
            <a:ext cx="505627" cy="495441"/>
          </a:xfrm>
          <a:custGeom>
            <a:avLst/>
            <a:gdLst>
              <a:gd name="connsiteX0" fmla="*/ 1376243 w 1512887"/>
              <a:gd name="connsiteY0" fmla="*/ 993974 h 1482407"/>
              <a:gd name="connsiteX1" fmla="*/ 1495901 w 1512887"/>
              <a:gd name="connsiteY1" fmla="*/ 1060490 h 1482407"/>
              <a:gd name="connsiteX2" fmla="*/ 756444 w 1512887"/>
              <a:gd name="connsiteY2" fmla="*/ 1482408 h 1482407"/>
              <a:gd name="connsiteX3" fmla="*/ 4167 w 1512887"/>
              <a:gd name="connsiteY3" fmla="*/ 1060490 h 1482407"/>
              <a:gd name="connsiteX4" fmla="*/ 124698 w 1512887"/>
              <a:gd name="connsiteY4" fmla="*/ 993974 h 1482407"/>
              <a:gd name="connsiteX5" fmla="*/ 756404 w 1512887"/>
              <a:gd name="connsiteY5" fmla="*/ 1344970 h 1482407"/>
              <a:gd name="connsiteX6" fmla="*/ 1376243 w 1512887"/>
              <a:gd name="connsiteY6" fmla="*/ 993974 h 1482407"/>
              <a:gd name="connsiteX7" fmla="*/ 1376243 w 1512887"/>
              <a:gd name="connsiteY7" fmla="*/ 676473 h 1482407"/>
              <a:gd name="connsiteX8" fmla="*/ 1495901 w 1512887"/>
              <a:gd name="connsiteY8" fmla="*/ 742990 h 1482407"/>
              <a:gd name="connsiteX9" fmla="*/ 756444 w 1512887"/>
              <a:gd name="connsiteY9" fmla="*/ 1164908 h 1482407"/>
              <a:gd name="connsiteX10" fmla="*/ 4167 w 1512887"/>
              <a:gd name="connsiteY10" fmla="*/ 742990 h 1482407"/>
              <a:gd name="connsiteX11" fmla="*/ 124698 w 1512887"/>
              <a:gd name="connsiteY11" fmla="*/ 676473 h 1482407"/>
              <a:gd name="connsiteX12" fmla="*/ 756404 w 1512887"/>
              <a:gd name="connsiteY12" fmla="*/ 1027470 h 1482407"/>
              <a:gd name="connsiteX13" fmla="*/ 1376243 w 1512887"/>
              <a:gd name="connsiteY13" fmla="*/ 676473 h 1482407"/>
              <a:gd name="connsiteX14" fmla="*/ 756444 w 1512887"/>
              <a:gd name="connsiteY14" fmla="*/ 40 h 1482407"/>
              <a:gd name="connsiteX15" fmla="*/ 1512888 w 1512887"/>
              <a:gd name="connsiteY15" fmla="*/ 425490 h 1482407"/>
              <a:gd name="connsiteX16" fmla="*/ 756444 w 1512887"/>
              <a:gd name="connsiteY16" fmla="*/ 850979 h 1482407"/>
              <a:gd name="connsiteX17" fmla="*/ 0 w 1512887"/>
              <a:gd name="connsiteY17" fmla="*/ 425490 h 1482407"/>
              <a:gd name="connsiteX18" fmla="*/ 756444 w 1512887"/>
              <a:gd name="connsiteY18" fmla="*/ 0 h 1482407"/>
              <a:gd name="connsiteX19" fmla="*/ 756444 w 1512887"/>
              <a:gd name="connsiteY19" fmla="*/ 136644 h 1482407"/>
              <a:gd name="connsiteX20" fmla="*/ 242848 w 1512887"/>
              <a:gd name="connsiteY20" fmla="*/ 425490 h 1482407"/>
              <a:gd name="connsiteX21" fmla="*/ 756444 w 1512887"/>
              <a:gd name="connsiteY21" fmla="*/ 714335 h 1482407"/>
              <a:gd name="connsiteX22" fmla="*/ 1270000 w 1512887"/>
              <a:gd name="connsiteY22" fmla="*/ 425490 h 1482407"/>
              <a:gd name="connsiteX23" fmla="*/ 756444 w 1512887"/>
              <a:gd name="connsiteY23" fmla="*/ 136604 h 1482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2887" h="1482407">
                <a:moveTo>
                  <a:pt x="1376243" y="993974"/>
                </a:moveTo>
                <a:lnTo>
                  <a:pt x="1495901" y="1060490"/>
                </a:lnTo>
                <a:lnTo>
                  <a:pt x="756444" y="1482408"/>
                </a:lnTo>
                <a:lnTo>
                  <a:pt x="4167" y="1060490"/>
                </a:lnTo>
                <a:lnTo>
                  <a:pt x="124698" y="993974"/>
                </a:lnTo>
                <a:lnTo>
                  <a:pt x="756404" y="1344970"/>
                </a:lnTo>
                <a:lnTo>
                  <a:pt x="1376243" y="993974"/>
                </a:lnTo>
                <a:close/>
                <a:moveTo>
                  <a:pt x="1376243" y="676473"/>
                </a:moveTo>
                <a:lnTo>
                  <a:pt x="1495901" y="742990"/>
                </a:lnTo>
                <a:lnTo>
                  <a:pt x="756444" y="1164908"/>
                </a:lnTo>
                <a:lnTo>
                  <a:pt x="4167" y="742990"/>
                </a:lnTo>
                <a:lnTo>
                  <a:pt x="124698" y="676473"/>
                </a:lnTo>
                <a:lnTo>
                  <a:pt x="756404" y="1027470"/>
                </a:lnTo>
                <a:lnTo>
                  <a:pt x="1376243" y="676473"/>
                </a:lnTo>
                <a:close/>
                <a:moveTo>
                  <a:pt x="756444" y="40"/>
                </a:moveTo>
                <a:lnTo>
                  <a:pt x="1512888" y="425490"/>
                </a:lnTo>
                <a:lnTo>
                  <a:pt x="756444" y="850979"/>
                </a:lnTo>
                <a:lnTo>
                  <a:pt x="0" y="425490"/>
                </a:lnTo>
                <a:lnTo>
                  <a:pt x="756444" y="0"/>
                </a:lnTo>
                <a:close/>
                <a:moveTo>
                  <a:pt x="756444" y="136644"/>
                </a:moveTo>
                <a:lnTo>
                  <a:pt x="242848" y="425490"/>
                </a:lnTo>
                <a:lnTo>
                  <a:pt x="756444" y="714335"/>
                </a:lnTo>
                <a:lnTo>
                  <a:pt x="1270000" y="425490"/>
                </a:lnTo>
                <a:lnTo>
                  <a:pt x="756444" y="136604"/>
                </a:lnTo>
                <a:close/>
              </a:path>
            </a:pathLst>
          </a:custGeom>
          <a:solidFill>
            <a:schemeClr val="accent1"/>
          </a:solidFill>
          <a:ln w="1860" cap="flat">
            <a:noFill/>
            <a:prstDash val="solid"/>
            <a:miter/>
          </a:ln>
        </p:spPr>
        <p:txBody>
          <a:bodyPr wrap="square" rtlCol="0"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b="1">
              <a:latin typeface="微软雅黑" panose="020B0503020204020204" pitchFamily="34" charset="-122"/>
              <a:ea typeface="微软雅黑" panose="020B0503020204020204" pitchFamily="34" charset="-122"/>
            </a:endParaRPr>
          </a:p>
        </p:txBody>
      </p:sp>
      <p:sp>
        <p:nvSpPr>
          <p:cNvPr id="65" name="Text13"/>
          <p:cNvSpPr txBox="1"/>
          <p:nvPr>
            <p:custDataLst>
              <p:tags r:id="rId2"/>
            </p:custDataLst>
          </p:nvPr>
        </p:nvSpPr>
        <p:spPr>
          <a:xfrm>
            <a:off x="4362841" y="3584920"/>
            <a:ext cx="3203005" cy="1336253"/>
          </a:xfrm>
          <a:prstGeom prst="rect">
            <a:avLst/>
          </a:prstGeom>
          <a:noFill/>
        </p:spPr>
        <p:txBody>
          <a:bodyPr wrap="square" rtlCol="0" anchor="ctr" anchorCtr="0">
            <a:normAutofit fontScale="82500" lnSpcReduction="2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ct val="0"/>
              </a:spcBef>
              <a:spcAft>
                <a:spcPct val="0"/>
              </a:spcAft>
              <a:buClrTx/>
              <a:buSzTx/>
              <a:buFontTx/>
              <a:buNone/>
              <a:defRPr/>
            </a:pPr>
            <a:r>
              <a:rPr lang="en-US" altLang="zh-CN" sz="3200" b="1" noProof="0" dirty="0" err="1">
                <a:ln>
                  <a:noFill/>
                </a:ln>
                <a:solidFill>
                  <a:schemeClr val="tx2"/>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马克思主义科学社会主义，引领世界改造与进步</a:t>
            </a:r>
            <a:r>
              <a:rPr lang="en-US" altLang="zh-CN" sz="3200" b="1" noProof="0" dirty="0">
                <a:ln>
                  <a:noFill/>
                </a:ln>
                <a:solidFill>
                  <a:schemeClr val="tx2"/>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a:t>
            </a:r>
          </a:p>
        </p:txBody>
      </p:sp>
      <p:sp>
        <p:nvSpPr>
          <p:cNvPr id="19" name="Text14">
            <a:extLst>
              <a:ext uri="{FF2B5EF4-FFF2-40B4-BE49-F238E27FC236}">
                <a16:creationId xmlns:a16="http://schemas.microsoft.com/office/drawing/2014/main" id="{8A0A4C39-5441-09EA-C667-E7088E70EDAE}"/>
              </a:ext>
            </a:extLst>
          </p:cNvPr>
          <p:cNvSpPr txBox="1"/>
          <p:nvPr>
            <p:custDataLst>
              <p:tags r:id="rId3"/>
            </p:custDataLst>
          </p:nvPr>
        </p:nvSpPr>
        <p:spPr>
          <a:xfrm>
            <a:off x="273975" y="238391"/>
            <a:ext cx="11669372" cy="720348"/>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lang="en-US" altLang="zh-CN" sz="3200" b="1" noProof="0" dirty="0" err="1">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马克思主义科学社会主义在世界认知与改造中的作用</a:t>
            </a:r>
            <a:endParaRPr lang="en-US" altLang="zh-CN" sz="32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Tree>
    <p:extLst>
      <p:ext uri="{BB962C8B-B14F-4D97-AF65-F5344CB8AC3E}">
        <p14:creationId xmlns:p14="http://schemas.microsoft.com/office/powerpoint/2010/main" val="22185522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42" presetClass="path" presetSubtype="0" accel="50000" decel="50000" fill="hold" nodeType="withEffect">
                                  <p:stCondLst>
                                    <p:cond delay="0"/>
                                  </p:stCondLst>
                                  <p:childTnLst>
                                    <p:animMotion origin="layout" path="M 2.70833E-6 4.07407E-6 L 0.35755 0.29699 " pathEditMode="relative" rAng="0" ptsTypes="AA">
                                      <p:cBhvr>
                                        <p:cTn id="11" dur="2000" fill="hold"/>
                                        <p:tgtEl>
                                          <p:spTgt spid="2"/>
                                        </p:tgtEl>
                                        <p:attrNameLst>
                                          <p:attrName>ppt_x</p:attrName>
                                          <p:attrName>ppt_y</p:attrName>
                                        </p:attrNameLst>
                                      </p:cBhvr>
                                      <p:rCtr x="17878" y="14838"/>
                                    </p:animMotion>
                                  </p:childTnLst>
                                </p:cTn>
                              </p:par>
                              <p:par>
                                <p:cTn id="12" presetID="42" presetClass="path" presetSubtype="0" accel="50000" decel="50000" fill="hold" nodeType="withEffect">
                                  <p:stCondLst>
                                    <p:cond delay="0"/>
                                  </p:stCondLst>
                                  <p:childTnLst>
                                    <p:animMotion origin="layout" path="M -3.54167E-6 -1.48148E-6 L 0.29662 -0.0118 " pathEditMode="relative" rAng="0" ptsTypes="AA">
                                      <p:cBhvr>
                                        <p:cTn id="13" dur="2000" fill="hold"/>
                                        <p:tgtEl>
                                          <p:spTgt spid="11"/>
                                        </p:tgtEl>
                                        <p:attrNameLst>
                                          <p:attrName>ppt_x</p:attrName>
                                          <p:attrName>ppt_y</p:attrName>
                                        </p:attrNameLst>
                                      </p:cBhvr>
                                      <p:rCtr x="14831" y="-602"/>
                                    </p:animMotion>
                                  </p:childTnLst>
                                </p:cTn>
                              </p:par>
                              <p:par>
                                <p:cTn id="14" presetID="42" presetClass="path" presetSubtype="0" accel="50000" decel="50000" fill="hold" nodeType="withEffect">
                                  <p:stCondLst>
                                    <p:cond delay="0"/>
                                  </p:stCondLst>
                                  <p:childTnLst>
                                    <p:animMotion origin="layout" path="M -2.29167E-6 -1.48148E-6 L -0.34844 0.31088 " pathEditMode="relative" rAng="0" ptsTypes="AA">
                                      <p:cBhvr>
                                        <p:cTn id="15" dur="2000" fill="hold"/>
                                        <p:tgtEl>
                                          <p:spTgt spid="18"/>
                                        </p:tgtEl>
                                        <p:attrNameLst>
                                          <p:attrName>ppt_x</p:attrName>
                                          <p:attrName>ppt_y</p:attrName>
                                        </p:attrNameLst>
                                      </p:cBhvr>
                                      <p:rCtr x="-17422" y="15532"/>
                                    </p:animMotion>
                                  </p:childTnLst>
                                </p:cTn>
                              </p:par>
                              <p:par>
                                <p:cTn id="16" presetID="42" presetClass="path" presetSubtype="0" accel="50000" decel="50000" fill="hold" nodeType="withEffect">
                                  <p:stCondLst>
                                    <p:cond delay="0"/>
                                  </p:stCondLst>
                                  <p:childTnLst>
                                    <p:animMotion origin="layout" path="M 4.79167E-6 -2.96296E-6 L -0.30678 -0.01273 " pathEditMode="relative" rAng="0" ptsTypes="AA">
                                      <p:cBhvr>
                                        <p:cTn id="17" dur="2000" fill="hold"/>
                                        <p:tgtEl>
                                          <p:spTgt spid="15"/>
                                        </p:tgtEl>
                                        <p:attrNameLst>
                                          <p:attrName>ppt_x</p:attrName>
                                          <p:attrName>ppt_y</p:attrName>
                                        </p:attrNameLst>
                                      </p:cBhvr>
                                      <p:rCtr x="-15339" y="-648"/>
                                    </p:animMotion>
                                  </p:childTnLst>
                                </p:cTn>
                              </p:par>
                              <p:par>
                                <p:cTn id="18" presetID="42" presetClass="path" presetSubtype="0" accel="50000" decel="50000" fill="hold" nodeType="withEffect">
                                  <p:stCondLst>
                                    <p:cond delay="0"/>
                                  </p:stCondLst>
                                  <p:childTnLst>
                                    <p:animMotion origin="layout" path="M 1.66667E-6 -2.96296E-6 L 0.31758 -0.27546 " pathEditMode="relative" rAng="0" ptsTypes="AA">
                                      <p:cBhvr>
                                        <p:cTn id="19" dur="2000" fill="hold"/>
                                        <p:tgtEl>
                                          <p:spTgt spid="12"/>
                                        </p:tgtEl>
                                        <p:attrNameLst>
                                          <p:attrName>ppt_x</p:attrName>
                                          <p:attrName>ppt_y</p:attrName>
                                        </p:attrNameLst>
                                      </p:cBhvr>
                                      <p:rCtr x="15872" y="-13773"/>
                                    </p:animMotion>
                                  </p:childTnLst>
                                </p:cTn>
                              </p:par>
                              <p:par>
                                <p:cTn id="20" presetID="42" presetClass="path" presetSubtype="0" accel="50000" decel="50000" fill="hold" nodeType="withEffect">
                                  <p:stCondLst>
                                    <p:cond delay="0"/>
                                  </p:stCondLst>
                                  <p:childTnLst>
                                    <p:animMotion origin="layout" path="M 4.16667E-7 -3.7037E-6 L -0.33021 -0.32361 " pathEditMode="relative" rAng="0" ptsTypes="AA">
                                      <p:cBhvr>
                                        <p:cTn id="21" dur="2000" fill="hold"/>
                                        <p:tgtEl>
                                          <p:spTgt spid="17"/>
                                        </p:tgtEl>
                                        <p:attrNameLst>
                                          <p:attrName>ppt_x</p:attrName>
                                          <p:attrName>ppt_y</p:attrName>
                                        </p:attrNameLst>
                                      </p:cBhvr>
                                      <p:rCtr x="-16510" y="-1618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Freeform: Shape 25"/>
          <p:cNvSpPr/>
          <p:nvPr>
            <p:custDataLst>
              <p:tags r:id="rId1"/>
            </p:custDataLst>
          </p:nvPr>
        </p:nvSpPr>
        <p:spPr>
          <a:xfrm flipH="1">
            <a:off x="11556317" y="201937"/>
            <a:ext cx="339090" cy="340360"/>
          </a:xfrm>
          <a:custGeom>
            <a:avLst/>
            <a:gdLst>
              <a:gd name="connsiteX0" fmla="*/ 316376 w 718878"/>
              <a:gd name="connsiteY0" fmla="*/ 634637 h 719819"/>
              <a:gd name="connsiteX1" fmla="*/ 401558 w 718878"/>
              <a:gd name="connsiteY1" fmla="*/ 634637 h 719819"/>
              <a:gd name="connsiteX2" fmla="*/ 401558 w 718878"/>
              <a:gd name="connsiteY2" fmla="*/ 719819 h 719819"/>
              <a:gd name="connsiteX3" fmla="*/ 316376 w 718878"/>
              <a:gd name="connsiteY3" fmla="*/ 719819 h 719819"/>
              <a:gd name="connsiteX4" fmla="*/ 632753 w 718878"/>
              <a:gd name="connsiteY4" fmla="*/ 634636 h 719819"/>
              <a:gd name="connsiteX5" fmla="*/ 717935 w 718878"/>
              <a:gd name="connsiteY5" fmla="*/ 634636 h 719819"/>
              <a:gd name="connsiteX6" fmla="*/ 717935 w 718878"/>
              <a:gd name="connsiteY6" fmla="*/ 719818 h 719819"/>
              <a:gd name="connsiteX7" fmla="*/ 632753 w 718878"/>
              <a:gd name="connsiteY7" fmla="*/ 719818 h 719819"/>
              <a:gd name="connsiteX8" fmla="*/ 0 w 718878"/>
              <a:gd name="connsiteY8" fmla="*/ 634636 h 719819"/>
              <a:gd name="connsiteX9" fmla="*/ 85182 w 718878"/>
              <a:gd name="connsiteY9" fmla="*/ 634636 h 719819"/>
              <a:gd name="connsiteX10" fmla="*/ 85182 w 718878"/>
              <a:gd name="connsiteY10" fmla="*/ 719818 h 719819"/>
              <a:gd name="connsiteX11" fmla="*/ 0 w 718878"/>
              <a:gd name="connsiteY11" fmla="*/ 719818 h 719819"/>
              <a:gd name="connsiteX12" fmla="*/ 632756 w 718878"/>
              <a:gd name="connsiteY12" fmla="*/ 317318 h 719819"/>
              <a:gd name="connsiteX13" fmla="*/ 717938 w 718878"/>
              <a:gd name="connsiteY13" fmla="*/ 317318 h 719819"/>
              <a:gd name="connsiteX14" fmla="*/ 717938 w 718878"/>
              <a:gd name="connsiteY14" fmla="*/ 402500 h 719819"/>
              <a:gd name="connsiteX15" fmla="*/ 632756 w 718878"/>
              <a:gd name="connsiteY15" fmla="*/ 402500 h 719819"/>
              <a:gd name="connsiteX16" fmla="*/ 316378 w 718878"/>
              <a:gd name="connsiteY16" fmla="*/ 317318 h 719819"/>
              <a:gd name="connsiteX17" fmla="*/ 401560 w 718878"/>
              <a:gd name="connsiteY17" fmla="*/ 317318 h 719819"/>
              <a:gd name="connsiteX18" fmla="*/ 401560 w 718878"/>
              <a:gd name="connsiteY18" fmla="*/ 402500 h 719819"/>
              <a:gd name="connsiteX19" fmla="*/ 316378 w 718878"/>
              <a:gd name="connsiteY19" fmla="*/ 402500 h 719819"/>
              <a:gd name="connsiteX20" fmla="*/ 0 w 718878"/>
              <a:gd name="connsiteY20" fmla="*/ 317318 h 719819"/>
              <a:gd name="connsiteX21" fmla="*/ 85182 w 718878"/>
              <a:gd name="connsiteY21" fmla="*/ 317318 h 719819"/>
              <a:gd name="connsiteX22" fmla="*/ 85182 w 718878"/>
              <a:gd name="connsiteY22" fmla="*/ 402500 h 719819"/>
              <a:gd name="connsiteX23" fmla="*/ 0 w 718878"/>
              <a:gd name="connsiteY23" fmla="*/ 402500 h 719819"/>
              <a:gd name="connsiteX24" fmla="*/ 633696 w 718878"/>
              <a:gd name="connsiteY24" fmla="*/ 0 h 719819"/>
              <a:gd name="connsiteX25" fmla="*/ 718878 w 718878"/>
              <a:gd name="connsiteY25" fmla="*/ 0 h 719819"/>
              <a:gd name="connsiteX26" fmla="*/ 718878 w 718878"/>
              <a:gd name="connsiteY26" fmla="*/ 85182 h 719819"/>
              <a:gd name="connsiteX27" fmla="*/ 633696 w 718878"/>
              <a:gd name="connsiteY27" fmla="*/ 85182 h 719819"/>
              <a:gd name="connsiteX28" fmla="*/ 316378 w 718878"/>
              <a:gd name="connsiteY28" fmla="*/ 0 h 719819"/>
              <a:gd name="connsiteX29" fmla="*/ 401560 w 718878"/>
              <a:gd name="connsiteY29" fmla="*/ 0 h 719819"/>
              <a:gd name="connsiteX30" fmla="*/ 401560 w 718878"/>
              <a:gd name="connsiteY30" fmla="*/ 85182 h 719819"/>
              <a:gd name="connsiteX31" fmla="*/ 316378 w 718878"/>
              <a:gd name="connsiteY31" fmla="*/ 85182 h 719819"/>
              <a:gd name="connsiteX32" fmla="*/ 0 w 718878"/>
              <a:gd name="connsiteY32" fmla="*/ 0 h 719819"/>
              <a:gd name="connsiteX33" fmla="*/ 85182 w 718878"/>
              <a:gd name="connsiteY33" fmla="*/ 0 h 719819"/>
              <a:gd name="connsiteX34" fmla="*/ 85182 w 718878"/>
              <a:gd name="connsiteY34" fmla="*/ 85182 h 719819"/>
              <a:gd name="connsiteX35" fmla="*/ 0 w 718878"/>
              <a:gd name="connsiteY35" fmla="*/ 85182 h 71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18878" h="719819">
                <a:moveTo>
                  <a:pt x="316376" y="634637"/>
                </a:moveTo>
                <a:lnTo>
                  <a:pt x="401558" y="634637"/>
                </a:lnTo>
                <a:lnTo>
                  <a:pt x="401558" y="719819"/>
                </a:lnTo>
                <a:lnTo>
                  <a:pt x="316376" y="719819"/>
                </a:lnTo>
                <a:close/>
                <a:moveTo>
                  <a:pt x="632753" y="634636"/>
                </a:moveTo>
                <a:lnTo>
                  <a:pt x="717935" y="634636"/>
                </a:lnTo>
                <a:lnTo>
                  <a:pt x="717935" y="719818"/>
                </a:lnTo>
                <a:lnTo>
                  <a:pt x="632753" y="719818"/>
                </a:lnTo>
                <a:close/>
                <a:moveTo>
                  <a:pt x="0" y="634636"/>
                </a:moveTo>
                <a:lnTo>
                  <a:pt x="85182" y="634636"/>
                </a:lnTo>
                <a:lnTo>
                  <a:pt x="85182" y="719818"/>
                </a:lnTo>
                <a:lnTo>
                  <a:pt x="0" y="719818"/>
                </a:lnTo>
                <a:close/>
                <a:moveTo>
                  <a:pt x="632756" y="317318"/>
                </a:moveTo>
                <a:lnTo>
                  <a:pt x="717938" y="317318"/>
                </a:lnTo>
                <a:lnTo>
                  <a:pt x="717938" y="402500"/>
                </a:lnTo>
                <a:lnTo>
                  <a:pt x="632756" y="402500"/>
                </a:lnTo>
                <a:close/>
                <a:moveTo>
                  <a:pt x="316378" y="317318"/>
                </a:moveTo>
                <a:lnTo>
                  <a:pt x="401560" y="317318"/>
                </a:lnTo>
                <a:lnTo>
                  <a:pt x="401560" y="402500"/>
                </a:lnTo>
                <a:lnTo>
                  <a:pt x="316378" y="402500"/>
                </a:lnTo>
                <a:close/>
                <a:moveTo>
                  <a:pt x="0" y="317318"/>
                </a:moveTo>
                <a:lnTo>
                  <a:pt x="85182" y="317318"/>
                </a:lnTo>
                <a:lnTo>
                  <a:pt x="85182" y="402500"/>
                </a:lnTo>
                <a:lnTo>
                  <a:pt x="0" y="402500"/>
                </a:lnTo>
                <a:close/>
                <a:moveTo>
                  <a:pt x="633696" y="0"/>
                </a:moveTo>
                <a:lnTo>
                  <a:pt x="718878" y="0"/>
                </a:lnTo>
                <a:lnTo>
                  <a:pt x="718878" y="85182"/>
                </a:lnTo>
                <a:lnTo>
                  <a:pt x="633696" y="85182"/>
                </a:lnTo>
                <a:close/>
                <a:moveTo>
                  <a:pt x="316378" y="0"/>
                </a:moveTo>
                <a:lnTo>
                  <a:pt x="401560" y="0"/>
                </a:lnTo>
                <a:lnTo>
                  <a:pt x="401560" y="85182"/>
                </a:lnTo>
                <a:lnTo>
                  <a:pt x="316378" y="85182"/>
                </a:lnTo>
                <a:close/>
                <a:moveTo>
                  <a:pt x="0" y="0"/>
                </a:moveTo>
                <a:lnTo>
                  <a:pt x="85182" y="0"/>
                </a:lnTo>
                <a:lnTo>
                  <a:pt x="85182" y="85182"/>
                </a:lnTo>
                <a:lnTo>
                  <a:pt x="0" y="8518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Arial"/>
            </a:endParaRPr>
          </a:p>
        </p:txBody>
      </p:sp>
      <p:grpSp>
        <p:nvGrpSpPr>
          <p:cNvPr id="15" name="组合 6"/>
          <p:cNvGrpSpPr/>
          <p:nvPr/>
        </p:nvGrpSpPr>
        <p:grpSpPr>
          <a:xfrm flipH="1" flipV="1">
            <a:off x="189360" y="5866609"/>
            <a:ext cx="966493" cy="799222"/>
            <a:chOff x="342037" y="610664"/>
            <a:chExt cx="2302063" cy="1903645"/>
          </a:xfrm>
        </p:grpSpPr>
        <p:sp>
          <p:nvSpPr>
            <p:cNvPr id="3" name="图形 2"/>
            <p:cNvSpPr/>
            <p:nvPr/>
          </p:nvSpPr>
          <p:spPr>
            <a:xfrm rot="2895196">
              <a:off x="342084" y="610617"/>
              <a:ext cx="1903645" cy="1903740"/>
            </a:xfrm>
            <a:custGeom>
              <a:avLst/>
              <a:gdLst>
                <a:gd name="connsiteX0" fmla="*/ 1688716 w 2829852"/>
                <a:gd name="connsiteY0" fmla="*/ 2814352 h 2829996"/>
                <a:gd name="connsiteX1" fmla="*/ 1688716 w 2829852"/>
                <a:gd name="connsiteY1" fmla="*/ 2814352 h 2829996"/>
                <a:gd name="connsiteX2" fmla="*/ 5860 w 2829852"/>
                <a:gd name="connsiteY2" fmla="*/ 925524 h 2829996"/>
                <a:gd name="connsiteX3" fmla="*/ 5860 w 2829852"/>
                <a:gd name="connsiteY3" fmla="*/ 925524 h 2829996"/>
                <a:gd name="connsiteX4" fmla="*/ 100071 w 2829852"/>
                <a:gd name="connsiteY4" fmla="*/ 640801 h 2829996"/>
                <a:gd name="connsiteX5" fmla="*/ 100071 w 2829852"/>
                <a:gd name="connsiteY5" fmla="*/ 640801 h 2829996"/>
                <a:gd name="connsiteX6" fmla="*/ 2577146 w 2829852"/>
                <a:gd name="connsiteY6" fmla="*/ 127755 h 2829996"/>
                <a:gd name="connsiteX7" fmla="*/ 2577146 w 2829852"/>
                <a:gd name="connsiteY7" fmla="*/ 127755 h 2829996"/>
                <a:gd name="connsiteX8" fmla="*/ 2776641 w 2829852"/>
                <a:gd name="connsiteY8" fmla="*/ 351690 h 2829996"/>
                <a:gd name="connsiteX9" fmla="*/ 2776641 w 2829852"/>
                <a:gd name="connsiteY9" fmla="*/ 351690 h 2829996"/>
                <a:gd name="connsiteX10" fmla="*/ 1982840 w 2829852"/>
                <a:gd name="connsiteY10" fmla="*/ 2753981 h 2829996"/>
                <a:gd name="connsiteX11" fmla="*/ 1982840 w 2829852"/>
                <a:gd name="connsiteY11" fmla="*/ 2753981 h 2829996"/>
                <a:gd name="connsiteX12" fmla="*/ 1688716 w 2829852"/>
                <a:gd name="connsiteY12" fmla="*/ 2814352 h 2829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9852" h="2829996">
                  <a:moveTo>
                    <a:pt x="1688716" y="2814352"/>
                  </a:moveTo>
                  <a:lnTo>
                    <a:pt x="1688716" y="2814352"/>
                  </a:lnTo>
                  <a:cubicBezTo>
                    <a:pt x="830660" y="2530526"/>
                    <a:pt x="189165" y="1810528"/>
                    <a:pt x="5860" y="925524"/>
                  </a:cubicBezTo>
                  <a:lnTo>
                    <a:pt x="5860" y="925524"/>
                  </a:lnTo>
                  <a:cubicBezTo>
                    <a:pt x="-15886" y="820596"/>
                    <a:pt x="20043" y="712055"/>
                    <a:pt x="100071" y="640801"/>
                  </a:cubicBezTo>
                  <a:lnTo>
                    <a:pt x="100071" y="640801"/>
                  </a:lnTo>
                  <a:cubicBezTo>
                    <a:pt x="774823" y="39560"/>
                    <a:pt x="1719090" y="-156028"/>
                    <a:pt x="2577146" y="127755"/>
                  </a:cubicBezTo>
                  <a:lnTo>
                    <a:pt x="2577146" y="127755"/>
                  </a:lnTo>
                  <a:cubicBezTo>
                    <a:pt x="2678857" y="161408"/>
                    <a:pt x="2754915" y="246783"/>
                    <a:pt x="2776641" y="351690"/>
                  </a:cubicBezTo>
                  <a:lnTo>
                    <a:pt x="2776641" y="351690"/>
                  </a:lnTo>
                  <a:cubicBezTo>
                    <a:pt x="2960322" y="1236778"/>
                    <a:pt x="2657696" y="2152594"/>
                    <a:pt x="1982840" y="2753981"/>
                  </a:cubicBezTo>
                  <a:lnTo>
                    <a:pt x="1982840" y="2753981"/>
                  </a:lnTo>
                  <a:cubicBezTo>
                    <a:pt x="1902667" y="2825298"/>
                    <a:pt x="1790490" y="2848318"/>
                    <a:pt x="1688716" y="2814352"/>
                  </a:cubicBezTo>
                  <a:close/>
                </a:path>
              </a:pathLst>
            </a:custGeom>
            <a:solidFill>
              <a:schemeClr val="accent1"/>
            </a:solidFill>
            <a:ln w="208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a:ea typeface="宋体" panose="02010600030101010101" pitchFamily="2" charset="-122"/>
                <a:cs typeface="Arial"/>
              </a:endParaRPr>
            </a:p>
          </p:txBody>
        </p:sp>
        <p:sp>
          <p:nvSpPr>
            <p:cNvPr id="2" name="图形 2"/>
            <p:cNvSpPr/>
            <p:nvPr/>
          </p:nvSpPr>
          <p:spPr>
            <a:xfrm rot="716488">
              <a:off x="1401882" y="975688"/>
              <a:ext cx="1242218" cy="1173592"/>
            </a:xfrm>
            <a:custGeom>
              <a:avLst/>
              <a:gdLst>
                <a:gd name="connsiteX0" fmla="*/ 1688716 w 2829852"/>
                <a:gd name="connsiteY0" fmla="*/ 2814352 h 2829996"/>
                <a:gd name="connsiteX1" fmla="*/ 1688716 w 2829852"/>
                <a:gd name="connsiteY1" fmla="*/ 2814352 h 2829996"/>
                <a:gd name="connsiteX2" fmla="*/ 5860 w 2829852"/>
                <a:gd name="connsiteY2" fmla="*/ 925524 h 2829996"/>
                <a:gd name="connsiteX3" fmla="*/ 5860 w 2829852"/>
                <a:gd name="connsiteY3" fmla="*/ 925524 h 2829996"/>
                <a:gd name="connsiteX4" fmla="*/ 100071 w 2829852"/>
                <a:gd name="connsiteY4" fmla="*/ 640801 h 2829996"/>
                <a:gd name="connsiteX5" fmla="*/ 100071 w 2829852"/>
                <a:gd name="connsiteY5" fmla="*/ 640801 h 2829996"/>
                <a:gd name="connsiteX6" fmla="*/ 2577146 w 2829852"/>
                <a:gd name="connsiteY6" fmla="*/ 127755 h 2829996"/>
                <a:gd name="connsiteX7" fmla="*/ 2577146 w 2829852"/>
                <a:gd name="connsiteY7" fmla="*/ 127755 h 2829996"/>
                <a:gd name="connsiteX8" fmla="*/ 2776641 w 2829852"/>
                <a:gd name="connsiteY8" fmla="*/ 351690 h 2829996"/>
                <a:gd name="connsiteX9" fmla="*/ 2776641 w 2829852"/>
                <a:gd name="connsiteY9" fmla="*/ 351690 h 2829996"/>
                <a:gd name="connsiteX10" fmla="*/ 1982840 w 2829852"/>
                <a:gd name="connsiteY10" fmla="*/ 2753981 h 2829996"/>
                <a:gd name="connsiteX11" fmla="*/ 1982840 w 2829852"/>
                <a:gd name="connsiteY11" fmla="*/ 2753981 h 2829996"/>
                <a:gd name="connsiteX12" fmla="*/ 1688716 w 2829852"/>
                <a:gd name="connsiteY12" fmla="*/ 2814352 h 2829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9852" h="2829996">
                  <a:moveTo>
                    <a:pt x="1688716" y="2814352"/>
                  </a:moveTo>
                  <a:lnTo>
                    <a:pt x="1688716" y="2814352"/>
                  </a:lnTo>
                  <a:cubicBezTo>
                    <a:pt x="830660" y="2530526"/>
                    <a:pt x="189165" y="1810528"/>
                    <a:pt x="5860" y="925524"/>
                  </a:cubicBezTo>
                  <a:lnTo>
                    <a:pt x="5860" y="925524"/>
                  </a:lnTo>
                  <a:cubicBezTo>
                    <a:pt x="-15886" y="820596"/>
                    <a:pt x="20043" y="712055"/>
                    <a:pt x="100071" y="640801"/>
                  </a:cubicBezTo>
                  <a:lnTo>
                    <a:pt x="100071" y="640801"/>
                  </a:lnTo>
                  <a:cubicBezTo>
                    <a:pt x="774823" y="39560"/>
                    <a:pt x="1719090" y="-156028"/>
                    <a:pt x="2577146" y="127755"/>
                  </a:cubicBezTo>
                  <a:lnTo>
                    <a:pt x="2577146" y="127755"/>
                  </a:lnTo>
                  <a:cubicBezTo>
                    <a:pt x="2678857" y="161408"/>
                    <a:pt x="2754915" y="246783"/>
                    <a:pt x="2776641" y="351690"/>
                  </a:cubicBezTo>
                  <a:lnTo>
                    <a:pt x="2776641" y="351690"/>
                  </a:lnTo>
                  <a:cubicBezTo>
                    <a:pt x="2960322" y="1236778"/>
                    <a:pt x="2657696" y="2152594"/>
                    <a:pt x="1982840" y="2753981"/>
                  </a:cubicBezTo>
                  <a:lnTo>
                    <a:pt x="1982840" y="2753981"/>
                  </a:lnTo>
                  <a:cubicBezTo>
                    <a:pt x="1902667" y="2825298"/>
                    <a:pt x="1790490" y="2848318"/>
                    <a:pt x="1688716" y="2814352"/>
                  </a:cubicBezTo>
                  <a:close/>
                </a:path>
              </a:pathLst>
            </a:custGeom>
            <a:solidFill>
              <a:schemeClr val="accent1">
                <a:lumMod val="20000"/>
                <a:lumOff val="80000"/>
              </a:schemeClr>
            </a:solidFill>
            <a:ln w="2088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a:ea typeface="宋体" panose="02010600030101010101" pitchFamily="2" charset="-122"/>
                <a:cs typeface="Arial"/>
              </a:endParaRPr>
            </a:p>
          </p:txBody>
        </p:sp>
      </p:grpSp>
      <p:sp>
        <p:nvSpPr>
          <p:cNvPr id="13" name="Text1"/>
          <p:cNvSpPr txBox="1"/>
          <p:nvPr>
            <p:custDataLst>
              <p:tags r:id="rId2"/>
            </p:custDataLst>
          </p:nvPr>
        </p:nvSpPr>
        <p:spPr>
          <a:xfrm>
            <a:off x="345095" y="287410"/>
            <a:ext cx="11135705" cy="720348"/>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0"/>
              </a:spcBef>
              <a:spcAft>
                <a:spcPct val="0"/>
              </a:spcAft>
              <a:buClrTx/>
              <a:buSzTx/>
              <a:buFontTx/>
              <a:buNone/>
              <a:tabLst/>
              <a:defRPr/>
            </a:pPr>
            <a:r>
              <a:rPr kumimoji="0" lang="en-US" altLang="zh-CN" sz="3200"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马克思主义科学社会主义的基本理念和实践路径</a:t>
            </a:r>
          </a:p>
        </p:txBody>
      </p:sp>
      <p:sp>
        <p:nvSpPr>
          <p:cNvPr id="14" name="Text2"/>
          <p:cNvSpPr/>
          <p:nvPr/>
        </p:nvSpPr>
        <p:spPr>
          <a:xfrm>
            <a:off x="381635" y="1277620"/>
            <a:ext cx="11272520" cy="5208905"/>
          </a:xfrm>
          <a:prstGeom prst="rect">
            <a:avLst/>
          </a:prstGeom>
          <a:ln>
            <a:noFill/>
          </a:ln>
        </p:spPr>
        <p:txBody>
          <a:bodyPr wrap="square">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300"/>
              </a:spcBef>
              <a:spcAft>
                <a:spcPts val="300"/>
              </a:spcAft>
              <a:buClrTx/>
              <a:buSzTx/>
              <a:buFontTx/>
              <a:buNone/>
              <a:tabLst/>
              <a:defRPr/>
            </a:pPr>
            <a:r>
              <a:rPr kumimoji="0" lang="zh-CN" altLang="en-US" sz="1400" b="0" i="0" u="none" strike="noStrike" kern="1200" cap="none" spc="0" normalizeH="0" baseline="0" noProof="0">
                <a:ln>
                  <a:noFill/>
                </a:ln>
                <a:solidFill>
                  <a:srgbClr val="E3B04B"/>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马克思主义核心理念</a:t>
            </a:r>
          </a:p>
          <a:p>
            <a:pPr marL="0" marR="0" lvl="0" indent="0" algn="just" defTabSz="914400" rtl="0" eaLnBrk="1" fontAlgn="auto" latinLnBrk="0" hangingPunct="1">
              <a:lnSpc>
                <a:spcPct val="150000"/>
              </a:lnSpc>
              <a:spcBef>
                <a:spcPts val="300"/>
              </a:spcBef>
              <a:spcAft>
                <a:spcPts val="300"/>
              </a:spcAft>
              <a:buClrTx/>
              <a:buSzTx/>
              <a:buFontTx/>
              <a:buNone/>
              <a:tabLst/>
              <a:defRPr/>
            </a:pPr>
            <a:r>
              <a:rPr kumimoji="0" lang="zh-CN" altLang="en-US" sz="1400" b="0" i="0" u="none" strike="noStrike" kern="1200" cap="none" spc="0" normalizeH="0" baseline="0" noProof="0">
                <a:ln>
                  <a:noFill/>
                </a:ln>
                <a:solidFill>
                  <a:srgbClr val="FFFAF0"/>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马克思主义科学社会主义的基本理念在于通过公有制和计划经济，实现公平正义的社会。</a:t>
            </a:r>
          </a:p>
          <a:p>
            <a:pPr marL="0" marR="0" lvl="0" indent="0" algn="just" defTabSz="914400" rtl="0" eaLnBrk="1" fontAlgn="auto" latinLnBrk="0" hangingPunct="1">
              <a:lnSpc>
                <a:spcPct val="150000"/>
              </a:lnSpc>
              <a:spcBef>
                <a:spcPts val="300"/>
              </a:spcBef>
              <a:spcAft>
                <a:spcPts val="300"/>
              </a:spcAft>
              <a:buClrTx/>
              <a:buSzTx/>
              <a:buFontTx/>
              <a:buNone/>
              <a:tabLst/>
              <a:defRPr/>
            </a:pPr>
            <a:r>
              <a:rPr kumimoji="0" lang="zh-CN" altLang="en-US" sz="1400" b="0" i="0" u="none" strike="noStrike" kern="1200" cap="none" spc="0" normalizeH="0" baseline="0" noProof="0">
                <a:ln>
                  <a:noFill/>
                </a:ln>
                <a:solidFill>
                  <a:srgbClr val="E3B04B"/>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马克思主义实践路径</a:t>
            </a:r>
          </a:p>
          <a:p>
            <a:pPr marL="0" marR="0" lvl="0" indent="0" algn="just" defTabSz="914400" rtl="0" eaLnBrk="1" fontAlgn="auto" latinLnBrk="0" hangingPunct="1">
              <a:lnSpc>
                <a:spcPct val="150000"/>
              </a:lnSpc>
              <a:spcBef>
                <a:spcPts val="300"/>
              </a:spcBef>
              <a:spcAft>
                <a:spcPts val="300"/>
              </a:spcAft>
              <a:buClrTx/>
              <a:buSzTx/>
              <a:buFontTx/>
              <a:buNone/>
              <a:tabLst/>
              <a:defRPr/>
            </a:pPr>
            <a:r>
              <a:rPr kumimoji="0" lang="zh-CN" altLang="en-US" sz="1400" b="0" i="0" u="none" strike="noStrike" kern="1200" cap="none" spc="0" normalizeH="0" baseline="0" noProof="0">
                <a:ln>
                  <a:noFill/>
                </a:ln>
                <a:solidFill>
                  <a:srgbClr val="FFFAF0"/>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我国以改革开放为实践路径，逐步推进社会主义现代化建设。</a:t>
            </a:r>
          </a:p>
          <a:p>
            <a:pPr marL="0" marR="0" lvl="0" indent="0" algn="just" defTabSz="914400" rtl="0" eaLnBrk="1" fontAlgn="auto" latinLnBrk="0" hangingPunct="1">
              <a:lnSpc>
                <a:spcPct val="150000"/>
              </a:lnSpc>
              <a:spcBef>
                <a:spcPts val="300"/>
              </a:spcBef>
              <a:spcAft>
                <a:spcPts val="300"/>
              </a:spcAft>
              <a:buClrTx/>
              <a:buSzTx/>
              <a:buFontTx/>
              <a:buNone/>
              <a:tabLst/>
              <a:defRPr/>
            </a:pPr>
            <a:r>
              <a:rPr kumimoji="0" lang="zh-CN" altLang="en-US" sz="1400" b="0" i="0" u="none" strike="noStrike" kern="1200" cap="none" spc="0" normalizeH="0" baseline="0" noProof="0">
                <a:ln>
                  <a:noFill/>
                </a:ln>
                <a:solidFill>
                  <a:srgbClr val="E3B04B"/>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马克思主义全球影响</a:t>
            </a:r>
          </a:p>
          <a:p>
            <a:pPr marL="0" marR="0" lvl="0" indent="0" algn="just" defTabSz="914400" rtl="0" eaLnBrk="1" fontAlgn="auto" latinLnBrk="0" hangingPunct="1">
              <a:lnSpc>
                <a:spcPct val="150000"/>
              </a:lnSpc>
              <a:spcBef>
                <a:spcPts val="300"/>
              </a:spcBef>
              <a:spcAft>
                <a:spcPts val="300"/>
              </a:spcAft>
              <a:buClrTx/>
              <a:buSzTx/>
              <a:buFontTx/>
              <a:buNone/>
              <a:tabLst/>
              <a:defRPr/>
            </a:pPr>
            <a:r>
              <a:rPr kumimoji="0" lang="zh-CN" altLang="en-US" sz="1400" b="0" i="0" u="none" strike="noStrike" kern="1200" cap="none" spc="0" normalizeH="0" baseline="0" noProof="0">
                <a:ln>
                  <a:noFill/>
                </a:ln>
                <a:solidFill>
                  <a:srgbClr val="FFFAF0"/>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据数据显示，全球有超过100个国家实行马克思主义政策。</a:t>
            </a:r>
          </a:p>
          <a:p>
            <a:pPr marL="0" marR="0" lvl="0" indent="0" algn="just" defTabSz="914400" rtl="0" eaLnBrk="1" fontAlgn="auto" latinLnBrk="0" hangingPunct="1">
              <a:lnSpc>
                <a:spcPct val="150000"/>
              </a:lnSpc>
              <a:spcBef>
                <a:spcPts val="300"/>
              </a:spcBef>
              <a:spcAft>
                <a:spcPts val="300"/>
              </a:spcAft>
              <a:buClrTx/>
              <a:buSzTx/>
              <a:buFontTx/>
              <a:buNone/>
              <a:tabLst/>
              <a:defRPr/>
            </a:pPr>
            <a:r>
              <a:rPr kumimoji="0" lang="zh-CN" altLang="en-US" sz="1400" b="0" i="0" u="none" strike="noStrike" kern="1200" cap="none" spc="0" normalizeH="0" baseline="0" noProof="0">
                <a:ln>
                  <a:noFill/>
                </a:ln>
                <a:solidFill>
                  <a:srgbClr val="E3B04B"/>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马克思主义在中国的实践</a:t>
            </a:r>
          </a:p>
          <a:p>
            <a:pPr marL="0" marR="0" lvl="0" indent="0" algn="just" defTabSz="914400" rtl="0" eaLnBrk="1" fontAlgn="auto" latinLnBrk="0" hangingPunct="1">
              <a:lnSpc>
                <a:spcPct val="150000"/>
              </a:lnSpc>
              <a:spcBef>
                <a:spcPts val="300"/>
              </a:spcBef>
              <a:spcAft>
                <a:spcPts val="300"/>
              </a:spcAft>
              <a:buClrTx/>
              <a:buSzTx/>
              <a:buFontTx/>
              <a:buNone/>
              <a:tabLst/>
              <a:defRPr/>
            </a:pPr>
            <a:r>
              <a:rPr kumimoji="0" lang="zh-CN" altLang="en-US" sz="1400" b="0" i="0" u="none" strike="noStrike" kern="1200" cap="none" spc="0" normalizeH="0" baseline="0" noProof="0">
                <a:ln>
                  <a:noFill/>
                </a:ln>
                <a:solidFill>
                  <a:srgbClr val="FFFAF0"/>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我国自1949年以来，坚持马克思主义指导思想，实现了从贫穷落后到全面小康的历史性跨越。</a:t>
            </a:r>
          </a:p>
        </p:txBody>
      </p:sp>
    </p:spTree>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40259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panose="020F0502020204030204"/>
                <a:ea typeface="+mn-ea"/>
                <a:cs typeface="+mn-cs"/>
              </a:defRPr>
            </a:lvl1pPr>
            <a:lvl2pPr marL="457200" algn="l" defTabSz="914400" rtl="0" eaLnBrk="1" latinLnBrk="0" hangingPunct="1">
              <a:defRPr sz="1800" kern="1200">
                <a:solidFill>
                  <a:srgbClr val="FFFFFF"/>
                </a:solidFill>
                <a:latin typeface="Calibri" panose="020F0502020204030204"/>
                <a:ea typeface="+mn-ea"/>
                <a:cs typeface="+mn-cs"/>
              </a:defRPr>
            </a:lvl2pPr>
            <a:lvl3pPr marL="914400" algn="l" defTabSz="914400" rtl="0" eaLnBrk="1" latinLnBrk="0" hangingPunct="1">
              <a:defRPr sz="1800" kern="1200">
                <a:solidFill>
                  <a:srgbClr val="FFFFFF"/>
                </a:solidFill>
                <a:latin typeface="Calibri" panose="020F0502020204030204"/>
                <a:ea typeface="+mn-ea"/>
                <a:cs typeface="+mn-cs"/>
              </a:defRPr>
            </a:lvl3pPr>
            <a:lvl4pPr marL="1371600" algn="l" defTabSz="914400" rtl="0" eaLnBrk="1" latinLnBrk="0" hangingPunct="1">
              <a:defRPr sz="1800" kern="1200">
                <a:solidFill>
                  <a:srgbClr val="FFFFFF"/>
                </a:solidFill>
                <a:latin typeface="Calibri" panose="020F0502020204030204"/>
                <a:ea typeface="+mn-ea"/>
                <a:cs typeface="+mn-cs"/>
              </a:defRPr>
            </a:lvl4pPr>
            <a:lvl5pPr marL="1828800" algn="l" defTabSz="914400" rtl="0" eaLnBrk="1" latinLnBrk="0" hangingPunct="1">
              <a:defRPr sz="1800" kern="1200">
                <a:solidFill>
                  <a:srgbClr val="FFFFFF"/>
                </a:solidFill>
                <a:latin typeface="Calibri" panose="020F0502020204030204"/>
                <a:ea typeface="+mn-ea"/>
                <a:cs typeface="+mn-cs"/>
              </a:defRPr>
            </a:lvl5pPr>
            <a:lvl6pPr marL="2286000" algn="l" defTabSz="914400" rtl="0" eaLnBrk="1" latinLnBrk="0" hangingPunct="1">
              <a:defRPr sz="1800" kern="1200">
                <a:solidFill>
                  <a:srgbClr val="FFFFFF"/>
                </a:solidFill>
                <a:latin typeface="Calibri" panose="020F0502020204030204"/>
                <a:ea typeface="+mn-ea"/>
                <a:cs typeface="+mn-cs"/>
              </a:defRPr>
            </a:lvl6pPr>
            <a:lvl7pPr marL="2743200" algn="l" defTabSz="914400" rtl="0" eaLnBrk="1" latinLnBrk="0" hangingPunct="1">
              <a:defRPr sz="1800" kern="1200">
                <a:solidFill>
                  <a:srgbClr val="FFFFFF"/>
                </a:solidFill>
                <a:latin typeface="Calibri" panose="020F0502020204030204"/>
                <a:ea typeface="+mn-ea"/>
                <a:cs typeface="+mn-cs"/>
              </a:defRPr>
            </a:lvl7pPr>
            <a:lvl8pPr marL="3200400" algn="l" defTabSz="914400" rtl="0" eaLnBrk="1" latinLnBrk="0" hangingPunct="1">
              <a:defRPr sz="1800" kern="1200">
                <a:solidFill>
                  <a:srgbClr val="FFFFFF"/>
                </a:solidFill>
                <a:latin typeface="Calibri" panose="020F0502020204030204"/>
                <a:ea typeface="+mn-ea"/>
                <a:cs typeface="+mn-cs"/>
              </a:defRPr>
            </a:lvl8pPr>
            <a:lvl9pPr marL="3657600" algn="l" defTabSz="914400" rtl="0" eaLnBrk="1" latinLnBrk="0" hangingPunct="1">
              <a:defRPr sz="1800" kern="1200">
                <a:solidFill>
                  <a:srgbClr val="FFFFFF"/>
                </a:solidFill>
                <a:latin typeface="Calibri" panose="020F0502020204030204"/>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Arial"/>
            </a:endParaRPr>
          </a:p>
        </p:txBody>
      </p:sp>
      <p:sp>
        <p:nvSpPr>
          <p:cNvPr id="5" name="圆: 空心 4"/>
          <p:cNvSpPr/>
          <p:nvPr/>
        </p:nvSpPr>
        <p:spPr>
          <a:xfrm rot="6489695">
            <a:off x="-5259162" y="-1140007"/>
            <a:ext cx="9307710" cy="9307710"/>
          </a:xfrm>
          <a:prstGeom prst="donut">
            <a:avLst>
              <a:gd name="adj" fmla="val 27538"/>
            </a:avLst>
          </a:prstGeom>
          <a:gradFill>
            <a:gsLst>
              <a:gs pos="0">
                <a:schemeClr val="accent1">
                  <a:lumMod val="20000"/>
                  <a:lumOff val="80000"/>
                </a:schemeClr>
              </a:gs>
              <a:gs pos="7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panose="020F0502020204030204"/>
                <a:ea typeface="+mn-ea"/>
                <a:cs typeface="+mn-cs"/>
              </a:defRPr>
            </a:lvl1pPr>
            <a:lvl2pPr marL="457200" algn="l" defTabSz="914400" rtl="0" eaLnBrk="1" latinLnBrk="0" hangingPunct="1">
              <a:defRPr sz="1800" kern="1200">
                <a:solidFill>
                  <a:srgbClr val="FFFFFF"/>
                </a:solidFill>
                <a:latin typeface="Calibri" panose="020F0502020204030204"/>
                <a:ea typeface="+mn-ea"/>
                <a:cs typeface="+mn-cs"/>
              </a:defRPr>
            </a:lvl2pPr>
            <a:lvl3pPr marL="914400" algn="l" defTabSz="914400" rtl="0" eaLnBrk="1" latinLnBrk="0" hangingPunct="1">
              <a:defRPr sz="1800" kern="1200">
                <a:solidFill>
                  <a:srgbClr val="FFFFFF"/>
                </a:solidFill>
                <a:latin typeface="Calibri" panose="020F0502020204030204"/>
                <a:ea typeface="+mn-ea"/>
                <a:cs typeface="+mn-cs"/>
              </a:defRPr>
            </a:lvl3pPr>
            <a:lvl4pPr marL="1371600" algn="l" defTabSz="914400" rtl="0" eaLnBrk="1" latinLnBrk="0" hangingPunct="1">
              <a:defRPr sz="1800" kern="1200">
                <a:solidFill>
                  <a:srgbClr val="FFFFFF"/>
                </a:solidFill>
                <a:latin typeface="Calibri" panose="020F0502020204030204"/>
                <a:ea typeface="+mn-ea"/>
                <a:cs typeface="+mn-cs"/>
              </a:defRPr>
            </a:lvl4pPr>
            <a:lvl5pPr marL="1828800" algn="l" defTabSz="914400" rtl="0" eaLnBrk="1" latinLnBrk="0" hangingPunct="1">
              <a:defRPr sz="1800" kern="1200">
                <a:solidFill>
                  <a:srgbClr val="FFFFFF"/>
                </a:solidFill>
                <a:latin typeface="Calibri" panose="020F0502020204030204"/>
                <a:ea typeface="+mn-ea"/>
                <a:cs typeface="+mn-cs"/>
              </a:defRPr>
            </a:lvl5pPr>
            <a:lvl6pPr marL="2286000" algn="l" defTabSz="914400" rtl="0" eaLnBrk="1" latinLnBrk="0" hangingPunct="1">
              <a:defRPr sz="1800" kern="1200">
                <a:solidFill>
                  <a:srgbClr val="FFFFFF"/>
                </a:solidFill>
                <a:latin typeface="Calibri" panose="020F0502020204030204"/>
                <a:ea typeface="+mn-ea"/>
                <a:cs typeface="+mn-cs"/>
              </a:defRPr>
            </a:lvl6pPr>
            <a:lvl7pPr marL="2743200" algn="l" defTabSz="914400" rtl="0" eaLnBrk="1" latinLnBrk="0" hangingPunct="1">
              <a:defRPr sz="1800" kern="1200">
                <a:solidFill>
                  <a:srgbClr val="FFFFFF"/>
                </a:solidFill>
                <a:latin typeface="Calibri" panose="020F0502020204030204"/>
                <a:ea typeface="+mn-ea"/>
                <a:cs typeface="+mn-cs"/>
              </a:defRPr>
            </a:lvl7pPr>
            <a:lvl8pPr marL="3200400" algn="l" defTabSz="914400" rtl="0" eaLnBrk="1" latinLnBrk="0" hangingPunct="1">
              <a:defRPr sz="1800" kern="1200">
                <a:solidFill>
                  <a:srgbClr val="FFFFFF"/>
                </a:solidFill>
                <a:latin typeface="Calibri" panose="020F0502020204030204"/>
                <a:ea typeface="+mn-ea"/>
                <a:cs typeface="+mn-cs"/>
              </a:defRPr>
            </a:lvl8pPr>
            <a:lvl9pPr marL="3657600" algn="l" defTabSz="914400" rtl="0" eaLnBrk="1" latinLnBrk="0" hangingPunct="1">
              <a:defRPr sz="1800" kern="1200">
                <a:solidFill>
                  <a:srgbClr val="FFFFFF"/>
                </a:solidFill>
                <a:latin typeface="Calibri" panose="020F0502020204030204"/>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Arial"/>
            </a:endParaRPr>
          </a:p>
        </p:txBody>
      </p:sp>
      <p:grpSp>
        <p:nvGrpSpPr>
          <p:cNvPr id="2" name="Text20">
            <a:extLst>
              <a:ext uri="{FF2B5EF4-FFF2-40B4-BE49-F238E27FC236}">
                <a16:creationId xmlns:a16="http://schemas.microsoft.com/office/drawing/2014/main" id="{A7255275-F766-B1B6-C8D1-69E956F43002}"/>
              </a:ext>
            </a:extLst>
          </p:cNvPr>
          <p:cNvGrpSpPr/>
          <p:nvPr/>
        </p:nvGrpSpPr>
        <p:grpSpPr>
          <a:xfrm>
            <a:off x="5725670" y="7238893"/>
            <a:ext cx="5996431" cy="798619"/>
            <a:chOff x="4804784" y="1449588"/>
            <a:chExt cx="5996431" cy="798619"/>
          </a:xfrm>
        </p:grpSpPr>
        <p:sp>
          <p:nvSpPr>
            <p:cNvPr id="3" name="Text17">
              <a:extLst>
                <a:ext uri="{FF2B5EF4-FFF2-40B4-BE49-F238E27FC236}">
                  <a16:creationId xmlns:a16="http://schemas.microsoft.com/office/drawing/2014/main" id="{F08F5B3C-365F-DBC3-573F-20F2E2796479}"/>
                </a:ext>
              </a:extLst>
            </p:cNvPr>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000" dirty="0" err="1">
                  <a:solidFill>
                    <a:schemeClr val="bg2"/>
                  </a:solidFill>
                  <a:latin typeface="微软雅黑" panose="020B0503020204020204" pitchFamily="34" charset="-122"/>
                  <a:ea typeface="微软雅黑" panose="020B0503020204020204" pitchFamily="34" charset="-122"/>
                </a:rPr>
                <a:t>从马克思主义的实践观视角出发，探讨人类认识世界和改造世界的深刻原理</a:t>
              </a:r>
              <a:r>
                <a:rPr lang="en-US" altLang="ko-KR" sz="1000" dirty="0">
                  <a:solidFill>
                    <a:schemeClr val="bg2"/>
                  </a:solidFill>
                  <a:latin typeface="微软雅黑" panose="020B0503020204020204" pitchFamily="34" charset="-122"/>
                  <a:ea typeface="微软雅黑" panose="020B0503020204020204" pitchFamily="34" charset="-122"/>
                </a:rPr>
                <a:t>。</a:t>
              </a:r>
            </a:p>
          </p:txBody>
        </p:sp>
        <p:sp>
          <p:nvSpPr>
            <p:cNvPr id="6" name="Text18">
              <a:extLst>
                <a:ext uri="{FF2B5EF4-FFF2-40B4-BE49-F238E27FC236}">
                  <a16:creationId xmlns:a16="http://schemas.microsoft.com/office/drawing/2014/main" id="{C8EF4203-32FD-08AC-C3CA-84A135116F02}"/>
                </a:ext>
              </a:extLst>
            </p:cNvPr>
            <p:cNvSpPr txBox="1"/>
            <p:nvPr/>
          </p:nvSpPr>
          <p:spPr>
            <a:xfrm>
              <a:off x="5614494" y="1449588"/>
              <a:ext cx="4989681" cy="400110"/>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b="1" dirty="0" err="1">
                  <a:latin typeface="微软雅黑" panose="020B0503020204020204" pitchFamily="34" charset="-122"/>
                  <a:ea typeface="微软雅黑" panose="020B0503020204020204" pitchFamily="34" charset="-122"/>
                </a:rPr>
                <a:t>马克思主义的实践观视角下的认识与改造</a:t>
              </a:r>
              <a:endParaRPr lang="en-US" altLang="ko-KR" b="1" dirty="0">
                <a:latin typeface="微软雅黑" panose="020B0503020204020204" pitchFamily="34" charset="-122"/>
                <a:ea typeface="微软雅黑" panose="020B0503020204020204" pitchFamily="34" charset="-122"/>
              </a:endParaRPr>
            </a:p>
          </p:txBody>
        </p:sp>
        <p:sp>
          <p:nvSpPr>
            <p:cNvPr id="7" name="Text19">
              <a:extLst>
                <a:ext uri="{FF2B5EF4-FFF2-40B4-BE49-F238E27FC236}">
                  <a16:creationId xmlns:a16="http://schemas.microsoft.com/office/drawing/2014/main" id="{1B6DC7D2-6DD4-FF14-0A3F-44573EF0CF8F}"/>
                </a:ext>
              </a:extLst>
            </p:cNvPr>
            <p:cNvSpPr txBox="1"/>
            <p:nvPr/>
          </p:nvSpPr>
          <p:spPr>
            <a:xfrm>
              <a:off x="4804784" y="1449986"/>
              <a:ext cx="729687" cy="523220"/>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latin typeface="微软雅黑" panose="020B0503020204020204" pitchFamily="34" charset="-122"/>
                  <a:ea typeface="微软雅黑" panose="020B0503020204020204" pitchFamily="34" charset="-122"/>
                </a:rPr>
                <a:t>05.</a:t>
              </a:r>
            </a:p>
          </p:txBody>
        </p:sp>
      </p:grpSp>
    </p:spTree>
    <p:extLst>
      <p:ext uri="{BB962C8B-B14F-4D97-AF65-F5344CB8AC3E}">
        <p14:creationId xmlns:p14="http://schemas.microsoft.com/office/powerpoint/2010/main" val="11617473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4.79167E-6 2.59259E-6 L -0.00286 -0.59838 " pathEditMode="relative" rAng="0" ptsTypes="AA">
                                      <p:cBhvr>
                                        <p:cTn id="6" dur="2000" fill="hold"/>
                                        <p:tgtEl>
                                          <p:spTgt spid="2"/>
                                        </p:tgtEl>
                                        <p:attrNameLst>
                                          <p:attrName>ppt_x</p:attrName>
                                          <p:attrName>ppt_y</p:attrName>
                                        </p:attrNameLst>
                                      </p:cBhvr>
                                      <p:rCtr x="-143" y="-299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2"/>
          <p:cNvSpPr/>
          <p:nvPr/>
        </p:nvSpPr>
        <p:spPr>
          <a:xfrm>
            <a:off x="406800" y="0"/>
            <a:ext cx="813600" cy="813600"/>
          </a:xfrm>
          <a:prstGeom prst="rect">
            <a:avLst/>
          </a:prstGeom>
          <a:solidFill>
            <a:schemeClr val="accent1"/>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2000" b="0" i="0" u="none" strike="noStrike" kern="1200" cap="none" spc="0" normalizeH="0" baseline="0" noProof="0">
              <a:ln>
                <a:noFill/>
              </a:ln>
              <a:solidFill>
                <a:srgbClr val="FFFFFF"/>
              </a:solidFill>
              <a:effectLst/>
              <a:uLnTx/>
              <a:uFillTx/>
              <a:latin typeface="Calibri"/>
              <a:cs typeface="Arial"/>
            </a:endParaRPr>
          </a:p>
        </p:txBody>
      </p:sp>
      <p:sp>
        <p:nvSpPr>
          <p:cNvPr id="8" name="Text3"/>
          <p:cNvSpPr txBox="1"/>
          <p:nvPr/>
        </p:nvSpPr>
        <p:spPr>
          <a:xfrm>
            <a:off x="689116" y="2353991"/>
            <a:ext cx="1722527" cy="1866900"/>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0"/>
              </a:spcBef>
              <a:spcAft>
                <a:spcPts val="0"/>
              </a:spcAft>
              <a:buClrTx/>
              <a:buSzTx/>
              <a:buFontTx/>
              <a:buNone/>
              <a:tabLst/>
              <a:defRPr/>
            </a:pPr>
            <a:r>
              <a:rPr kumimoji="0" lang="en-US" altLang="zh-CN" sz="8800" b="1" i="0" u="none" strike="noStrike" kern="1200" cap="none" spc="0" normalizeH="0" baseline="0" noProof="0" dirty="0">
                <a:ln>
                  <a:noFill/>
                </a:ln>
                <a:solidFill>
                  <a:srgbClr val="E3B04B"/>
                </a:solidFill>
                <a:effectLst/>
                <a:uLnTx/>
                <a:uFillTx/>
                <a:latin typeface="微软雅黑" panose="020B0503020204020204" pitchFamily="34" charset="-122"/>
                <a:ea typeface="微软雅黑" panose="020B0503020204020204" pitchFamily="34" charset="-122"/>
                <a:cs typeface="Arial"/>
              </a:rPr>
              <a:t>0</a:t>
            </a:r>
            <a:r>
              <a:rPr lang="en-US" altLang="zh-CN" sz="8800" b="1" dirty="0">
                <a:solidFill>
                  <a:srgbClr val="E3B04B"/>
                </a:solidFill>
                <a:latin typeface="微软雅黑" panose="020B0503020204020204" pitchFamily="34" charset="-122"/>
                <a:ea typeface="微软雅黑" panose="020B0503020204020204" pitchFamily="34" charset="-122"/>
                <a:cs typeface="Arial"/>
              </a:rPr>
              <a:t>5</a:t>
            </a:r>
            <a:endParaRPr kumimoji="0" lang="en-US" altLang="zh-CN" sz="8800" b="1" i="0" u="none" strike="noStrike" kern="1200" cap="none" spc="0" normalizeH="0" baseline="0" noProof="0" dirty="0">
              <a:ln>
                <a:noFill/>
              </a:ln>
              <a:solidFill>
                <a:srgbClr val="E3B04B"/>
              </a:solidFill>
              <a:effectLst/>
              <a:uLnTx/>
              <a:uFillTx/>
              <a:latin typeface="微软雅黑" panose="020B0503020204020204" pitchFamily="34" charset="-122"/>
              <a:ea typeface="微软雅黑" panose="020B0503020204020204" pitchFamily="34" charset="-122"/>
              <a:cs typeface="Arial"/>
            </a:endParaRPr>
          </a:p>
        </p:txBody>
      </p:sp>
      <p:sp>
        <p:nvSpPr>
          <p:cNvPr id="9" name="Shape1"/>
          <p:cNvSpPr txBox="1"/>
          <p:nvPr/>
        </p:nvSpPr>
        <p:spPr>
          <a:xfrm>
            <a:off x="2138713" y="2353991"/>
            <a:ext cx="528447" cy="1866900"/>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0"/>
              </a:spcBef>
              <a:spcAft>
                <a:spcPts val="0"/>
              </a:spcAft>
              <a:buClrTx/>
              <a:buSzTx/>
              <a:buFontTx/>
              <a:buNone/>
              <a:tabLst/>
              <a:defRPr/>
            </a:pPr>
            <a:r>
              <a:rPr kumimoji="0" lang="en-US" altLang="zh-CN" sz="8800" b="1" i="0" u="none" strike="noStrike" kern="1200" cap="none" spc="0" normalizeH="0" baseline="0" noProof="0" dirty="0">
                <a:ln>
                  <a:noFill/>
                </a:ln>
                <a:solidFill>
                  <a:srgbClr val="E3B04B"/>
                </a:solidFill>
                <a:effectLst/>
                <a:uLnTx/>
                <a:uFillTx/>
                <a:latin typeface="微软雅黑" panose="020B0503020204020204" pitchFamily="34" charset="-122"/>
                <a:ea typeface="微软雅黑" panose="020B0503020204020204" pitchFamily="34" charset="-122"/>
                <a:cs typeface="Arial"/>
              </a:rPr>
              <a:t>.</a:t>
            </a:r>
            <a:endParaRPr kumimoji="0" lang="zh-CN" altLang="en-US" sz="8800" b="1" i="0" u="none" strike="noStrike" kern="1200" cap="none" spc="0" normalizeH="0" baseline="0" noProof="0" dirty="0">
              <a:ln>
                <a:noFill/>
              </a:ln>
              <a:solidFill>
                <a:srgbClr val="E3B04B"/>
              </a:solidFill>
              <a:effectLst/>
              <a:uLnTx/>
              <a:uFillTx/>
              <a:latin typeface="微软雅黑" panose="020B0503020204020204" pitchFamily="34" charset="-122"/>
              <a:ea typeface="微软雅黑" panose="020B0503020204020204" pitchFamily="34" charset="-122"/>
              <a:cs typeface="Arial"/>
            </a:endParaRPr>
          </a:p>
        </p:txBody>
      </p:sp>
      <p:grpSp>
        <p:nvGrpSpPr>
          <p:cNvPr id="5" name="Text4">
            <a:extLst>
              <a:ext uri="{FF2B5EF4-FFF2-40B4-BE49-F238E27FC236}">
                <a16:creationId xmlns:a16="http://schemas.microsoft.com/office/drawing/2014/main" id="{63EA981F-C58C-2270-381C-E8835A3D0059}"/>
              </a:ext>
            </a:extLst>
          </p:cNvPr>
          <p:cNvGrpSpPr/>
          <p:nvPr/>
        </p:nvGrpSpPr>
        <p:grpSpPr>
          <a:xfrm>
            <a:off x="3852482" y="2636912"/>
            <a:ext cx="5746784" cy="1866900"/>
            <a:chOff x="5614493" y="1449588"/>
            <a:chExt cx="5186722" cy="798619"/>
          </a:xfrm>
        </p:grpSpPr>
        <p:sp>
          <p:nvSpPr>
            <p:cNvPr id="10" name="Text1">
              <a:extLst>
                <a:ext uri="{FF2B5EF4-FFF2-40B4-BE49-F238E27FC236}">
                  <a16:creationId xmlns:a16="http://schemas.microsoft.com/office/drawing/2014/main" id="{BD199C8E-1B1B-2895-792F-5BDA75600407}"/>
                </a:ext>
              </a:extLst>
            </p:cNvPr>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1400" dirty="0" err="1">
                  <a:solidFill>
                    <a:schemeClr val="bg2"/>
                  </a:solidFill>
                  <a:latin typeface="微软雅黑" panose="020B0503020204020204" pitchFamily="34" charset="-122"/>
                  <a:ea typeface="微软雅黑" panose="020B0503020204020204" pitchFamily="34" charset="-122"/>
                </a:rPr>
                <a:t>从马克思主义的实践观视角出发，探讨人类认识世界和改造世界的深刻原理</a:t>
              </a:r>
              <a:endParaRPr kumimoji="0" lang="en-US" altLang="ko-KR" sz="1000" b="0" i="0" u="none" strike="noStrike" kern="1200" cap="none" spc="0" normalizeH="0" baseline="0" noProof="0" dirty="0">
                <a:ln>
                  <a:noFill/>
                </a:ln>
                <a:solidFill>
                  <a:srgbClr val="FFFAF0"/>
                </a:solidFill>
                <a:effectLst/>
                <a:uLnTx/>
                <a:uFillTx/>
                <a:latin typeface="微软雅黑" panose="020B0503020204020204" pitchFamily="34" charset="-122"/>
                <a:ea typeface="微软雅黑" panose="020B0503020204020204" pitchFamily="34" charset="-122"/>
                <a:cs typeface="Arial"/>
              </a:endParaRPr>
            </a:p>
          </p:txBody>
        </p:sp>
        <p:sp>
          <p:nvSpPr>
            <p:cNvPr id="11" name="Text2">
              <a:extLst>
                <a:ext uri="{FF2B5EF4-FFF2-40B4-BE49-F238E27FC236}">
                  <a16:creationId xmlns:a16="http://schemas.microsoft.com/office/drawing/2014/main" id="{988E81FE-A897-4389-3801-5024D9FE42AF}"/>
                </a:ext>
              </a:extLst>
            </p:cNvPr>
            <p:cNvSpPr txBox="1"/>
            <p:nvPr/>
          </p:nvSpPr>
          <p:spPr>
            <a:xfrm>
              <a:off x="5614493" y="1449588"/>
              <a:ext cx="4989681" cy="400110"/>
            </a:xfrm>
            <a:prstGeom prst="rect">
              <a:avLst/>
            </a:prstGeom>
          </p:spPr>
          <p:txBody>
            <a:bodyPr wrap="square">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dirty="0" err="1">
                  <a:latin typeface="微软雅黑" panose="020B0503020204020204" pitchFamily="34" charset="-122"/>
                  <a:ea typeface="微软雅黑" panose="020B0503020204020204" pitchFamily="34" charset="-122"/>
                </a:rPr>
                <a:t>马克思主义的实践观视角下的认识与改造</a:t>
              </a:r>
              <a:endParaRPr lang="en-US" altLang="ko-KR" sz="2800" b="1"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40190274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2432241"/>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6CE06455-740B-1170-F1EF-E35418C5D5A8}"/>
              </a:ext>
            </a:extLst>
          </p:cNvPr>
          <p:cNvGrpSpPr/>
          <p:nvPr/>
        </p:nvGrpSpPr>
        <p:grpSpPr>
          <a:xfrm rot="19971023">
            <a:off x="5212603" y="1844405"/>
            <a:ext cx="4189676" cy="2189467"/>
            <a:chOff x="5088529" y="2379328"/>
            <a:chExt cx="4189676" cy="2189467"/>
          </a:xfrm>
        </p:grpSpPr>
        <p:sp>
          <p:nvSpPr>
            <p:cNvPr id="21" name="图形 18"/>
            <p:cNvSpPr/>
            <p:nvPr/>
          </p:nvSpPr>
          <p:spPr>
            <a:xfrm rot="1613050">
              <a:off x="5088529" y="2379328"/>
              <a:ext cx="4189676" cy="2081319"/>
            </a:xfrm>
            <a:custGeom>
              <a:avLst/>
              <a:gdLst>
                <a:gd name="connsiteX0" fmla="*/ 2424547 w 2953027"/>
                <a:gd name="connsiteY0" fmla="*/ 182099 h 1466985"/>
                <a:gd name="connsiteX1" fmla="*/ 1983443 w 2953027"/>
                <a:gd name="connsiteY1" fmla="*/ 368695 h 1466985"/>
                <a:gd name="connsiteX2" fmla="*/ 1812756 w 2953027"/>
                <a:gd name="connsiteY2" fmla="*/ 471564 h 1466985"/>
                <a:gd name="connsiteX3" fmla="*/ 1481667 w 2953027"/>
                <a:gd name="connsiteY3" fmla="*/ 469373 h 1466985"/>
                <a:gd name="connsiteX4" fmla="*/ 1378987 w 2953027"/>
                <a:gd name="connsiteY4" fmla="*/ 388125 h 1466985"/>
                <a:gd name="connsiteX5" fmla="*/ 727383 w 2953027"/>
                <a:gd name="connsiteY5" fmla="*/ -1447 h 1466985"/>
                <a:gd name="connsiteX6" fmla="*/ -2233 w 2953027"/>
                <a:gd name="connsiteY6" fmla="*/ 714261 h 1466985"/>
                <a:gd name="connsiteX7" fmla="*/ 713095 w 2953027"/>
                <a:gd name="connsiteY7" fmla="*/ 1465308 h 1466985"/>
                <a:gd name="connsiteX8" fmla="*/ 1382036 w 2953027"/>
                <a:gd name="connsiteY8" fmla="*/ 1069830 h 1466985"/>
                <a:gd name="connsiteX9" fmla="*/ 1488429 w 2953027"/>
                <a:gd name="connsiteY9" fmla="*/ 986486 h 1466985"/>
                <a:gd name="connsiteX10" fmla="*/ 1800373 w 2953027"/>
                <a:gd name="connsiteY10" fmla="*/ 984391 h 1466985"/>
                <a:gd name="connsiteX11" fmla="*/ 1977823 w 2953027"/>
                <a:gd name="connsiteY11" fmla="*/ 1092499 h 1466985"/>
                <a:gd name="connsiteX12" fmla="*/ 2756682 w 2953027"/>
                <a:gd name="connsiteY12" fmla="*/ 1154221 h 1466985"/>
                <a:gd name="connsiteX13" fmla="*/ 2818309 w 2953027"/>
                <a:gd name="connsiteY13" fmla="*/ 375362 h 1466985"/>
                <a:gd name="connsiteX14" fmla="*/ 2424547 w 2953027"/>
                <a:gd name="connsiteY14" fmla="*/ 182099 h 146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53027" h="1466985">
                  <a:moveTo>
                    <a:pt x="2424547" y="182099"/>
                  </a:moveTo>
                  <a:cubicBezTo>
                    <a:pt x="2256715" y="173812"/>
                    <a:pt x="2094313" y="242488"/>
                    <a:pt x="1983443" y="368695"/>
                  </a:cubicBezTo>
                  <a:cubicBezTo>
                    <a:pt x="1938199" y="419367"/>
                    <a:pt x="1878668" y="455277"/>
                    <a:pt x="1812756" y="471564"/>
                  </a:cubicBezTo>
                  <a:cubicBezTo>
                    <a:pt x="1704074" y="499187"/>
                    <a:pt x="1590060" y="498425"/>
                    <a:pt x="1481667" y="469373"/>
                  </a:cubicBezTo>
                  <a:cubicBezTo>
                    <a:pt x="1437660" y="457753"/>
                    <a:pt x="1400418" y="428321"/>
                    <a:pt x="1378987" y="388125"/>
                  </a:cubicBezTo>
                  <a:cubicBezTo>
                    <a:pt x="1251162" y="147238"/>
                    <a:pt x="1000082" y="-2876"/>
                    <a:pt x="727383" y="-1447"/>
                  </a:cubicBezTo>
                  <a:cubicBezTo>
                    <a:pt x="332856" y="458"/>
                    <a:pt x="7101" y="319831"/>
                    <a:pt x="-2233" y="714261"/>
                  </a:cubicBezTo>
                  <a:cubicBezTo>
                    <a:pt x="-12140" y="1119169"/>
                    <a:pt x="308187" y="1455497"/>
                    <a:pt x="713095" y="1465308"/>
                  </a:cubicBezTo>
                  <a:cubicBezTo>
                    <a:pt x="993320" y="1472166"/>
                    <a:pt x="1252972" y="1318718"/>
                    <a:pt x="1382036" y="1069830"/>
                  </a:cubicBezTo>
                  <a:cubicBezTo>
                    <a:pt x="1403941" y="1028110"/>
                    <a:pt x="1442709" y="997820"/>
                    <a:pt x="1488429" y="986486"/>
                  </a:cubicBezTo>
                  <a:cubicBezTo>
                    <a:pt x="1590728" y="960578"/>
                    <a:pt x="1697789" y="959911"/>
                    <a:pt x="1800373" y="984391"/>
                  </a:cubicBezTo>
                  <a:cubicBezTo>
                    <a:pt x="1869525" y="1000678"/>
                    <a:pt x="1931723" y="1038492"/>
                    <a:pt x="1977823" y="1092499"/>
                  </a:cubicBezTo>
                  <a:cubicBezTo>
                    <a:pt x="2175848" y="1324624"/>
                    <a:pt x="2524559" y="1352246"/>
                    <a:pt x="2756682" y="1154221"/>
                  </a:cubicBezTo>
                  <a:cubicBezTo>
                    <a:pt x="2988808" y="956101"/>
                    <a:pt x="3016429" y="607391"/>
                    <a:pt x="2818309" y="375362"/>
                  </a:cubicBezTo>
                  <a:cubicBezTo>
                    <a:pt x="2719345" y="259348"/>
                    <a:pt x="2576851" y="189434"/>
                    <a:pt x="2424547" y="182099"/>
                  </a:cubicBezTo>
                  <a:close/>
                </a:path>
              </a:pathLst>
            </a:custGeom>
            <a:solidFill>
              <a:schemeClr val="tx1"/>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23" name="Freeform 18"/>
            <p:cNvSpPr/>
            <p:nvPr/>
          </p:nvSpPr>
          <p:spPr bwMode="auto">
            <a:xfrm>
              <a:off x="7842340" y="3502153"/>
              <a:ext cx="1061680" cy="1066642"/>
            </a:xfrm>
            <a:custGeom>
              <a:avLst/>
              <a:gdLst>
                <a:gd name="T0" fmla="*/ 181 w 181"/>
                <a:gd name="T1" fmla="*/ 90 h 181"/>
                <a:gd name="T2" fmla="*/ 91 w 181"/>
                <a:gd name="T3" fmla="*/ 181 h 181"/>
                <a:gd name="T4" fmla="*/ 0 w 181"/>
                <a:gd name="T5" fmla="*/ 92 h 181"/>
                <a:gd name="T6" fmla="*/ 89 w 181"/>
                <a:gd name="T7" fmla="*/ 0 h 181"/>
                <a:gd name="T8" fmla="*/ 181 w 181"/>
                <a:gd name="T9" fmla="*/ 90 h 181"/>
              </a:gdLst>
              <a:ahLst/>
              <a:cxnLst>
                <a:cxn ang="0">
                  <a:pos x="T0" y="T1"/>
                </a:cxn>
                <a:cxn ang="0">
                  <a:pos x="T2" y="T3"/>
                </a:cxn>
                <a:cxn ang="0">
                  <a:pos x="T4" y="T5"/>
                </a:cxn>
                <a:cxn ang="0">
                  <a:pos x="T6" y="T7"/>
                </a:cxn>
                <a:cxn ang="0">
                  <a:pos x="T8" y="T9"/>
                </a:cxn>
              </a:cxnLst>
              <a:rect l="0" t="0" r="r" b="b"/>
              <a:pathLst>
                <a:path w="181" h="181">
                  <a:moveTo>
                    <a:pt x="181" y="90"/>
                  </a:moveTo>
                  <a:cubicBezTo>
                    <a:pt x="181" y="139"/>
                    <a:pt x="141" y="180"/>
                    <a:pt x="91" y="181"/>
                  </a:cubicBezTo>
                  <a:cubicBezTo>
                    <a:pt x="42" y="181"/>
                    <a:pt x="1" y="141"/>
                    <a:pt x="0" y="92"/>
                  </a:cubicBezTo>
                  <a:cubicBezTo>
                    <a:pt x="0" y="42"/>
                    <a:pt x="40" y="1"/>
                    <a:pt x="89" y="0"/>
                  </a:cubicBezTo>
                  <a:cubicBezTo>
                    <a:pt x="139" y="0"/>
                    <a:pt x="180" y="40"/>
                    <a:pt x="181" y="90"/>
                  </a:cubicBezTo>
                  <a:close/>
                </a:path>
              </a:pathLst>
            </a:custGeom>
            <a:solidFill>
              <a:schemeClr val="bg1"/>
            </a:solidFill>
            <a:ln>
              <a:noFill/>
            </a:ln>
          </p:spPr>
          <p:txBody>
            <a:bodyPr vert="horz" wrap="square" lIns="91440" tIns="45720" rIns="91440" bIns="4572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4400">
                <a:solidFill>
                  <a:schemeClr val="accent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grpSp>
          <p:nvGrpSpPr>
            <p:cNvPr id="36" name="Shape2"/>
            <p:cNvGrpSpPr/>
            <p:nvPr/>
          </p:nvGrpSpPr>
          <p:grpSpPr>
            <a:xfrm>
              <a:off x="8138021" y="3817009"/>
              <a:ext cx="486000" cy="486000"/>
              <a:chOff x="5997280" y="4101941"/>
              <a:chExt cx="534264" cy="534264"/>
            </a:xfrm>
            <a:solidFill>
              <a:schemeClr val="accent1"/>
            </a:solidFill>
          </p:grpSpPr>
          <p:sp>
            <p:nvSpPr>
              <p:cNvPr id="37" name="任意多边形: 形状 245"/>
              <p:cNvSpPr/>
              <p:nvPr/>
            </p:nvSpPr>
            <p:spPr>
              <a:xfrm>
                <a:off x="5997280" y="4101941"/>
                <a:ext cx="534264" cy="534264"/>
              </a:xfrm>
              <a:custGeom>
                <a:avLst/>
                <a:gdLst>
                  <a:gd name="connsiteX0" fmla="*/ 267118 w 534264"/>
                  <a:gd name="connsiteY0" fmla="*/ 534082 h 534264"/>
                  <a:gd name="connsiteX1" fmla="*/ -45 w 534264"/>
                  <a:gd name="connsiteY1" fmla="*/ 266980 h 534264"/>
                  <a:gd name="connsiteX2" fmla="*/ 267056 w 534264"/>
                  <a:gd name="connsiteY2" fmla="*/ -183 h 534264"/>
                  <a:gd name="connsiteX3" fmla="*/ 534220 w 534264"/>
                  <a:gd name="connsiteY3" fmla="*/ 266918 h 534264"/>
                  <a:gd name="connsiteX4" fmla="*/ 534220 w 534264"/>
                  <a:gd name="connsiteY4" fmla="*/ 266980 h 534264"/>
                  <a:gd name="connsiteX5" fmla="*/ 267118 w 534264"/>
                  <a:gd name="connsiteY5" fmla="*/ 534082 h 534264"/>
                  <a:gd name="connsiteX6" fmla="*/ 267118 w 534264"/>
                  <a:gd name="connsiteY6" fmla="*/ 39935 h 534264"/>
                  <a:gd name="connsiteX7" fmla="*/ 40042 w 534264"/>
                  <a:gd name="connsiteY7" fmla="*/ 266949 h 534264"/>
                  <a:gd name="connsiteX8" fmla="*/ 267056 w 534264"/>
                  <a:gd name="connsiteY8" fmla="*/ 494026 h 534264"/>
                  <a:gd name="connsiteX9" fmla="*/ 494133 w 534264"/>
                  <a:gd name="connsiteY9" fmla="*/ 267011 h 534264"/>
                  <a:gd name="connsiteX10" fmla="*/ 494133 w 534264"/>
                  <a:gd name="connsiteY10" fmla="*/ 266980 h 534264"/>
                  <a:gd name="connsiteX11" fmla="*/ 267118 w 534264"/>
                  <a:gd name="connsiteY11" fmla="*/ 39935 h 534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4264" h="534264">
                    <a:moveTo>
                      <a:pt x="267118" y="534082"/>
                    </a:moveTo>
                    <a:cubicBezTo>
                      <a:pt x="119586" y="534112"/>
                      <a:pt x="-28" y="414499"/>
                      <a:pt x="-45" y="266980"/>
                    </a:cubicBezTo>
                    <a:cubicBezTo>
                      <a:pt x="-62" y="119461"/>
                      <a:pt x="119525" y="-152"/>
                      <a:pt x="267056" y="-183"/>
                    </a:cubicBezTo>
                    <a:cubicBezTo>
                      <a:pt x="414588" y="-214"/>
                      <a:pt x="534201" y="119399"/>
                      <a:pt x="534220" y="266918"/>
                    </a:cubicBezTo>
                    <a:cubicBezTo>
                      <a:pt x="534220" y="266949"/>
                      <a:pt x="534220" y="266949"/>
                      <a:pt x="534220" y="266980"/>
                    </a:cubicBezTo>
                    <a:cubicBezTo>
                      <a:pt x="534050" y="414438"/>
                      <a:pt x="414564" y="533897"/>
                      <a:pt x="267118" y="534082"/>
                    </a:cubicBezTo>
                    <a:close/>
                    <a:moveTo>
                      <a:pt x="267118" y="39935"/>
                    </a:moveTo>
                    <a:cubicBezTo>
                      <a:pt x="141724" y="39904"/>
                      <a:pt x="40059" y="141570"/>
                      <a:pt x="40042" y="266949"/>
                    </a:cubicBezTo>
                    <a:cubicBezTo>
                      <a:pt x="40025" y="392329"/>
                      <a:pt x="141662" y="493995"/>
                      <a:pt x="267056" y="494026"/>
                    </a:cubicBezTo>
                    <a:cubicBezTo>
                      <a:pt x="392451" y="494056"/>
                      <a:pt x="494114" y="392390"/>
                      <a:pt x="494133" y="267011"/>
                    </a:cubicBezTo>
                    <a:cubicBezTo>
                      <a:pt x="494133" y="267011"/>
                      <a:pt x="494133" y="266980"/>
                      <a:pt x="494133" y="266980"/>
                    </a:cubicBezTo>
                    <a:cubicBezTo>
                      <a:pt x="493997" y="141662"/>
                      <a:pt x="392445" y="40089"/>
                      <a:pt x="267118" y="39935"/>
                    </a:cubicBezTo>
                    <a:close/>
                  </a:path>
                </a:pathLst>
              </a:custGeom>
              <a:grpFill/>
              <a:ln w="3083"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200">
                  <a:latin typeface="微软雅黑" panose="020B0503020204020204" pitchFamily="34" charset="-122"/>
                  <a:ea typeface="微软雅黑" panose="020B0503020204020204" pitchFamily="34" charset="-122"/>
                </a:endParaRPr>
              </a:p>
            </p:txBody>
          </p:sp>
          <p:sp>
            <p:nvSpPr>
              <p:cNvPr id="38" name="任意多边形: 形状 246"/>
              <p:cNvSpPr/>
              <p:nvPr/>
            </p:nvSpPr>
            <p:spPr>
              <a:xfrm>
                <a:off x="6242488" y="4347118"/>
                <a:ext cx="43910" cy="43910"/>
              </a:xfrm>
              <a:custGeom>
                <a:avLst/>
                <a:gdLst>
                  <a:gd name="connsiteX0" fmla="*/ 43910 w 43910"/>
                  <a:gd name="connsiteY0" fmla="*/ 21955 h 43910"/>
                  <a:gd name="connsiteX1" fmla="*/ 21955 w 43910"/>
                  <a:gd name="connsiteY1" fmla="*/ 43911 h 43910"/>
                  <a:gd name="connsiteX2" fmla="*/ 0 w 43910"/>
                  <a:gd name="connsiteY2" fmla="*/ 21955 h 43910"/>
                  <a:gd name="connsiteX3" fmla="*/ 21955 w 43910"/>
                  <a:gd name="connsiteY3" fmla="*/ 0 h 43910"/>
                  <a:gd name="connsiteX4" fmla="*/ 43910 w 43910"/>
                  <a:gd name="connsiteY4" fmla="*/ 21955 h 43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10" h="43910">
                    <a:moveTo>
                      <a:pt x="43910" y="21955"/>
                    </a:moveTo>
                    <a:cubicBezTo>
                      <a:pt x="43910" y="34081"/>
                      <a:pt x="34081" y="43911"/>
                      <a:pt x="21955" y="43911"/>
                    </a:cubicBezTo>
                    <a:cubicBezTo>
                      <a:pt x="9830" y="43911"/>
                      <a:pt x="0" y="34081"/>
                      <a:pt x="0" y="21955"/>
                    </a:cubicBezTo>
                    <a:cubicBezTo>
                      <a:pt x="0" y="9830"/>
                      <a:pt x="9830" y="0"/>
                      <a:pt x="21955" y="0"/>
                    </a:cubicBezTo>
                    <a:cubicBezTo>
                      <a:pt x="34081" y="0"/>
                      <a:pt x="43910" y="9830"/>
                      <a:pt x="43910" y="21955"/>
                    </a:cubicBezTo>
                    <a:close/>
                  </a:path>
                </a:pathLst>
              </a:custGeom>
              <a:grpFill/>
              <a:ln w="3083"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200">
                  <a:latin typeface="微软雅黑" panose="020B0503020204020204" pitchFamily="34" charset="-122"/>
                  <a:ea typeface="微软雅黑" panose="020B0503020204020204" pitchFamily="34" charset="-122"/>
                </a:endParaRPr>
              </a:p>
            </p:txBody>
          </p:sp>
          <p:sp>
            <p:nvSpPr>
              <p:cNvPr id="39" name="任意多边形: 形状 247"/>
              <p:cNvSpPr/>
              <p:nvPr/>
            </p:nvSpPr>
            <p:spPr>
              <a:xfrm>
                <a:off x="6116112" y="4220839"/>
                <a:ext cx="296554" cy="296617"/>
              </a:xfrm>
              <a:custGeom>
                <a:avLst/>
                <a:gdLst>
                  <a:gd name="connsiteX0" fmla="*/ 24510 w 296554"/>
                  <a:gd name="connsiteY0" fmla="*/ 296434 h 296617"/>
                  <a:gd name="connsiteX1" fmla="*/ -45 w 296554"/>
                  <a:gd name="connsiteY1" fmla="*/ 271642 h 296617"/>
                  <a:gd name="connsiteX2" fmla="*/ 2308 w 296554"/>
                  <a:gd name="connsiteY2" fmla="*/ 261250 h 296617"/>
                  <a:gd name="connsiteX3" fmla="*/ 82482 w 296554"/>
                  <a:gd name="connsiteY3" fmla="*/ 93841 h 296617"/>
                  <a:gd name="connsiteX4" fmla="*/ 94014 w 296554"/>
                  <a:gd name="connsiteY4" fmla="*/ 82309 h 296617"/>
                  <a:gd name="connsiteX5" fmla="*/ 261423 w 296554"/>
                  <a:gd name="connsiteY5" fmla="*/ 2135 h 296617"/>
                  <a:gd name="connsiteX6" fmla="*/ 294202 w 296554"/>
                  <a:gd name="connsiteY6" fmla="*/ 14069 h 296617"/>
                  <a:gd name="connsiteX7" fmla="*/ 294202 w 296554"/>
                  <a:gd name="connsiteY7" fmla="*/ 34914 h 296617"/>
                  <a:gd name="connsiteX8" fmla="*/ 214028 w 296554"/>
                  <a:gd name="connsiteY8" fmla="*/ 202322 h 296617"/>
                  <a:gd name="connsiteX9" fmla="*/ 202495 w 296554"/>
                  <a:gd name="connsiteY9" fmla="*/ 213886 h 296617"/>
                  <a:gd name="connsiteX10" fmla="*/ 202495 w 296554"/>
                  <a:gd name="connsiteY10" fmla="*/ 213886 h 296617"/>
                  <a:gd name="connsiteX11" fmla="*/ 35087 w 296554"/>
                  <a:gd name="connsiteY11" fmla="*/ 294059 h 296617"/>
                  <a:gd name="connsiteX12" fmla="*/ 24510 w 296554"/>
                  <a:gd name="connsiteY12" fmla="*/ 296434 h 296617"/>
                  <a:gd name="connsiteX13" fmla="*/ 113934 w 296554"/>
                  <a:gd name="connsiteY13" fmla="*/ 113792 h 296617"/>
                  <a:gd name="connsiteX14" fmla="*/ 50875 w 296554"/>
                  <a:gd name="connsiteY14" fmla="*/ 245431 h 296617"/>
                  <a:gd name="connsiteX15" fmla="*/ 182514 w 296554"/>
                  <a:gd name="connsiteY15" fmla="*/ 182372 h 296617"/>
                  <a:gd name="connsiteX16" fmla="*/ 245573 w 296554"/>
                  <a:gd name="connsiteY16" fmla="*/ 50733 h 296617"/>
                  <a:gd name="connsiteX17" fmla="*/ 194447 w 296554"/>
                  <a:gd name="connsiteY17" fmla="*/ 197050 h 296617"/>
                  <a:gd name="connsiteX18" fmla="*/ 194447 w 296554"/>
                  <a:gd name="connsiteY18" fmla="*/ 197050 h 296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6554" h="296617">
                    <a:moveTo>
                      <a:pt x="24510" y="296434"/>
                    </a:moveTo>
                    <a:cubicBezTo>
                      <a:pt x="10887" y="296372"/>
                      <a:pt x="-106" y="285271"/>
                      <a:pt x="-45" y="271642"/>
                    </a:cubicBezTo>
                    <a:cubicBezTo>
                      <a:pt x="-29" y="268065"/>
                      <a:pt x="775" y="264519"/>
                      <a:pt x="2308" y="261250"/>
                    </a:cubicBezTo>
                    <a:lnTo>
                      <a:pt x="82482" y="93841"/>
                    </a:lnTo>
                    <a:cubicBezTo>
                      <a:pt x="84908" y="88815"/>
                      <a:pt x="88973" y="84745"/>
                      <a:pt x="94014" y="82309"/>
                    </a:cubicBezTo>
                    <a:lnTo>
                      <a:pt x="261423" y="2135"/>
                    </a:lnTo>
                    <a:cubicBezTo>
                      <a:pt x="273773" y="-3631"/>
                      <a:pt x="288448" y="1734"/>
                      <a:pt x="294202" y="14069"/>
                    </a:cubicBezTo>
                    <a:cubicBezTo>
                      <a:pt x="297279" y="20698"/>
                      <a:pt x="297279" y="28315"/>
                      <a:pt x="294202" y="34914"/>
                    </a:cubicBezTo>
                    <a:lnTo>
                      <a:pt x="214028" y="202322"/>
                    </a:lnTo>
                    <a:cubicBezTo>
                      <a:pt x="211607" y="207379"/>
                      <a:pt x="207540" y="211450"/>
                      <a:pt x="202495" y="213886"/>
                    </a:cubicBezTo>
                    <a:lnTo>
                      <a:pt x="202495" y="213886"/>
                    </a:lnTo>
                    <a:lnTo>
                      <a:pt x="35087" y="294059"/>
                    </a:lnTo>
                    <a:cubicBezTo>
                      <a:pt x="31784" y="295632"/>
                      <a:pt x="28170" y="296434"/>
                      <a:pt x="24510" y="296434"/>
                    </a:cubicBezTo>
                    <a:close/>
                    <a:moveTo>
                      <a:pt x="113934" y="113792"/>
                    </a:moveTo>
                    <a:lnTo>
                      <a:pt x="50875" y="245431"/>
                    </a:lnTo>
                    <a:lnTo>
                      <a:pt x="182514" y="182372"/>
                    </a:lnTo>
                    <a:lnTo>
                      <a:pt x="245573" y="50733"/>
                    </a:lnTo>
                    <a:close/>
                    <a:moveTo>
                      <a:pt x="194447" y="197050"/>
                    </a:moveTo>
                    <a:lnTo>
                      <a:pt x="194447" y="197050"/>
                    </a:lnTo>
                    <a:close/>
                  </a:path>
                </a:pathLst>
              </a:custGeom>
              <a:grpFill/>
              <a:ln w="3083"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200">
                  <a:latin typeface="微软雅黑" panose="020B0503020204020204" pitchFamily="34" charset="-122"/>
                  <a:ea typeface="微软雅黑" panose="020B0503020204020204" pitchFamily="34" charset="-122"/>
                </a:endParaRPr>
              </a:p>
            </p:txBody>
          </p:sp>
        </p:grpSp>
      </p:grpSp>
      <p:sp>
        <p:nvSpPr>
          <p:cNvPr id="41" name="Freeform: Shape 25"/>
          <p:cNvSpPr/>
          <p:nvPr>
            <p:custDataLst>
              <p:tags r:id="rId1"/>
            </p:custDataLst>
          </p:nvPr>
        </p:nvSpPr>
        <p:spPr>
          <a:xfrm flipH="1">
            <a:off x="12193887" y="-368833"/>
            <a:ext cx="339090" cy="340360"/>
          </a:xfrm>
          <a:custGeom>
            <a:avLst/>
            <a:gdLst>
              <a:gd name="connsiteX0" fmla="*/ 316376 w 718878"/>
              <a:gd name="connsiteY0" fmla="*/ 634637 h 719819"/>
              <a:gd name="connsiteX1" fmla="*/ 401558 w 718878"/>
              <a:gd name="connsiteY1" fmla="*/ 634637 h 719819"/>
              <a:gd name="connsiteX2" fmla="*/ 401558 w 718878"/>
              <a:gd name="connsiteY2" fmla="*/ 719819 h 719819"/>
              <a:gd name="connsiteX3" fmla="*/ 316376 w 718878"/>
              <a:gd name="connsiteY3" fmla="*/ 719819 h 719819"/>
              <a:gd name="connsiteX4" fmla="*/ 632753 w 718878"/>
              <a:gd name="connsiteY4" fmla="*/ 634636 h 719819"/>
              <a:gd name="connsiteX5" fmla="*/ 717935 w 718878"/>
              <a:gd name="connsiteY5" fmla="*/ 634636 h 719819"/>
              <a:gd name="connsiteX6" fmla="*/ 717935 w 718878"/>
              <a:gd name="connsiteY6" fmla="*/ 719818 h 719819"/>
              <a:gd name="connsiteX7" fmla="*/ 632753 w 718878"/>
              <a:gd name="connsiteY7" fmla="*/ 719818 h 719819"/>
              <a:gd name="connsiteX8" fmla="*/ 0 w 718878"/>
              <a:gd name="connsiteY8" fmla="*/ 634636 h 719819"/>
              <a:gd name="connsiteX9" fmla="*/ 85182 w 718878"/>
              <a:gd name="connsiteY9" fmla="*/ 634636 h 719819"/>
              <a:gd name="connsiteX10" fmla="*/ 85182 w 718878"/>
              <a:gd name="connsiteY10" fmla="*/ 719818 h 719819"/>
              <a:gd name="connsiteX11" fmla="*/ 0 w 718878"/>
              <a:gd name="connsiteY11" fmla="*/ 719818 h 719819"/>
              <a:gd name="connsiteX12" fmla="*/ 632756 w 718878"/>
              <a:gd name="connsiteY12" fmla="*/ 317318 h 719819"/>
              <a:gd name="connsiteX13" fmla="*/ 717938 w 718878"/>
              <a:gd name="connsiteY13" fmla="*/ 317318 h 719819"/>
              <a:gd name="connsiteX14" fmla="*/ 717938 w 718878"/>
              <a:gd name="connsiteY14" fmla="*/ 402500 h 719819"/>
              <a:gd name="connsiteX15" fmla="*/ 632756 w 718878"/>
              <a:gd name="connsiteY15" fmla="*/ 402500 h 719819"/>
              <a:gd name="connsiteX16" fmla="*/ 316378 w 718878"/>
              <a:gd name="connsiteY16" fmla="*/ 317318 h 719819"/>
              <a:gd name="connsiteX17" fmla="*/ 401560 w 718878"/>
              <a:gd name="connsiteY17" fmla="*/ 317318 h 719819"/>
              <a:gd name="connsiteX18" fmla="*/ 401560 w 718878"/>
              <a:gd name="connsiteY18" fmla="*/ 402500 h 719819"/>
              <a:gd name="connsiteX19" fmla="*/ 316378 w 718878"/>
              <a:gd name="connsiteY19" fmla="*/ 402500 h 719819"/>
              <a:gd name="connsiteX20" fmla="*/ 0 w 718878"/>
              <a:gd name="connsiteY20" fmla="*/ 317318 h 719819"/>
              <a:gd name="connsiteX21" fmla="*/ 85182 w 718878"/>
              <a:gd name="connsiteY21" fmla="*/ 317318 h 719819"/>
              <a:gd name="connsiteX22" fmla="*/ 85182 w 718878"/>
              <a:gd name="connsiteY22" fmla="*/ 402500 h 719819"/>
              <a:gd name="connsiteX23" fmla="*/ 0 w 718878"/>
              <a:gd name="connsiteY23" fmla="*/ 402500 h 719819"/>
              <a:gd name="connsiteX24" fmla="*/ 633696 w 718878"/>
              <a:gd name="connsiteY24" fmla="*/ 0 h 719819"/>
              <a:gd name="connsiteX25" fmla="*/ 718878 w 718878"/>
              <a:gd name="connsiteY25" fmla="*/ 0 h 719819"/>
              <a:gd name="connsiteX26" fmla="*/ 718878 w 718878"/>
              <a:gd name="connsiteY26" fmla="*/ 85182 h 719819"/>
              <a:gd name="connsiteX27" fmla="*/ 633696 w 718878"/>
              <a:gd name="connsiteY27" fmla="*/ 85182 h 719819"/>
              <a:gd name="connsiteX28" fmla="*/ 316378 w 718878"/>
              <a:gd name="connsiteY28" fmla="*/ 0 h 719819"/>
              <a:gd name="connsiteX29" fmla="*/ 401560 w 718878"/>
              <a:gd name="connsiteY29" fmla="*/ 0 h 719819"/>
              <a:gd name="connsiteX30" fmla="*/ 401560 w 718878"/>
              <a:gd name="connsiteY30" fmla="*/ 85182 h 719819"/>
              <a:gd name="connsiteX31" fmla="*/ 316378 w 718878"/>
              <a:gd name="connsiteY31" fmla="*/ 85182 h 719819"/>
              <a:gd name="connsiteX32" fmla="*/ 0 w 718878"/>
              <a:gd name="connsiteY32" fmla="*/ 0 h 719819"/>
              <a:gd name="connsiteX33" fmla="*/ 85182 w 718878"/>
              <a:gd name="connsiteY33" fmla="*/ 0 h 719819"/>
              <a:gd name="connsiteX34" fmla="*/ 85182 w 718878"/>
              <a:gd name="connsiteY34" fmla="*/ 85182 h 719819"/>
              <a:gd name="connsiteX35" fmla="*/ 0 w 718878"/>
              <a:gd name="connsiteY35" fmla="*/ 85182 h 71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18878" h="719819">
                <a:moveTo>
                  <a:pt x="316376" y="634637"/>
                </a:moveTo>
                <a:lnTo>
                  <a:pt x="401558" y="634637"/>
                </a:lnTo>
                <a:lnTo>
                  <a:pt x="401558" y="719819"/>
                </a:lnTo>
                <a:lnTo>
                  <a:pt x="316376" y="719819"/>
                </a:lnTo>
                <a:close/>
                <a:moveTo>
                  <a:pt x="632753" y="634636"/>
                </a:moveTo>
                <a:lnTo>
                  <a:pt x="717935" y="634636"/>
                </a:lnTo>
                <a:lnTo>
                  <a:pt x="717935" y="719818"/>
                </a:lnTo>
                <a:lnTo>
                  <a:pt x="632753" y="719818"/>
                </a:lnTo>
                <a:close/>
                <a:moveTo>
                  <a:pt x="0" y="634636"/>
                </a:moveTo>
                <a:lnTo>
                  <a:pt x="85182" y="634636"/>
                </a:lnTo>
                <a:lnTo>
                  <a:pt x="85182" y="719818"/>
                </a:lnTo>
                <a:lnTo>
                  <a:pt x="0" y="719818"/>
                </a:lnTo>
                <a:close/>
                <a:moveTo>
                  <a:pt x="632756" y="317318"/>
                </a:moveTo>
                <a:lnTo>
                  <a:pt x="717938" y="317318"/>
                </a:lnTo>
                <a:lnTo>
                  <a:pt x="717938" y="402500"/>
                </a:lnTo>
                <a:lnTo>
                  <a:pt x="632756" y="402500"/>
                </a:lnTo>
                <a:close/>
                <a:moveTo>
                  <a:pt x="316378" y="317318"/>
                </a:moveTo>
                <a:lnTo>
                  <a:pt x="401560" y="317318"/>
                </a:lnTo>
                <a:lnTo>
                  <a:pt x="401560" y="402500"/>
                </a:lnTo>
                <a:lnTo>
                  <a:pt x="316378" y="402500"/>
                </a:lnTo>
                <a:close/>
                <a:moveTo>
                  <a:pt x="0" y="317318"/>
                </a:moveTo>
                <a:lnTo>
                  <a:pt x="85182" y="317318"/>
                </a:lnTo>
                <a:lnTo>
                  <a:pt x="85182" y="402500"/>
                </a:lnTo>
                <a:lnTo>
                  <a:pt x="0" y="402500"/>
                </a:lnTo>
                <a:close/>
                <a:moveTo>
                  <a:pt x="633696" y="0"/>
                </a:moveTo>
                <a:lnTo>
                  <a:pt x="718878" y="0"/>
                </a:lnTo>
                <a:lnTo>
                  <a:pt x="718878" y="85182"/>
                </a:lnTo>
                <a:lnTo>
                  <a:pt x="633696" y="85182"/>
                </a:lnTo>
                <a:close/>
                <a:moveTo>
                  <a:pt x="316378" y="0"/>
                </a:moveTo>
                <a:lnTo>
                  <a:pt x="401560" y="0"/>
                </a:lnTo>
                <a:lnTo>
                  <a:pt x="401560" y="85182"/>
                </a:lnTo>
                <a:lnTo>
                  <a:pt x="316378" y="85182"/>
                </a:lnTo>
                <a:close/>
                <a:moveTo>
                  <a:pt x="0" y="0"/>
                </a:moveTo>
                <a:lnTo>
                  <a:pt x="85182" y="0"/>
                </a:lnTo>
                <a:lnTo>
                  <a:pt x="85182" y="85182"/>
                </a:lnTo>
                <a:lnTo>
                  <a:pt x="0" y="8518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grpSp>
        <p:nvGrpSpPr>
          <p:cNvPr id="40" name="组合 6"/>
          <p:cNvGrpSpPr/>
          <p:nvPr/>
        </p:nvGrpSpPr>
        <p:grpSpPr>
          <a:xfrm flipH="1" flipV="1">
            <a:off x="-966493" y="6847093"/>
            <a:ext cx="966493" cy="799222"/>
            <a:chOff x="342037" y="610664"/>
            <a:chExt cx="2302063" cy="1903645"/>
          </a:xfrm>
        </p:grpSpPr>
        <p:sp>
          <p:nvSpPr>
            <p:cNvPr id="6" name="图形 2"/>
            <p:cNvSpPr/>
            <p:nvPr/>
          </p:nvSpPr>
          <p:spPr>
            <a:xfrm rot="2895196">
              <a:off x="342084" y="610617"/>
              <a:ext cx="1903645" cy="1903740"/>
            </a:xfrm>
            <a:custGeom>
              <a:avLst/>
              <a:gdLst>
                <a:gd name="connsiteX0" fmla="*/ 1688716 w 2829852"/>
                <a:gd name="connsiteY0" fmla="*/ 2814352 h 2829996"/>
                <a:gd name="connsiteX1" fmla="*/ 1688716 w 2829852"/>
                <a:gd name="connsiteY1" fmla="*/ 2814352 h 2829996"/>
                <a:gd name="connsiteX2" fmla="*/ 5860 w 2829852"/>
                <a:gd name="connsiteY2" fmla="*/ 925524 h 2829996"/>
                <a:gd name="connsiteX3" fmla="*/ 5860 w 2829852"/>
                <a:gd name="connsiteY3" fmla="*/ 925524 h 2829996"/>
                <a:gd name="connsiteX4" fmla="*/ 100071 w 2829852"/>
                <a:gd name="connsiteY4" fmla="*/ 640801 h 2829996"/>
                <a:gd name="connsiteX5" fmla="*/ 100071 w 2829852"/>
                <a:gd name="connsiteY5" fmla="*/ 640801 h 2829996"/>
                <a:gd name="connsiteX6" fmla="*/ 2577146 w 2829852"/>
                <a:gd name="connsiteY6" fmla="*/ 127755 h 2829996"/>
                <a:gd name="connsiteX7" fmla="*/ 2577146 w 2829852"/>
                <a:gd name="connsiteY7" fmla="*/ 127755 h 2829996"/>
                <a:gd name="connsiteX8" fmla="*/ 2776641 w 2829852"/>
                <a:gd name="connsiteY8" fmla="*/ 351690 h 2829996"/>
                <a:gd name="connsiteX9" fmla="*/ 2776641 w 2829852"/>
                <a:gd name="connsiteY9" fmla="*/ 351690 h 2829996"/>
                <a:gd name="connsiteX10" fmla="*/ 1982840 w 2829852"/>
                <a:gd name="connsiteY10" fmla="*/ 2753981 h 2829996"/>
                <a:gd name="connsiteX11" fmla="*/ 1982840 w 2829852"/>
                <a:gd name="connsiteY11" fmla="*/ 2753981 h 2829996"/>
                <a:gd name="connsiteX12" fmla="*/ 1688716 w 2829852"/>
                <a:gd name="connsiteY12" fmla="*/ 2814352 h 2829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9852" h="2829996">
                  <a:moveTo>
                    <a:pt x="1688716" y="2814352"/>
                  </a:moveTo>
                  <a:lnTo>
                    <a:pt x="1688716" y="2814352"/>
                  </a:lnTo>
                  <a:cubicBezTo>
                    <a:pt x="830660" y="2530526"/>
                    <a:pt x="189165" y="1810528"/>
                    <a:pt x="5860" y="925524"/>
                  </a:cubicBezTo>
                  <a:lnTo>
                    <a:pt x="5860" y="925524"/>
                  </a:lnTo>
                  <a:cubicBezTo>
                    <a:pt x="-15886" y="820596"/>
                    <a:pt x="20043" y="712055"/>
                    <a:pt x="100071" y="640801"/>
                  </a:cubicBezTo>
                  <a:lnTo>
                    <a:pt x="100071" y="640801"/>
                  </a:lnTo>
                  <a:cubicBezTo>
                    <a:pt x="774823" y="39560"/>
                    <a:pt x="1719090" y="-156028"/>
                    <a:pt x="2577146" y="127755"/>
                  </a:cubicBezTo>
                  <a:lnTo>
                    <a:pt x="2577146" y="127755"/>
                  </a:lnTo>
                  <a:cubicBezTo>
                    <a:pt x="2678857" y="161408"/>
                    <a:pt x="2754915" y="246783"/>
                    <a:pt x="2776641" y="351690"/>
                  </a:cubicBezTo>
                  <a:lnTo>
                    <a:pt x="2776641" y="351690"/>
                  </a:lnTo>
                  <a:cubicBezTo>
                    <a:pt x="2960322" y="1236778"/>
                    <a:pt x="2657696" y="2152594"/>
                    <a:pt x="1982840" y="2753981"/>
                  </a:cubicBezTo>
                  <a:lnTo>
                    <a:pt x="1982840" y="2753981"/>
                  </a:lnTo>
                  <a:cubicBezTo>
                    <a:pt x="1902667" y="2825298"/>
                    <a:pt x="1790490" y="2848318"/>
                    <a:pt x="1688716" y="2814352"/>
                  </a:cubicBezTo>
                  <a:close/>
                </a:path>
              </a:pathLst>
            </a:custGeom>
            <a:solidFill>
              <a:schemeClr val="accent1"/>
            </a:solidFill>
            <a:ln w="20884" cap="flat">
              <a:noFill/>
              <a:prstDash val="solid"/>
              <a:miter/>
            </a:ln>
          </p:spPr>
          <p:txBody>
            <a:bodyPr rtlCol="0" anchor="ctr"/>
            <a:lstStyle/>
            <a:p>
              <a:endParaRPr lang="zh-CN" altLang="en-US"/>
            </a:p>
          </p:txBody>
        </p:sp>
        <p:sp>
          <p:nvSpPr>
            <p:cNvPr id="2" name="图形 2"/>
            <p:cNvSpPr/>
            <p:nvPr/>
          </p:nvSpPr>
          <p:spPr>
            <a:xfrm rot="716488">
              <a:off x="1401882" y="975688"/>
              <a:ext cx="1242218" cy="1173592"/>
            </a:xfrm>
            <a:custGeom>
              <a:avLst/>
              <a:gdLst>
                <a:gd name="connsiteX0" fmla="*/ 1688716 w 2829852"/>
                <a:gd name="connsiteY0" fmla="*/ 2814352 h 2829996"/>
                <a:gd name="connsiteX1" fmla="*/ 1688716 w 2829852"/>
                <a:gd name="connsiteY1" fmla="*/ 2814352 h 2829996"/>
                <a:gd name="connsiteX2" fmla="*/ 5860 w 2829852"/>
                <a:gd name="connsiteY2" fmla="*/ 925524 h 2829996"/>
                <a:gd name="connsiteX3" fmla="*/ 5860 w 2829852"/>
                <a:gd name="connsiteY3" fmla="*/ 925524 h 2829996"/>
                <a:gd name="connsiteX4" fmla="*/ 100071 w 2829852"/>
                <a:gd name="connsiteY4" fmla="*/ 640801 h 2829996"/>
                <a:gd name="connsiteX5" fmla="*/ 100071 w 2829852"/>
                <a:gd name="connsiteY5" fmla="*/ 640801 h 2829996"/>
                <a:gd name="connsiteX6" fmla="*/ 2577146 w 2829852"/>
                <a:gd name="connsiteY6" fmla="*/ 127755 h 2829996"/>
                <a:gd name="connsiteX7" fmla="*/ 2577146 w 2829852"/>
                <a:gd name="connsiteY7" fmla="*/ 127755 h 2829996"/>
                <a:gd name="connsiteX8" fmla="*/ 2776641 w 2829852"/>
                <a:gd name="connsiteY8" fmla="*/ 351690 h 2829996"/>
                <a:gd name="connsiteX9" fmla="*/ 2776641 w 2829852"/>
                <a:gd name="connsiteY9" fmla="*/ 351690 h 2829996"/>
                <a:gd name="connsiteX10" fmla="*/ 1982840 w 2829852"/>
                <a:gd name="connsiteY10" fmla="*/ 2753981 h 2829996"/>
                <a:gd name="connsiteX11" fmla="*/ 1982840 w 2829852"/>
                <a:gd name="connsiteY11" fmla="*/ 2753981 h 2829996"/>
                <a:gd name="connsiteX12" fmla="*/ 1688716 w 2829852"/>
                <a:gd name="connsiteY12" fmla="*/ 2814352 h 2829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9852" h="2829996">
                  <a:moveTo>
                    <a:pt x="1688716" y="2814352"/>
                  </a:moveTo>
                  <a:lnTo>
                    <a:pt x="1688716" y="2814352"/>
                  </a:lnTo>
                  <a:cubicBezTo>
                    <a:pt x="830660" y="2530526"/>
                    <a:pt x="189165" y="1810528"/>
                    <a:pt x="5860" y="925524"/>
                  </a:cubicBezTo>
                  <a:lnTo>
                    <a:pt x="5860" y="925524"/>
                  </a:lnTo>
                  <a:cubicBezTo>
                    <a:pt x="-15886" y="820596"/>
                    <a:pt x="20043" y="712055"/>
                    <a:pt x="100071" y="640801"/>
                  </a:cubicBezTo>
                  <a:lnTo>
                    <a:pt x="100071" y="640801"/>
                  </a:lnTo>
                  <a:cubicBezTo>
                    <a:pt x="774823" y="39560"/>
                    <a:pt x="1719090" y="-156028"/>
                    <a:pt x="2577146" y="127755"/>
                  </a:cubicBezTo>
                  <a:lnTo>
                    <a:pt x="2577146" y="127755"/>
                  </a:lnTo>
                  <a:cubicBezTo>
                    <a:pt x="2678857" y="161408"/>
                    <a:pt x="2754915" y="246783"/>
                    <a:pt x="2776641" y="351690"/>
                  </a:cubicBezTo>
                  <a:lnTo>
                    <a:pt x="2776641" y="351690"/>
                  </a:lnTo>
                  <a:cubicBezTo>
                    <a:pt x="2960322" y="1236778"/>
                    <a:pt x="2657696" y="2152594"/>
                    <a:pt x="1982840" y="2753981"/>
                  </a:cubicBezTo>
                  <a:lnTo>
                    <a:pt x="1982840" y="2753981"/>
                  </a:lnTo>
                  <a:cubicBezTo>
                    <a:pt x="1902667" y="2825298"/>
                    <a:pt x="1790490" y="2848318"/>
                    <a:pt x="1688716" y="2814352"/>
                  </a:cubicBezTo>
                  <a:close/>
                </a:path>
              </a:pathLst>
            </a:custGeom>
            <a:solidFill>
              <a:schemeClr val="accent1">
                <a:lumMod val="20000"/>
                <a:lumOff val="80000"/>
              </a:schemeClr>
            </a:solidFill>
            <a:ln w="20884" cap="flat">
              <a:noFill/>
              <a:prstDash val="solid"/>
              <a:miter/>
            </a:ln>
          </p:spPr>
          <p:txBody>
            <a:bodyPr rtlCol="0" anchor="ctr"/>
            <a:lstStyle/>
            <a:p>
              <a:endParaRPr lang="zh-CN" altLang="en-US"/>
            </a:p>
          </p:txBody>
        </p:sp>
      </p:grpSp>
      <p:sp>
        <p:nvSpPr>
          <p:cNvPr id="20" name="图形 18"/>
          <p:cNvSpPr/>
          <p:nvPr/>
        </p:nvSpPr>
        <p:spPr>
          <a:xfrm rot="20214272">
            <a:off x="2931809" y="2396694"/>
            <a:ext cx="4189676" cy="2081319"/>
          </a:xfrm>
          <a:custGeom>
            <a:avLst/>
            <a:gdLst>
              <a:gd name="connsiteX0" fmla="*/ 2424547 w 2953027"/>
              <a:gd name="connsiteY0" fmla="*/ 182099 h 1466985"/>
              <a:gd name="connsiteX1" fmla="*/ 1983443 w 2953027"/>
              <a:gd name="connsiteY1" fmla="*/ 368695 h 1466985"/>
              <a:gd name="connsiteX2" fmla="*/ 1812756 w 2953027"/>
              <a:gd name="connsiteY2" fmla="*/ 471564 h 1466985"/>
              <a:gd name="connsiteX3" fmla="*/ 1481667 w 2953027"/>
              <a:gd name="connsiteY3" fmla="*/ 469373 h 1466985"/>
              <a:gd name="connsiteX4" fmla="*/ 1378987 w 2953027"/>
              <a:gd name="connsiteY4" fmla="*/ 388125 h 1466985"/>
              <a:gd name="connsiteX5" fmla="*/ 727383 w 2953027"/>
              <a:gd name="connsiteY5" fmla="*/ -1447 h 1466985"/>
              <a:gd name="connsiteX6" fmla="*/ -2233 w 2953027"/>
              <a:gd name="connsiteY6" fmla="*/ 714261 h 1466985"/>
              <a:gd name="connsiteX7" fmla="*/ 713095 w 2953027"/>
              <a:gd name="connsiteY7" fmla="*/ 1465308 h 1466985"/>
              <a:gd name="connsiteX8" fmla="*/ 1382036 w 2953027"/>
              <a:gd name="connsiteY8" fmla="*/ 1069830 h 1466985"/>
              <a:gd name="connsiteX9" fmla="*/ 1488429 w 2953027"/>
              <a:gd name="connsiteY9" fmla="*/ 986486 h 1466985"/>
              <a:gd name="connsiteX10" fmla="*/ 1800373 w 2953027"/>
              <a:gd name="connsiteY10" fmla="*/ 984391 h 1466985"/>
              <a:gd name="connsiteX11" fmla="*/ 1977823 w 2953027"/>
              <a:gd name="connsiteY11" fmla="*/ 1092499 h 1466985"/>
              <a:gd name="connsiteX12" fmla="*/ 2756682 w 2953027"/>
              <a:gd name="connsiteY12" fmla="*/ 1154221 h 1466985"/>
              <a:gd name="connsiteX13" fmla="*/ 2818309 w 2953027"/>
              <a:gd name="connsiteY13" fmla="*/ 375362 h 1466985"/>
              <a:gd name="connsiteX14" fmla="*/ 2424547 w 2953027"/>
              <a:gd name="connsiteY14" fmla="*/ 182099 h 146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53027" h="1466985">
                <a:moveTo>
                  <a:pt x="2424547" y="182099"/>
                </a:moveTo>
                <a:cubicBezTo>
                  <a:pt x="2256715" y="173812"/>
                  <a:pt x="2094313" y="242488"/>
                  <a:pt x="1983443" y="368695"/>
                </a:cubicBezTo>
                <a:cubicBezTo>
                  <a:pt x="1938199" y="419367"/>
                  <a:pt x="1878668" y="455277"/>
                  <a:pt x="1812756" y="471564"/>
                </a:cubicBezTo>
                <a:cubicBezTo>
                  <a:pt x="1704074" y="499187"/>
                  <a:pt x="1590060" y="498425"/>
                  <a:pt x="1481667" y="469373"/>
                </a:cubicBezTo>
                <a:cubicBezTo>
                  <a:pt x="1437660" y="457753"/>
                  <a:pt x="1400418" y="428321"/>
                  <a:pt x="1378987" y="388125"/>
                </a:cubicBezTo>
                <a:cubicBezTo>
                  <a:pt x="1251162" y="147238"/>
                  <a:pt x="1000082" y="-2876"/>
                  <a:pt x="727383" y="-1447"/>
                </a:cubicBezTo>
                <a:cubicBezTo>
                  <a:pt x="332856" y="458"/>
                  <a:pt x="7101" y="319831"/>
                  <a:pt x="-2233" y="714261"/>
                </a:cubicBezTo>
                <a:cubicBezTo>
                  <a:pt x="-12140" y="1119169"/>
                  <a:pt x="308187" y="1455497"/>
                  <a:pt x="713095" y="1465308"/>
                </a:cubicBezTo>
                <a:cubicBezTo>
                  <a:pt x="993320" y="1472166"/>
                  <a:pt x="1252972" y="1318718"/>
                  <a:pt x="1382036" y="1069830"/>
                </a:cubicBezTo>
                <a:cubicBezTo>
                  <a:pt x="1403941" y="1028110"/>
                  <a:pt x="1442709" y="997820"/>
                  <a:pt x="1488429" y="986486"/>
                </a:cubicBezTo>
                <a:cubicBezTo>
                  <a:pt x="1590728" y="960578"/>
                  <a:pt x="1697789" y="959911"/>
                  <a:pt x="1800373" y="984391"/>
                </a:cubicBezTo>
                <a:cubicBezTo>
                  <a:pt x="1869525" y="1000678"/>
                  <a:pt x="1931723" y="1038492"/>
                  <a:pt x="1977823" y="1092499"/>
                </a:cubicBezTo>
                <a:cubicBezTo>
                  <a:pt x="2175848" y="1324624"/>
                  <a:pt x="2524559" y="1352246"/>
                  <a:pt x="2756682" y="1154221"/>
                </a:cubicBezTo>
                <a:cubicBezTo>
                  <a:pt x="2988808" y="956101"/>
                  <a:pt x="3016429" y="607391"/>
                  <a:pt x="2818309" y="375362"/>
                </a:cubicBezTo>
                <a:cubicBezTo>
                  <a:pt x="2719345" y="259348"/>
                  <a:pt x="2576851" y="189434"/>
                  <a:pt x="2424547" y="182099"/>
                </a:cubicBezTo>
                <a:close/>
              </a:path>
            </a:pathLst>
          </a:custGeom>
          <a:solidFill>
            <a:schemeClr val="accent1"/>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5" name="Freeform 18"/>
          <p:cNvSpPr/>
          <p:nvPr/>
        </p:nvSpPr>
        <p:spPr bwMode="auto">
          <a:xfrm>
            <a:off x="3471069" y="3284704"/>
            <a:ext cx="1141062" cy="1146396"/>
          </a:xfrm>
          <a:custGeom>
            <a:avLst/>
            <a:gdLst>
              <a:gd name="T0" fmla="*/ 181 w 181"/>
              <a:gd name="T1" fmla="*/ 90 h 181"/>
              <a:gd name="T2" fmla="*/ 91 w 181"/>
              <a:gd name="T3" fmla="*/ 181 h 181"/>
              <a:gd name="T4" fmla="*/ 0 w 181"/>
              <a:gd name="T5" fmla="*/ 92 h 181"/>
              <a:gd name="T6" fmla="*/ 89 w 181"/>
              <a:gd name="T7" fmla="*/ 0 h 181"/>
              <a:gd name="T8" fmla="*/ 181 w 181"/>
              <a:gd name="T9" fmla="*/ 90 h 181"/>
            </a:gdLst>
            <a:ahLst/>
            <a:cxnLst>
              <a:cxn ang="0">
                <a:pos x="T0" y="T1"/>
              </a:cxn>
              <a:cxn ang="0">
                <a:pos x="T2" y="T3"/>
              </a:cxn>
              <a:cxn ang="0">
                <a:pos x="T4" y="T5"/>
              </a:cxn>
              <a:cxn ang="0">
                <a:pos x="T6" y="T7"/>
              </a:cxn>
              <a:cxn ang="0">
                <a:pos x="T8" y="T9"/>
              </a:cxn>
            </a:cxnLst>
            <a:rect l="0" t="0" r="r" b="b"/>
            <a:pathLst>
              <a:path w="181" h="181">
                <a:moveTo>
                  <a:pt x="181" y="90"/>
                </a:moveTo>
                <a:cubicBezTo>
                  <a:pt x="181" y="139"/>
                  <a:pt x="141" y="180"/>
                  <a:pt x="91" y="181"/>
                </a:cubicBezTo>
                <a:cubicBezTo>
                  <a:pt x="42" y="181"/>
                  <a:pt x="1" y="141"/>
                  <a:pt x="0" y="92"/>
                </a:cubicBezTo>
                <a:cubicBezTo>
                  <a:pt x="0" y="42"/>
                  <a:pt x="40" y="1"/>
                  <a:pt x="89" y="0"/>
                </a:cubicBezTo>
                <a:cubicBezTo>
                  <a:pt x="139" y="0"/>
                  <a:pt x="180" y="40"/>
                  <a:pt x="181" y="90"/>
                </a:cubicBezTo>
                <a:close/>
              </a:path>
            </a:pathLst>
          </a:custGeom>
          <a:solidFill>
            <a:schemeClr val="bg1"/>
          </a:solidFill>
          <a:ln>
            <a:noFill/>
          </a:ln>
        </p:spPr>
        <p:txBody>
          <a:bodyPr vert="horz" wrap="square" lIns="91440" tIns="45720" rIns="91440" bIns="4572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4400">
              <a:solidFill>
                <a:schemeClr val="accent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22" name="Freeform 18"/>
          <p:cNvSpPr/>
          <p:nvPr/>
        </p:nvSpPr>
        <p:spPr bwMode="auto">
          <a:xfrm>
            <a:off x="5671951" y="2333363"/>
            <a:ext cx="1146010" cy="1151366"/>
          </a:xfrm>
          <a:custGeom>
            <a:avLst/>
            <a:gdLst>
              <a:gd name="T0" fmla="*/ 181 w 181"/>
              <a:gd name="T1" fmla="*/ 90 h 181"/>
              <a:gd name="T2" fmla="*/ 91 w 181"/>
              <a:gd name="T3" fmla="*/ 181 h 181"/>
              <a:gd name="T4" fmla="*/ 0 w 181"/>
              <a:gd name="T5" fmla="*/ 92 h 181"/>
              <a:gd name="T6" fmla="*/ 89 w 181"/>
              <a:gd name="T7" fmla="*/ 0 h 181"/>
              <a:gd name="T8" fmla="*/ 181 w 181"/>
              <a:gd name="T9" fmla="*/ 90 h 181"/>
            </a:gdLst>
            <a:ahLst/>
            <a:cxnLst>
              <a:cxn ang="0">
                <a:pos x="T0" y="T1"/>
              </a:cxn>
              <a:cxn ang="0">
                <a:pos x="T2" y="T3"/>
              </a:cxn>
              <a:cxn ang="0">
                <a:pos x="T4" y="T5"/>
              </a:cxn>
              <a:cxn ang="0">
                <a:pos x="T6" y="T7"/>
              </a:cxn>
              <a:cxn ang="0">
                <a:pos x="T8" y="T9"/>
              </a:cxn>
            </a:cxnLst>
            <a:rect l="0" t="0" r="r" b="b"/>
            <a:pathLst>
              <a:path w="181" h="181">
                <a:moveTo>
                  <a:pt x="181" y="90"/>
                </a:moveTo>
                <a:cubicBezTo>
                  <a:pt x="181" y="139"/>
                  <a:pt x="141" y="180"/>
                  <a:pt x="91" y="181"/>
                </a:cubicBezTo>
                <a:cubicBezTo>
                  <a:pt x="42" y="181"/>
                  <a:pt x="1" y="141"/>
                  <a:pt x="0" y="92"/>
                </a:cubicBezTo>
                <a:cubicBezTo>
                  <a:pt x="0" y="42"/>
                  <a:pt x="40" y="1"/>
                  <a:pt x="89" y="0"/>
                </a:cubicBezTo>
                <a:cubicBezTo>
                  <a:pt x="139" y="0"/>
                  <a:pt x="180" y="40"/>
                  <a:pt x="181" y="90"/>
                </a:cubicBezTo>
                <a:close/>
              </a:path>
            </a:pathLst>
          </a:custGeom>
          <a:solidFill>
            <a:schemeClr val="bg1"/>
          </a:solidFill>
          <a:ln>
            <a:noFill/>
          </a:ln>
        </p:spPr>
        <p:txBody>
          <a:bodyPr vert="horz" wrap="square" lIns="91440" tIns="45720" rIns="91440" bIns="4572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4400">
              <a:solidFill>
                <a:schemeClr val="accent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3" name="任意多边形: 形状 1"/>
          <p:cNvSpPr/>
          <p:nvPr/>
        </p:nvSpPr>
        <p:spPr>
          <a:xfrm>
            <a:off x="3787289" y="3634782"/>
            <a:ext cx="486000" cy="486001"/>
          </a:xfrm>
          <a:custGeom>
            <a:avLst/>
            <a:gdLst>
              <a:gd name="connsiteX0" fmla="*/ 331646 w 486000"/>
              <a:gd name="connsiteY0" fmla="*/ 172820 h 486001"/>
              <a:gd name="connsiteX1" fmla="*/ 342740 w 486000"/>
              <a:gd name="connsiteY1" fmla="*/ 177714 h 486001"/>
              <a:gd name="connsiteX2" fmla="*/ 342740 w 486000"/>
              <a:gd name="connsiteY2" fmla="*/ 199601 h 486001"/>
              <a:gd name="connsiteX3" fmla="*/ 238249 w 486000"/>
              <a:gd name="connsiteY3" fmla="*/ 304232 h 486001"/>
              <a:gd name="connsiteX4" fmla="*/ 218506 w 486000"/>
              <a:gd name="connsiteY4" fmla="*/ 312323 h 486001"/>
              <a:gd name="connsiteX5" fmla="*/ 198812 w 486000"/>
              <a:gd name="connsiteY5" fmla="*/ 304232 h 486001"/>
              <a:gd name="connsiteX6" fmla="*/ 144703 w 486000"/>
              <a:gd name="connsiteY6" fmla="*/ 250369 h 486001"/>
              <a:gd name="connsiteX7" fmla="*/ 145163 w 486000"/>
              <a:gd name="connsiteY7" fmla="*/ 227970 h 486001"/>
              <a:gd name="connsiteX8" fmla="*/ 167053 w 486000"/>
              <a:gd name="connsiteY8" fmla="*/ 227922 h 486001"/>
              <a:gd name="connsiteX9" fmla="*/ 218433 w 486000"/>
              <a:gd name="connsiteY9" fmla="*/ 279104 h 486001"/>
              <a:gd name="connsiteX10" fmla="*/ 320340 w 486000"/>
              <a:gd name="connsiteY10" fmla="*/ 177203 h 486001"/>
              <a:gd name="connsiteX11" fmla="*/ 331646 w 486000"/>
              <a:gd name="connsiteY11" fmla="*/ 172820 h 486001"/>
              <a:gd name="connsiteX12" fmla="*/ 243124 w 486000"/>
              <a:gd name="connsiteY12" fmla="*/ 31749 h 486001"/>
              <a:gd name="connsiteX13" fmla="*/ 190403 w 486000"/>
              <a:gd name="connsiteY13" fmla="*/ 84198 h 486001"/>
              <a:gd name="connsiteX14" fmla="*/ 167882 w 486000"/>
              <a:gd name="connsiteY14" fmla="*/ 93533 h 486001"/>
              <a:gd name="connsiteX15" fmla="*/ 93688 w 486000"/>
              <a:gd name="connsiteY15" fmla="*/ 93606 h 486001"/>
              <a:gd name="connsiteX16" fmla="*/ 93517 w 486000"/>
              <a:gd name="connsiteY16" fmla="*/ 167893 h 486001"/>
              <a:gd name="connsiteX17" fmla="*/ 84182 w 486000"/>
              <a:gd name="connsiteY17" fmla="*/ 190438 h 486001"/>
              <a:gd name="connsiteX18" fmla="*/ 31730 w 486000"/>
              <a:gd name="connsiteY18" fmla="*/ 242887 h 486001"/>
              <a:gd name="connsiteX19" fmla="*/ 84182 w 486000"/>
              <a:gd name="connsiteY19" fmla="*/ 295604 h 486001"/>
              <a:gd name="connsiteX20" fmla="*/ 93517 w 486000"/>
              <a:gd name="connsiteY20" fmla="*/ 318123 h 486001"/>
              <a:gd name="connsiteX21" fmla="*/ 93517 w 486000"/>
              <a:gd name="connsiteY21" fmla="*/ 392313 h 486001"/>
              <a:gd name="connsiteX22" fmla="*/ 167882 w 486000"/>
              <a:gd name="connsiteY22" fmla="*/ 392484 h 486001"/>
              <a:gd name="connsiteX23" fmla="*/ 190403 w 486000"/>
              <a:gd name="connsiteY23" fmla="*/ 401818 h 486001"/>
              <a:gd name="connsiteX24" fmla="*/ 242880 w 486000"/>
              <a:gd name="connsiteY24" fmla="*/ 454267 h 486001"/>
              <a:gd name="connsiteX25" fmla="*/ 295576 w 486000"/>
              <a:gd name="connsiteY25" fmla="*/ 401721 h 486001"/>
              <a:gd name="connsiteX26" fmla="*/ 318122 w 486000"/>
              <a:gd name="connsiteY26" fmla="*/ 392386 h 486001"/>
              <a:gd name="connsiteX27" fmla="*/ 392316 w 486000"/>
              <a:gd name="connsiteY27" fmla="*/ 392386 h 486001"/>
              <a:gd name="connsiteX28" fmla="*/ 392487 w 486000"/>
              <a:gd name="connsiteY28" fmla="*/ 318026 h 486001"/>
              <a:gd name="connsiteX29" fmla="*/ 401822 w 486000"/>
              <a:gd name="connsiteY29" fmla="*/ 295507 h 486001"/>
              <a:gd name="connsiteX30" fmla="*/ 454250 w 486000"/>
              <a:gd name="connsiteY30" fmla="*/ 243130 h 486001"/>
              <a:gd name="connsiteX31" fmla="*/ 401797 w 486000"/>
              <a:gd name="connsiteY31" fmla="*/ 190438 h 486001"/>
              <a:gd name="connsiteX32" fmla="*/ 392462 w 486000"/>
              <a:gd name="connsiteY32" fmla="*/ 167893 h 486001"/>
              <a:gd name="connsiteX33" fmla="*/ 392462 w 486000"/>
              <a:gd name="connsiteY33" fmla="*/ 93703 h 486001"/>
              <a:gd name="connsiteX34" fmla="*/ 318097 w 486000"/>
              <a:gd name="connsiteY34" fmla="*/ 93533 h 486001"/>
              <a:gd name="connsiteX35" fmla="*/ 295552 w 486000"/>
              <a:gd name="connsiteY35" fmla="*/ 84198 h 486001"/>
              <a:gd name="connsiteX36" fmla="*/ 243002 w 486000"/>
              <a:gd name="connsiteY36" fmla="*/ 0 h 486001"/>
              <a:gd name="connsiteX37" fmla="*/ 265523 w 486000"/>
              <a:gd name="connsiteY37" fmla="*/ 9326 h 486001"/>
              <a:gd name="connsiteX38" fmla="*/ 318000 w 486000"/>
              <a:gd name="connsiteY38" fmla="*/ 61775 h 486001"/>
              <a:gd name="connsiteX39" fmla="*/ 392316 w 486000"/>
              <a:gd name="connsiteY39" fmla="*/ 61775 h 486001"/>
              <a:gd name="connsiteX40" fmla="*/ 424173 w 486000"/>
              <a:gd name="connsiteY40" fmla="*/ 93630 h 486001"/>
              <a:gd name="connsiteX41" fmla="*/ 424173 w 486000"/>
              <a:gd name="connsiteY41" fmla="*/ 167820 h 486001"/>
              <a:gd name="connsiteX42" fmla="*/ 476673 w 486000"/>
              <a:gd name="connsiteY42" fmla="*/ 220415 h 486001"/>
              <a:gd name="connsiteX43" fmla="*/ 476673 w 486000"/>
              <a:gd name="connsiteY43" fmla="*/ 265455 h 486001"/>
              <a:gd name="connsiteX44" fmla="*/ 424221 w 486000"/>
              <a:gd name="connsiteY44" fmla="*/ 317929 h 486001"/>
              <a:gd name="connsiteX45" fmla="*/ 424221 w 486000"/>
              <a:gd name="connsiteY45" fmla="*/ 318051 h 486001"/>
              <a:gd name="connsiteX46" fmla="*/ 424221 w 486000"/>
              <a:gd name="connsiteY46" fmla="*/ 392240 h 486001"/>
              <a:gd name="connsiteX47" fmla="*/ 392365 w 486000"/>
              <a:gd name="connsiteY47" fmla="*/ 424094 h 486001"/>
              <a:gd name="connsiteX48" fmla="*/ 318122 w 486000"/>
              <a:gd name="connsiteY48" fmla="*/ 424094 h 486001"/>
              <a:gd name="connsiteX49" fmla="*/ 265523 w 486000"/>
              <a:gd name="connsiteY49" fmla="*/ 476617 h 486001"/>
              <a:gd name="connsiteX50" fmla="*/ 243002 w 486000"/>
              <a:gd name="connsiteY50" fmla="*/ 486001 h 486001"/>
              <a:gd name="connsiteX51" fmla="*/ 220481 w 486000"/>
              <a:gd name="connsiteY51" fmla="*/ 476691 h 486001"/>
              <a:gd name="connsiteX52" fmla="*/ 168004 w 486000"/>
              <a:gd name="connsiteY52" fmla="*/ 424217 h 486001"/>
              <a:gd name="connsiteX53" fmla="*/ 93688 w 486000"/>
              <a:gd name="connsiteY53" fmla="*/ 424217 h 486001"/>
              <a:gd name="connsiteX54" fmla="*/ 61832 w 486000"/>
              <a:gd name="connsiteY54" fmla="*/ 392313 h 486001"/>
              <a:gd name="connsiteX55" fmla="*/ 61832 w 486000"/>
              <a:gd name="connsiteY55" fmla="*/ 318123 h 486001"/>
              <a:gd name="connsiteX56" fmla="*/ 9306 w 486000"/>
              <a:gd name="connsiteY56" fmla="*/ 265528 h 486001"/>
              <a:gd name="connsiteX57" fmla="*/ 9306 w 486000"/>
              <a:gd name="connsiteY57" fmla="*/ 220488 h 486001"/>
              <a:gd name="connsiteX58" fmla="*/ 61832 w 486000"/>
              <a:gd name="connsiteY58" fmla="*/ 168014 h 486001"/>
              <a:gd name="connsiteX59" fmla="*/ 61832 w 486000"/>
              <a:gd name="connsiteY59" fmla="*/ 93703 h 486001"/>
              <a:gd name="connsiteX60" fmla="*/ 93688 w 486000"/>
              <a:gd name="connsiteY60" fmla="*/ 61849 h 486001"/>
              <a:gd name="connsiteX61" fmla="*/ 167882 w 486000"/>
              <a:gd name="connsiteY61" fmla="*/ 61849 h 486001"/>
              <a:gd name="connsiteX62" fmla="*/ 220481 w 486000"/>
              <a:gd name="connsiteY62" fmla="*/ 9326 h 486001"/>
              <a:gd name="connsiteX63" fmla="*/ 243002 w 486000"/>
              <a:gd name="connsiteY63" fmla="*/ 0 h 48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486000" h="486001">
                <a:moveTo>
                  <a:pt x="331646" y="172820"/>
                </a:moveTo>
                <a:cubicBezTo>
                  <a:pt x="335699" y="172912"/>
                  <a:pt x="339717" y="174551"/>
                  <a:pt x="342740" y="177714"/>
                </a:cubicBezTo>
                <a:cubicBezTo>
                  <a:pt x="348590" y="183837"/>
                  <a:pt x="348590" y="193479"/>
                  <a:pt x="342740" y="199601"/>
                </a:cubicBezTo>
                <a:lnTo>
                  <a:pt x="238249" y="304232"/>
                </a:lnTo>
                <a:cubicBezTo>
                  <a:pt x="233004" y="309445"/>
                  <a:pt x="225902" y="312355"/>
                  <a:pt x="218506" y="312323"/>
                </a:cubicBezTo>
                <a:cubicBezTo>
                  <a:pt x="211128" y="312340"/>
                  <a:pt x="204048" y="309431"/>
                  <a:pt x="198812" y="304232"/>
                </a:cubicBezTo>
                <a:lnTo>
                  <a:pt x="144703" y="250369"/>
                </a:lnTo>
                <a:cubicBezTo>
                  <a:pt x="138643" y="244056"/>
                  <a:pt x="138850" y="234027"/>
                  <a:pt x="145163" y="227970"/>
                </a:cubicBezTo>
                <a:cubicBezTo>
                  <a:pt x="151273" y="222104"/>
                  <a:pt x="160916" y="222084"/>
                  <a:pt x="167053" y="227922"/>
                </a:cubicBezTo>
                <a:lnTo>
                  <a:pt x="218433" y="279104"/>
                </a:lnTo>
                <a:lnTo>
                  <a:pt x="320340" y="177203"/>
                </a:lnTo>
                <a:cubicBezTo>
                  <a:pt x="323504" y="174181"/>
                  <a:pt x="327593" y="172727"/>
                  <a:pt x="331646" y="172820"/>
                </a:cubicBezTo>
                <a:close/>
                <a:moveTo>
                  <a:pt x="243124" y="31749"/>
                </a:moveTo>
                <a:lnTo>
                  <a:pt x="190403" y="84198"/>
                </a:lnTo>
                <a:cubicBezTo>
                  <a:pt x="184442" y="90189"/>
                  <a:pt x="176335" y="93550"/>
                  <a:pt x="167882" y="93533"/>
                </a:cubicBezTo>
                <a:lnTo>
                  <a:pt x="93688" y="93606"/>
                </a:lnTo>
                <a:lnTo>
                  <a:pt x="93517" y="167893"/>
                </a:lnTo>
                <a:cubicBezTo>
                  <a:pt x="93539" y="176352"/>
                  <a:pt x="90178" y="184471"/>
                  <a:pt x="84182" y="190438"/>
                </a:cubicBezTo>
                <a:lnTo>
                  <a:pt x="31730" y="242887"/>
                </a:lnTo>
                <a:lnTo>
                  <a:pt x="84182" y="295604"/>
                </a:lnTo>
                <a:cubicBezTo>
                  <a:pt x="90174" y="301565"/>
                  <a:pt x="93535" y="309672"/>
                  <a:pt x="93517" y="318123"/>
                </a:cubicBezTo>
                <a:lnTo>
                  <a:pt x="93517" y="392313"/>
                </a:lnTo>
                <a:lnTo>
                  <a:pt x="167882" y="392484"/>
                </a:lnTo>
                <a:cubicBezTo>
                  <a:pt x="176335" y="392467"/>
                  <a:pt x="184442" y="395828"/>
                  <a:pt x="190403" y="401818"/>
                </a:cubicBezTo>
                <a:lnTo>
                  <a:pt x="242880" y="454267"/>
                </a:lnTo>
                <a:lnTo>
                  <a:pt x="295576" y="401721"/>
                </a:lnTo>
                <a:cubicBezTo>
                  <a:pt x="301543" y="395725"/>
                  <a:pt x="309662" y="392364"/>
                  <a:pt x="318122" y="392386"/>
                </a:cubicBezTo>
                <a:lnTo>
                  <a:pt x="392316" y="392386"/>
                </a:lnTo>
                <a:lnTo>
                  <a:pt x="392487" y="318026"/>
                </a:lnTo>
                <a:cubicBezTo>
                  <a:pt x="392469" y="309574"/>
                  <a:pt x="395831" y="301468"/>
                  <a:pt x="401822" y="295507"/>
                </a:cubicBezTo>
                <a:lnTo>
                  <a:pt x="454250" y="243130"/>
                </a:lnTo>
                <a:lnTo>
                  <a:pt x="401797" y="190438"/>
                </a:lnTo>
                <a:cubicBezTo>
                  <a:pt x="395801" y="184471"/>
                  <a:pt x="392440" y="176352"/>
                  <a:pt x="392462" y="167893"/>
                </a:cubicBezTo>
                <a:lnTo>
                  <a:pt x="392462" y="93703"/>
                </a:lnTo>
                <a:lnTo>
                  <a:pt x="318097" y="93533"/>
                </a:lnTo>
                <a:cubicBezTo>
                  <a:pt x="309637" y="93554"/>
                  <a:pt x="301519" y="90194"/>
                  <a:pt x="295552" y="84198"/>
                </a:cubicBezTo>
                <a:close/>
                <a:moveTo>
                  <a:pt x="243002" y="0"/>
                </a:moveTo>
                <a:cubicBezTo>
                  <a:pt x="251152" y="0"/>
                  <a:pt x="259303" y="3109"/>
                  <a:pt x="265523" y="9326"/>
                </a:cubicBezTo>
                <a:lnTo>
                  <a:pt x="318000" y="61775"/>
                </a:lnTo>
                <a:lnTo>
                  <a:pt x="392316" y="61775"/>
                </a:lnTo>
                <a:cubicBezTo>
                  <a:pt x="409899" y="61802"/>
                  <a:pt x="424146" y="76048"/>
                  <a:pt x="424173" y="93630"/>
                </a:cubicBezTo>
                <a:lnTo>
                  <a:pt x="424173" y="167820"/>
                </a:lnTo>
                <a:lnTo>
                  <a:pt x="476673" y="220415"/>
                </a:lnTo>
                <a:cubicBezTo>
                  <a:pt x="489109" y="232855"/>
                  <a:pt x="489109" y="253015"/>
                  <a:pt x="476673" y="265455"/>
                </a:cubicBezTo>
                <a:lnTo>
                  <a:pt x="424221" y="317929"/>
                </a:lnTo>
                <a:cubicBezTo>
                  <a:pt x="424221" y="317929"/>
                  <a:pt x="424221" y="317929"/>
                  <a:pt x="424221" y="318051"/>
                </a:cubicBezTo>
                <a:lnTo>
                  <a:pt x="424221" y="392240"/>
                </a:lnTo>
                <a:cubicBezTo>
                  <a:pt x="424194" y="409822"/>
                  <a:pt x="409948" y="424068"/>
                  <a:pt x="392365" y="424094"/>
                </a:cubicBezTo>
                <a:lnTo>
                  <a:pt x="318122" y="424094"/>
                </a:lnTo>
                <a:lnTo>
                  <a:pt x="265523" y="476617"/>
                </a:lnTo>
                <a:cubicBezTo>
                  <a:pt x="259569" y="482625"/>
                  <a:pt x="251460" y="486003"/>
                  <a:pt x="243002" y="486001"/>
                </a:cubicBezTo>
                <a:cubicBezTo>
                  <a:pt x="234554" y="486023"/>
                  <a:pt x="226448" y="482671"/>
                  <a:pt x="220481" y="476691"/>
                </a:cubicBezTo>
                <a:lnTo>
                  <a:pt x="168004" y="424217"/>
                </a:lnTo>
                <a:lnTo>
                  <a:pt x="93688" y="424217"/>
                </a:lnTo>
                <a:cubicBezTo>
                  <a:pt x="76080" y="424202"/>
                  <a:pt x="61817" y="409920"/>
                  <a:pt x="61832" y="392313"/>
                </a:cubicBezTo>
                <a:lnTo>
                  <a:pt x="61832" y="318123"/>
                </a:lnTo>
                <a:lnTo>
                  <a:pt x="9306" y="265528"/>
                </a:lnTo>
                <a:cubicBezTo>
                  <a:pt x="-3103" y="253079"/>
                  <a:pt x="-3103" y="232937"/>
                  <a:pt x="9306" y="220488"/>
                </a:cubicBezTo>
                <a:lnTo>
                  <a:pt x="61832" y="168014"/>
                </a:lnTo>
                <a:lnTo>
                  <a:pt x="61832" y="93703"/>
                </a:lnTo>
                <a:cubicBezTo>
                  <a:pt x="61858" y="76121"/>
                  <a:pt x="76105" y="61876"/>
                  <a:pt x="93688" y="61849"/>
                </a:cubicBezTo>
                <a:lnTo>
                  <a:pt x="167882" y="61849"/>
                </a:lnTo>
                <a:lnTo>
                  <a:pt x="220481" y="9326"/>
                </a:lnTo>
                <a:cubicBezTo>
                  <a:pt x="226701" y="3109"/>
                  <a:pt x="234851" y="0"/>
                  <a:pt x="243002" y="0"/>
                </a:cubicBezTo>
                <a:close/>
              </a:path>
            </a:pathLst>
          </a:custGeom>
          <a:solidFill>
            <a:schemeClr val="accent1"/>
          </a:solidFill>
          <a:ln w="3083" cap="flat">
            <a:noFill/>
            <a:prstDash val="solid"/>
            <a:miter/>
          </a:ln>
        </p:spPr>
        <p:txBody>
          <a:bodyPr wrap="square"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200">
              <a:latin typeface="微软雅黑" panose="020B0503020204020204" pitchFamily="34" charset="-122"/>
              <a:ea typeface="微软雅黑" panose="020B0503020204020204" pitchFamily="34" charset="-122"/>
            </a:endParaRPr>
          </a:p>
        </p:txBody>
      </p:sp>
      <p:grpSp>
        <p:nvGrpSpPr>
          <p:cNvPr id="33" name="Shape1"/>
          <p:cNvGrpSpPr/>
          <p:nvPr/>
        </p:nvGrpSpPr>
        <p:grpSpPr>
          <a:xfrm>
            <a:off x="6001956" y="2664016"/>
            <a:ext cx="486000" cy="485998"/>
            <a:chOff x="6777312" y="2111831"/>
            <a:chExt cx="581284" cy="474363"/>
          </a:xfrm>
          <a:solidFill>
            <a:schemeClr val="accent1"/>
          </a:solidFill>
        </p:grpSpPr>
        <p:sp>
          <p:nvSpPr>
            <p:cNvPr id="34" name="任意多边形: 形状 204"/>
            <p:cNvSpPr/>
            <p:nvPr/>
          </p:nvSpPr>
          <p:spPr>
            <a:xfrm>
              <a:off x="6860194" y="2546108"/>
              <a:ext cx="411815" cy="40086"/>
            </a:xfrm>
            <a:custGeom>
              <a:avLst/>
              <a:gdLst>
                <a:gd name="connsiteX0" fmla="*/ 391726 w 411814"/>
                <a:gd name="connsiteY0" fmla="*/ -183 h 40086"/>
                <a:gd name="connsiteX1" fmla="*/ 19998 w 411814"/>
                <a:gd name="connsiteY1" fmla="*/ -183 h 40086"/>
                <a:gd name="connsiteX2" fmla="*/ -45 w 411814"/>
                <a:gd name="connsiteY2" fmla="*/ 19860 h 40086"/>
                <a:gd name="connsiteX3" fmla="*/ 19998 w 411814"/>
                <a:gd name="connsiteY3" fmla="*/ 39904 h 40086"/>
                <a:gd name="connsiteX4" fmla="*/ 391726 w 411814"/>
                <a:gd name="connsiteY4" fmla="*/ 39904 h 40086"/>
                <a:gd name="connsiteX5" fmla="*/ 411770 w 411814"/>
                <a:gd name="connsiteY5" fmla="*/ 19860 h 40086"/>
                <a:gd name="connsiteX6" fmla="*/ 391726 w 411814"/>
                <a:gd name="connsiteY6" fmla="*/ -183 h 4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1813" h="40086">
                  <a:moveTo>
                    <a:pt x="391726" y="-183"/>
                  </a:moveTo>
                  <a:lnTo>
                    <a:pt x="19998" y="-183"/>
                  </a:lnTo>
                  <a:cubicBezTo>
                    <a:pt x="8928" y="-183"/>
                    <a:pt x="-45" y="8790"/>
                    <a:pt x="-45" y="19860"/>
                  </a:cubicBezTo>
                  <a:cubicBezTo>
                    <a:pt x="-45" y="30930"/>
                    <a:pt x="8928" y="39904"/>
                    <a:pt x="19998" y="39904"/>
                  </a:cubicBezTo>
                  <a:lnTo>
                    <a:pt x="391726" y="39904"/>
                  </a:lnTo>
                  <a:cubicBezTo>
                    <a:pt x="402797" y="39904"/>
                    <a:pt x="411770" y="30930"/>
                    <a:pt x="411770" y="19860"/>
                  </a:cubicBezTo>
                  <a:cubicBezTo>
                    <a:pt x="411770" y="8790"/>
                    <a:pt x="402797" y="-183"/>
                    <a:pt x="391726" y="-183"/>
                  </a:cubicBezTo>
                  <a:close/>
                </a:path>
              </a:pathLst>
            </a:custGeom>
            <a:grpFill/>
            <a:ln w="3083"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200">
                <a:solidFill>
                  <a:schemeClr val="bg1"/>
                </a:solidFill>
                <a:latin typeface="微软雅黑" panose="020B0503020204020204" pitchFamily="34" charset="-122"/>
                <a:ea typeface="微软雅黑" panose="020B0503020204020204" pitchFamily="34" charset="-122"/>
              </a:endParaRPr>
            </a:p>
          </p:txBody>
        </p:sp>
        <p:sp>
          <p:nvSpPr>
            <p:cNvPr id="35" name="任意多边形: 形状 205"/>
            <p:cNvSpPr/>
            <p:nvPr/>
          </p:nvSpPr>
          <p:spPr>
            <a:xfrm>
              <a:off x="6777312" y="2111831"/>
              <a:ext cx="581284" cy="394439"/>
            </a:xfrm>
            <a:custGeom>
              <a:avLst/>
              <a:gdLst>
                <a:gd name="connsiteX0" fmla="*/ 581240 w 581284"/>
                <a:gd name="connsiteY0" fmla="*/ 115745 h 394439"/>
                <a:gd name="connsiteX1" fmla="*/ 540367 w 581284"/>
                <a:gd name="connsiteY1" fmla="*/ 74718 h 394439"/>
                <a:gd name="connsiteX2" fmla="*/ 499339 w 581284"/>
                <a:gd name="connsiteY2" fmla="*/ 115591 h 394439"/>
                <a:gd name="connsiteX3" fmla="*/ 502762 w 581284"/>
                <a:gd name="connsiteY3" fmla="*/ 132057 h 394439"/>
                <a:gd name="connsiteX4" fmla="*/ 373806 w 581284"/>
                <a:gd name="connsiteY4" fmla="*/ 218676 h 394439"/>
                <a:gd name="connsiteX5" fmla="*/ 314848 w 581284"/>
                <a:gd name="connsiteY5" fmla="*/ 72359 h 394439"/>
                <a:gd name="connsiteX6" fmla="*/ 320383 w 581284"/>
                <a:gd name="connsiteY6" fmla="*/ 14711 h 394439"/>
                <a:gd name="connsiteX7" fmla="*/ 262735 w 581284"/>
                <a:gd name="connsiteY7" fmla="*/ 9176 h 394439"/>
                <a:gd name="connsiteX8" fmla="*/ 257200 w 581284"/>
                <a:gd name="connsiteY8" fmla="*/ 66824 h 394439"/>
                <a:gd name="connsiteX9" fmla="*/ 262735 w 581284"/>
                <a:gd name="connsiteY9" fmla="*/ 72359 h 394439"/>
                <a:gd name="connsiteX10" fmla="*/ 203745 w 581284"/>
                <a:gd name="connsiteY10" fmla="*/ 218552 h 394439"/>
                <a:gd name="connsiteX11" fmla="*/ 77564 w 581284"/>
                <a:gd name="connsiteY11" fmla="*/ 134031 h 394439"/>
                <a:gd name="connsiteX12" fmla="*/ 59023 w 581284"/>
                <a:gd name="connsiteY12" fmla="*/ 79214 h 394439"/>
                <a:gd name="connsiteX13" fmla="*/ 4203 w 581284"/>
                <a:gd name="connsiteY13" fmla="*/ 97756 h 394439"/>
                <a:gd name="connsiteX14" fmla="*/ 22747 w 581284"/>
                <a:gd name="connsiteY14" fmla="*/ 152573 h 394439"/>
                <a:gd name="connsiteX15" fmla="*/ 29245 w 581284"/>
                <a:gd name="connsiteY15" fmla="*/ 155123 h 394439"/>
                <a:gd name="connsiteX16" fmla="*/ 74604 w 581284"/>
                <a:gd name="connsiteY16" fmla="*/ 359134 h 394439"/>
                <a:gd name="connsiteX17" fmla="*/ 118391 w 581284"/>
                <a:gd name="connsiteY17" fmla="*/ 394256 h 394439"/>
                <a:gd name="connsiteX18" fmla="*/ 459191 w 581284"/>
                <a:gd name="connsiteY18" fmla="*/ 394256 h 394439"/>
                <a:gd name="connsiteX19" fmla="*/ 502947 w 581284"/>
                <a:gd name="connsiteY19" fmla="*/ 359134 h 394439"/>
                <a:gd name="connsiteX20" fmla="*/ 548122 w 581284"/>
                <a:gd name="connsiteY20" fmla="*/ 155894 h 394439"/>
                <a:gd name="connsiteX21" fmla="*/ 581240 w 581284"/>
                <a:gd name="connsiteY21" fmla="*/ 115745 h 394439"/>
                <a:gd name="connsiteX22" fmla="*/ 540290 w 581284"/>
                <a:gd name="connsiteY22" fmla="*/ 114882 h 394439"/>
                <a:gd name="connsiteX23" fmla="*/ 541153 w 581284"/>
                <a:gd name="connsiteY23" fmla="*/ 115745 h 394439"/>
                <a:gd name="connsiteX24" fmla="*/ 540290 w 581284"/>
                <a:gd name="connsiteY24" fmla="*/ 116609 h 394439"/>
                <a:gd name="connsiteX25" fmla="*/ 539426 w 581284"/>
                <a:gd name="connsiteY25" fmla="*/ 115745 h 394439"/>
                <a:gd name="connsiteX26" fmla="*/ 540290 w 581284"/>
                <a:gd name="connsiteY26" fmla="*/ 114882 h 394439"/>
                <a:gd name="connsiteX27" fmla="*/ 288791 w 581284"/>
                <a:gd name="connsiteY27" fmla="*/ 40074 h 394439"/>
                <a:gd name="connsiteX28" fmla="*/ 289655 w 581284"/>
                <a:gd name="connsiteY28" fmla="*/ 40937 h 394439"/>
                <a:gd name="connsiteX29" fmla="*/ 289346 w 581284"/>
                <a:gd name="connsiteY29" fmla="*/ 41461 h 394439"/>
                <a:gd name="connsiteX30" fmla="*/ 288205 w 581284"/>
                <a:gd name="connsiteY30" fmla="*/ 41461 h 394439"/>
                <a:gd name="connsiteX31" fmla="*/ 287928 w 581284"/>
                <a:gd name="connsiteY31" fmla="*/ 40937 h 394439"/>
                <a:gd name="connsiteX32" fmla="*/ 288791 w 581284"/>
                <a:gd name="connsiteY32" fmla="*/ 40074 h 394439"/>
                <a:gd name="connsiteX33" fmla="*/ 40901 w 581284"/>
                <a:gd name="connsiteY33" fmla="*/ 114882 h 394439"/>
                <a:gd name="connsiteX34" fmla="*/ 41912 w 581284"/>
                <a:gd name="connsiteY34" fmla="*/ 115566 h 394439"/>
                <a:gd name="connsiteX35" fmla="*/ 41224 w 581284"/>
                <a:gd name="connsiteY35" fmla="*/ 116578 h 394439"/>
                <a:gd name="connsiteX36" fmla="*/ 40901 w 581284"/>
                <a:gd name="connsiteY36" fmla="*/ 116578 h 394439"/>
                <a:gd name="connsiteX37" fmla="*/ 40216 w 581284"/>
                <a:gd name="connsiteY37" fmla="*/ 115566 h 394439"/>
                <a:gd name="connsiteX38" fmla="*/ 40901 w 581284"/>
                <a:gd name="connsiteY38" fmla="*/ 114882 h 394439"/>
                <a:gd name="connsiteX39" fmla="*/ 463816 w 581284"/>
                <a:gd name="connsiteY39" fmla="*/ 350438 h 394439"/>
                <a:gd name="connsiteX40" fmla="*/ 459191 w 581284"/>
                <a:gd name="connsiteY40" fmla="*/ 354169 h 394439"/>
                <a:gd name="connsiteX41" fmla="*/ 118391 w 581284"/>
                <a:gd name="connsiteY41" fmla="*/ 354169 h 394439"/>
                <a:gd name="connsiteX42" fmla="*/ 113735 w 581284"/>
                <a:gd name="connsiteY42" fmla="*/ 350438 h 394439"/>
                <a:gd name="connsiteX43" fmla="*/ 76146 w 581284"/>
                <a:gd name="connsiteY43" fmla="*/ 181241 h 394439"/>
                <a:gd name="connsiteX44" fmla="*/ 194001 w 581284"/>
                <a:gd name="connsiteY44" fmla="*/ 260459 h 394439"/>
                <a:gd name="connsiteX45" fmla="*/ 231815 w 581284"/>
                <a:gd name="connsiteY45" fmla="*/ 254180 h 394439"/>
                <a:gd name="connsiteX46" fmla="*/ 235075 w 581284"/>
                <a:gd name="connsiteY46" fmla="*/ 248124 h 394439"/>
                <a:gd name="connsiteX47" fmla="*/ 288791 w 581284"/>
                <a:gd name="connsiteY47" fmla="*/ 114974 h 394439"/>
                <a:gd name="connsiteX48" fmla="*/ 342477 w 581284"/>
                <a:gd name="connsiteY48" fmla="*/ 248124 h 394439"/>
                <a:gd name="connsiteX49" fmla="*/ 377546 w 581284"/>
                <a:gd name="connsiteY49" fmla="*/ 263709 h 394439"/>
                <a:gd name="connsiteX50" fmla="*/ 383581 w 581284"/>
                <a:gd name="connsiteY50" fmla="*/ 260459 h 394439"/>
                <a:gd name="connsiteX51" fmla="*/ 501436 w 581284"/>
                <a:gd name="connsiteY51" fmla="*/ 181272 h 394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81284" h="394439">
                  <a:moveTo>
                    <a:pt x="581240" y="115745"/>
                  </a:moveTo>
                  <a:cubicBezTo>
                    <a:pt x="581283" y="93130"/>
                    <a:pt x="562982" y="74761"/>
                    <a:pt x="540367" y="74718"/>
                  </a:cubicBezTo>
                  <a:cubicBezTo>
                    <a:pt x="517752" y="74675"/>
                    <a:pt x="499383" y="92976"/>
                    <a:pt x="499339" y="115591"/>
                  </a:cubicBezTo>
                  <a:cubicBezTo>
                    <a:pt x="499330" y="121259"/>
                    <a:pt x="500496" y="126865"/>
                    <a:pt x="502762" y="132057"/>
                  </a:cubicBezTo>
                  <a:lnTo>
                    <a:pt x="373806" y="218676"/>
                  </a:lnTo>
                  <a:lnTo>
                    <a:pt x="314848" y="72359"/>
                  </a:lnTo>
                  <a:cubicBezTo>
                    <a:pt x="332295" y="57968"/>
                    <a:pt x="334774" y="32158"/>
                    <a:pt x="320383" y="14711"/>
                  </a:cubicBezTo>
                  <a:cubicBezTo>
                    <a:pt x="305991" y="-2736"/>
                    <a:pt x="280182" y="-5212"/>
                    <a:pt x="262735" y="9176"/>
                  </a:cubicBezTo>
                  <a:cubicBezTo>
                    <a:pt x="245288" y="23567"/>
                    <a:pt x="242808" y="49377"/>
                    <a:pt x="257200" y="66824"/>
                  </a:cubicBezTo>
                  <a:cubicBezTo>
                    <a:pt x="258865" y="68841"/>
                    <a:pt x="260718" y="70694"/>
                    <a:pt x="262735" y="72359"/>
                  </a:cubicBezTo>
                  <a:lnTo>
                    <a:pt x="203745" y="218552"/>
                  </a:lnTo>
                  <a:lnTo>
                    <a:pt x="77564" y="134031"/>
                  </a:lnTo>
                  <a:cubicBezTo>
                    <a:pt x="87580" y="113772"/>
                    <a:pt x="79279" y="89229"/>
                    <a:pt x="59023" y="79214"/>
                  </a:cubicBezTo>
                  <a:cubicBezTo>
                    <a:pt x="38764" y="69198"/>
                    <a:pt x="14221" y="77499"/>
                    <a:pt x="4203" y="97756"/>
                  </a:cubicBezTo>
                  <a:cubicBezTo>
                    <a:pt x="-5813" y="118015"/>
                    <a:pt x="2488" y="142557"/>
                    <a:pt x="22747" y="152573"/>
                  </a:cubicBezTo>
                  <a:cubicBezTo>
                    <a:pt x="24835" y="153609"/>
                    <a:pt x="27009" y="154460"/>
                    <a:pt x="29245" y="155123"/>
                  </a:cubicBezTo>
                  <a:lnTo>
                    <a:pt x="74604" y="359134"/>
                  </a:lnTo>
                  <a:cubicBezTo>
                    <a:pt x="79076" y="379714"/>
                    <a:pt x="97333" y="394358"/>
                    <a:pt x="118391" y="394256"/>
                  </a:cubicBezTo>
                  <a:lnTo>
                    <a:pt x="459191" y="394256"/>
                  </a:lnTo>
                  <a:cubicBezTo>
                    <a:pt x="480243" y="394355"/>
                    <a:pt x="498488" y="379708"/>
                    <a:pt x="502947" y="359134"/>
                  </a:cubicBezTo>
                  <a:lnTo>
                    <a:pt x="548122" y="155894"/>
                  </a:lnTo>
                  <a:cubicBezTo>
                    <a:pt x="567333" y="152138"/>
                    <a:pt x="581206" y="135320"/>
                    <a:pt x="581240" y="115745"/>
                  </a:cubicBezTo>
                  <a:close/>
                  <a:moveTo>
                    <a:pt x="540290" y="114882"/>
                  </a:moveTo>
                  <a:cubicBezTo>
                    <a:pt x="540768" y="114882"/>
                    <a:pt x="541153" y="115267"/>
                    <a:pt x="541153" y="115745"/>
                  </a:cubicBezTo>
                  <a:cubicBezTo>
                    <a:pt x="541153" y="116223"/>
                    <a:pt x="540768" y="116609"/>
                    <a:pt x="540290" y="116609"/>
                  </a:cubicBezTo>
                  <a:cubicBezTo>
                    <a:pt x="539812" y="116609"/>
                    <a:pt x="539426" y="116223"/>
                    <a:pt x="539426" y="115745"/>
                  </a:cubicBezTo>
                  <a:cubicBezTo>
                    <a:pt x="539426" y="115267"/>
                    <a:pt x="539812" y="114882"/>
                    <a:pt x="540290" y="114882"/>
                  </a:cubicBezTo>
                  <a:close/>
                  <a:moveTo>
                    <a:pt x="288791" y="40074"/>
                  </a:moveTo>
                  <a:cubicBezTo>
                    <a:pt x="289260" y="40089"/>
                    <a:pt x="289639" y="40468"/>
                    <a:pt x="289655" y="40937"/>
                  </a:cubicBezTo>
                  <a:cubicBezTo>
                    <a:pt x="289664" y="41159"/>
                    <a:pt x="289544" y="41363"/>
                    <a:pt x="289346" y="41461"/>
                  </a:cubicBezTo>
                  <a:lnTo>
                    <a:pt x="288205" y="41461"/>
                  </a:lnTo>
                  <a:cubicBezTo>
                    <a:pt x="288023" y="41350"/>
                    <a:pt x="287918" y="41150"/>
                    <a:pt x="287928" y="40937"/>
                  </a:cubicBezTo>
                  <a:cubicBezTo>
                    <a:pt x="287943" y="40468"/>
                    <a:pt x="288322" y="40089"/>
                    <a:pt x="288791" y="40074"/>
                  </a:cubicBezTo>
                  <a:close/>
                  <a:moveTo>
                    <a:pt x="40901" y="114882"/>
                  </a:moveTo>
                  <a:cubicBezTo>
                    <a:pt x="41369" y="114792"/>
                    <a:pt x="41822" y="115098"/>
                    <a:pt x="41912" y="115566"/>
                  </a:cubicBezTo>
                  <a:cubicBezTo>
                    <a:pt x="42001" y="116035"/>
                    <a:pt x="41693" y="116488"/>
                    <a:pt x="41224" y="116578"/>
                  </a:cubicBezTo>
                  <a:cubicBezTo>
                    <a:pt x="41119" y="116599"/>
                    <a:pt x="41008" y="116599"/>
                    <a:pt x="40901" y="116578"/>
                  </a:cubicBezTo>
                  <a:cubicBezTo>
                    <a:pt x="40432" y="116488"/>
                    <a:pt x="40127" y="116035"/>
                    <a:pt x="40216" y="115566"/>
                  </a:cubicBezTo>
                  <a:cubicBezTo>
                    <a:pt x="40281" y="115221"/>
                    <a:pt x="40552" y="114950"/>
                    <a:pt x="40901" y="114882"/>
                  </a:cubicBezTo>
                  <a:close/>
                  <a:moveTo>
                    <a:pt x="463816" y="350438"/>
                  </a:moveTo>
                  <a:cubicBezTo>
                    <a:pt x="463351" y="352618"/>
                    <a:pt x="461420" y="354176"/>
                    <a:pt x="459191" y="354169"/>
                  </a:cubicBezTo>
                  <a:lnTo>
                    <a:pt x="118391" y="354169"/>
                  </a:lnTo>
                  <a:cubicBezTo>
                    <a:pt x="116150" y="354191"/>
                    <a:pt x="114204" y="352631"/>
                    <a:pt x="113735" y="350438"/>
                  </a:cubicBezTo>
                  <a:lnTo>
                    <a:pt x="76146" y="181241"/>
                  </a:lnTo>
                  <a:lnTo>
                    <a:pt x="194001" y="260459"/>
                  </a:lnTo>
                  <a:cubicBezTo>
                    <a:pt x="206178" y="269167"/>
                    <a:pt x="223107" y="266358"/>
                    <a:pt x="231815" y="254180"/>
                  </a:cubicBezTo>
                  <a:cubicBezTo>
                    <a:pt x="233154" y="252309"/>
                    <a:pt x="234252" y="250274"/>
                    <a:pt x="235075" y="248124"/>
                  </a:cubicBezTo>
                  <a:lnTo>
                    <a:pt x="288791" y="114974"/>
                  </a:lnTo>
                  <a:lnTo>
                    <a:pt x="342477" y="248124"/>
                  </a:lnTo>
                  <a:cubicBezTo>
                    <a:pt x="347857" y="262111"/>
                    <a:pt x="363559" y="269090"/>
                    <a:pt x="377546" y="263709"/>
                  </a:cubicBezTo>
                  <a:cubicBezTo>
                    <a:pt x="379686" y="262885"/>
                    <a:pt x="381715" y="261794"/>
                    <a:pt x="383581" y="260459"/>
                  </a:cubicBezTo>
                  <a:lnTo>
                    <a:pt x="501436" y="181272"/>
                  </a:lnTo>
                  <a:close/>
                </a:path>
              </a:pathLst>
            </a:custGeom>
            <a:grpFill/>
            <a:ln w="3083"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20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9216221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6CE06455-740B-1170-F1EF-E35418C5D5A8}"/>
              </a:ext>
            </a:extLst>
          </p:cNvPr>
          <p:cNvGrpSpPr/>
          <p:nvPr/>
        </p:nvGrpSpPr>
        <p:grpSpPr>
          <a:xfrm rot="275885">
            <a:off x="5024890" y="2443274"/>
            <a:ext cx="4189676" cy="2189467"/>
            <a:chOff x="5088529" y="2379328"/>
            <a:chExt cx="4189676" cy="2189467"/>
          </a:xfrm>
        </p:grpSpPr>
        <p:sp>
          <p:nvSpPr>
            <p:cNvPr id="21" name="图形 18"/>
            <p:cNvSpPr/>
            <p:nvPr/>
          </p:nvSpPr>
          <p:spPr>
            <a:xfrm rot="1613050">
              <a:off x="5088529" y="2379328"/>
              <a:ext cx="4189676" cy="2081319"/>
            </a:xfrm>
            <a:custGeom>
              <a:avLst/>
              <a:gdLst>
                <a:gd name="connsiteX0" fmla="*/ 2424547 w 2953027"/>
                <a:gd name="connsiteY0" fmla="*/ 182099 h 1466985"/>
                <a:gd name="connsiteX1" fmla="*/ 1983443 w 2953027"/>
                <a:gd name="connsiteY1" fmla="*/ 368695 h 1466985"/>
                <a:gd name="connsiteX2" fmla="*/ 1812756 w 2953027"/>
                <a:gd name="connsiteY2" fmla="*/ 471564 h 1466985"/>
                <a:gd name="connsiteX3" fmla="*/ 1481667 w 2953027"/>
                <a:gd name="connsiteY3" fmla="*/ 469373 h 1466985"/>
                <a:gd name="connsiteX4" fmla="*/ 1378987 w 2953027"/>
                <a:gd name="connsiteY4" fmla="*/ 388125 h 1466985"/>
                <a:gd name="connsiteX5" fmla="*/ 727383 w 2953027"/>
                <a:gd name="connsiteY5" fmla="*/ -1447 h 1466985"/>
                <a:gd name="connsiteX6" fmla="*/ -2233 w 2953027"/>
                <a:gd name="connsiteY6" fmla="*/ 714261 h 1466985"/>
                <a:gd name="connsiteX7" fmla="*/ 713095 w 2953027"/>
                <a:gd name="connsiteY7" fmla="*/ 1465308 h 1466985"/>
                <a:gd name="connsiteX8" fmla="*/ 1382036 w 2953027"/>
                <a:gd name="connsiteY8" fmla="*/ 1069830 h 1466985"/>
                <a:gd name="connsiteX9" fmla="*/ 1488429 w 2953027"/>
                <a:gd name="connsiteY9" fmla="*/ 986486 h 1466985"/>
                <a:gd name="connsiteX10" fmla="*/ 1800373 w 2953027"/>
                <a:gd name="connsiteY10" fmla="*/ 984391 h 1466985"/>
                <a:gd name="connsiteX11" fmla="*/ 1977823 w 2953027"/>
                <a:gd name="connsiteY11" fmla="*/ 1092499 h 1466985"/>
                <a:gd name="connsiteX12" fmla="*/ 2756682 w 2953027"/>
                <a:gd name="connsiteY12" fmla="*/ 1154221 h 1466985"/>
                <a:gd name="connsiteX13" fmla="*/ 2818309 w 2953027"/>
                <a:gd name="connsiteY13" fmla="*/ 375362 h 1466985"/>
                <a:gd name="connsiteX14" fmla="*/ 2424547 w 2953027"/>
                <a:gd name="connsiteY14" fmla="*/ 182099 h 146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53027" h="1466985">
                  <a:moveTo>
                    <a:pt x="2424547" y="182099"/>
                  </a:moveTo>
                  <a:cubicBezTo>
                    <a:pt x="2256715" y="173812"/>
                    <a:pt x="2094313" y="242488"/>
                    <a:pt x="1983443" y="368695"/>
                  </a:cubicBezTo>
                  <a:cubicBezTo>
                    <a:pt x="1938199" y="419367"/>
                    <a:pt x="1878668" y="455277"/>
                    <a:pt x="1812756" y="471564"/>
                  </a:cubicBezTo>
                  <a:cubicBezTo>
                    <a:pt x="1704074" y="499187"/>
                    <a:pt x="1590060" y="498425"/>
                    <a:pt x="1481667" y="469373"/>
                  </a:cubicBezTo>
                  <a:cubicBezTo>
                    <a:pt x="1437660" y="457753"/>
                    <a:pt x="1400418" y="428321"/>
                    <a:pt x="1378987" y="388125"/>
                  </a:cubicBezTo>
                  <a:cubicBezTo>
                    <a:pt x="1251162" y="147238"/>
                    <a:pt x="1000082" y="-2876"/>
                    <a:pt x="727383" y="-1447"/>
                  </a:cubicBezTo>
                  <a:cubicBezTo>
                    <a:pt x="332856" y="458"/>
                    <a:pt x="7101" y="319831"/>
                    <a:pt x="-2233" y="714261"/>
                  </a:cubicBezTo>
                  <a:cubicBezTo>
                    <a:pt x="-12140" y="1119169"/>
                    <a:pt x="308187" y="1455497"/>
                    <a:pt x="713095" y="1465308"/>
                  </a:cubicBezTo>
                  <a:cubicBezTo>
                    <a:pt x="993320" y="1472166"/>
                    <a:pt x="1252972" y="1318718"/>
                    <a:pt x="1382036" y="1069830"/>
                  </a:cubicBezTo>
                  <a:cubicBezTo>
                    <a:pt x="1403941" y="1028110"/>
                    <a:pt x="1442709" y="997820"/>
                    <a:pt x="1488429" y="986486"/>
                  </a:cubicBezTo>
                  <a:cubicBezTo>
                    <a:pt x="1590728" y="960578"/>
                    <a:pt x="1697789" y="959911"/>
                    <a:pt x="1800373" y="984391"/>
                  </a:cubicBezTo>
                  <a:cubicBezTo>
                    <a:pt x="1869525" y="1000678"/>
                    <a:pt x="1931723" y="1038492"/>
                    <a:pt x="1977823" y="1092499"/>
                  </a:cubicBezTo>
                  <a:cubicBezTo>
                    <a:pt x="2175848" y="1324624"/>
                    <a:pt x="2524559" y="1352246"/>
                    <a:pt x="2756682" y="1154221"/>
                  </a:cubicBezTo>
                  <a:cubicBezTo>
                    <a:pt x="2988808" y="956101"/>
                    <a:pt x="3016429" y="607391"/>
                    <a:pt x="2818309" y="375362"/>
                  </a:cubicBezTo>
                  <a:cubicBezTo>
                    <a:pt x="2719345" y="259348"/>
                    <a:pt x="2576851" y="189434"/>
                    <a:pt x="2424547" y="182099"/>
                  </a:cubicBezTo>
                  <a:close/>
                </a:path>
              </a:pathLst>
            </a:custGeom>
            <a:solidFill>
              <a:schemeClr val="tx1"/>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23" name="Freeform 18"/>
            <p:cNvSpPr/>
            <p:nvPr/>
          </p:nvSpPr>
          <p:spPr bwMode="auto">
            <a:xfrm>
              <a:off x="7842340" y="3502153"/>
              <a:ext cx="1061680" cy="1066642"/>
            </a:xfrm>
            <a:custGeom>
              <a:avLst/>
              <a:gdLst>
                <a:gd name="T0" fmla="*/ 181 w 181"/>
                <a:gd name="T1" fmla="*/ 90 h 181"/>
                <a:gd name="T2" fmla="*/ 91 w 181"/>
                <a:gd name="T3" fmla="*/ 181 h 181"/>
                <a:gd name="T4" fmla="*/ 0 w 181"/>
                <a:gd name="T5" fmla="*/ 92 h 181"/>
                <a:gd name="T6" fmla="*/ 89 w 181"/>
                <a:gd name="T7" fmla="*/ 0 h 181"/>
                <a:gd name="T8" fmla="*/ 181 w 181"/>
                <a:gd name="T9" fmla="*/ 90 h 181"/>
              </a:gdLst>
              <a:ahLst/>
              <a:cxnLst>
                <a:cxn ang="0">
                  <a:pos x="T0" y="T1"/>
                </a:cxn>
                <a:cxn ang="0">
                  <a:pos x="T2" y="T3"/>
                </a:cxn>
                <a:cxn ang="0">
                  <a:pos x="T4" y="T5"/>
                </a:cxn>
                <a:cxn ang="0">
                  <a:pos x="T6" y="T7"/>
                </a:cxn>
                <a:cxn ang="0">
                  <a:pos x="T8" y="T9"/>
                </a:cxn>
              </a:cxnLst>
              <a:rect l="0" t="0" r="r" b="b"/>
              <a:pathLst>
                <a:path w="181" h="181">
                  <a:moveTo>
                    <a:pt x="181" y="90"/>
                  </a:moveTo>
                  <a:cubicBezTo>
                    <a:pt x="181" y="139"/>
                    <a:pt x="141" y="180"/>
                    <a:pt x="91" y="181"/>
                  </a:cubicBezTo>
                  <a:cubicBezTo>
                    <a:pt x="42" y="181"/>
                    <a:pt x="1" y="141"/>
                    <a:pt x="0" y="92"/>
                  </a:cubicBezTo>
                  <a:cubicBezTo>
                    <a:pt x="0" y="42"/>
                    <a:pt x="40" y="1"/>
                    <a:pt x="89" y="0"/>
                  </a:cubicBezTo>
                  <a:cubicBezTo>
                    <a:pt x="139" y="0"/>
                    <a:pt x="180" y="40"/>
                    <a:pt x="181" y="90"/>
                  </a:cubicBezTo>
                  <a:close/>
                </a:path>
              </a:pathLst>
            </a:custGeom>
            <a:solidFill>
              <a:schemeClr val="bg1"/>
            </a:solidFill>
            <a:ln>
              <a:noFill/>
            </a:ln>
          </p:spPr>
          <p:txBody>
            <a:bodyPr vert="horz" wrap="square" lIns="91440" tIns="45720" rIns="91440" bIns="4572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4400">
                <a:solidFill>
                  <a:schemeClr val="accent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grpSp>
          <p:nvGrpSpPr>
            <p:cNvPr id="36" name="Shape2"/>
            <p:cNvGrpSpPr/>
            <p:nvPr/>
          </p:nvGrpSpPr>
          <p:grpSpPr>
            <a:xfrm>
              <a:off x="8138021" y="3817009"/>
              <a:ext cx="486000" cy="486000"/>
              <a:chOff x="5997280" y="4101941"/>
              <a:chExt cx="534264" cy="534264"/>
            </a:xfrm>
            <a:solidFill>
              <a:schemeClr val="accent1"/>
            </a:solidFill>
          </p:grpSpPr>
          <p:sp>
            <p:nvSpPr>
              <p:cNvPr id="37" name="任意多边形: 形状 245"/>
              <p:cNvSpPr/>
              <p:nvPr/>
            </p:nvSpPr>
            <p:spPr>
              <a:xfrm>
                <a:off x="5997280" y="4101941"/>
                <a:ext cx="534264" cy="534264"/>
              </a:xfrm>
              <a:custGeom>
                <a:avLst/>
                <a:gdLst>
                  <a:gd name="connsiteX0" fmla="*/ 267118 w 534264"/>
                  <a:gd name="connsiteY0" fmla="*/ 534082 h 534264"/>
                  <a:gd name="connsiteX1" fmla="*/ -45 w 534264"/>
                  <a:gd name="connsiteY1" fmla="*/ 266980 h 534264"/>
                  <a:gd name="connsiteX2" fmla="*/ 267056 w 534264"/>
                  <a:gd name="connsiteY2" fmla="*/ -183 h 534264"/>
                  <a:gd name="connsiteX3" fmla="*/ 534220 w 534264"/>
                  <a:gd name="connsiteY3" fmla="*/ 266918 h 534264"/>
                  <a:gd name="connsiteX4" fmla="*/ 534220 w 534264"/>
                  <a:gd name="connsiteY4" fmla="*/ 266980 h 534264"/>
                  <a:gd name="connsiteX5" fmla="*/ 267118 w 534264"/>
                  <a:gd name="connsiteY5" fmla="*/ 534082 h 534264"/>
                  <a:gd name="connsiteX6" fmla="*/ 267118 w 534264"/>
                  <a:gd name="connsiteY6" fmla="*/ 39935 h 534264"/>
                  <a:gd name="connsiteX7" fmla="*/ 40042 w 534264"/>
                  <a:gd name="connsiteY7" fmla="*/ 266949 h 534264"/>
                  <a:gd name="connsiteX8" fmla="*/ 267056 w 534264"/>
                  <a:gd name="connsiteY8" fmla="*/ 494026 h 534264"/>
                  <a:gd name="connsiteX9" fmla="*/ 494133 w 534264"/>
                  <a:gd name="connsiteY9" fmla="*/ 267011 h 534264"/>
                  <a:gd name="connsiteX10" fmla="*/ 494133 w 534264"/>
                  <a:gd name="connsiteY10" fmla="*/ 266980 h 534264"/>
                  <a:gd name="connsiteX11" fmla="*/ 267118 w 534264"/>
                  <a:gd name="connsiteY11" fmla="*/ 39935 h 534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4264" h="534264">
                    <a:moveTo>
                      <a:pt x="267118" y="534082"/>
                    </a:moveTo>
                    <a:cubicBezTo>
                      <a:pt x="119586" y="534112"/>
                      <a:pt x="-28" y="414499"/>
                      <a:pt x="-45" y="266980"/>
                    </a:cubicBezTo>
                    <a:cubicBezTo>
                      <a:pt x="-62" y="119461"/>
                      <a:pt x="119525" y="-152"/>
                      <a:pt x="267056" y="-183"/>
                    </a:cubicBezTo>
                    <a:cubicBezTo>
                      <a:pt x="414588" y="-214"/>
                      <a:pt x="534201" y="119399"/>
                      <a:pt x="534220" y="266918"/>
                    </a:cubicBezTo>
                    <a:cubicBezTo>
                      <a:pt x="534220" y="266949"/>
                      <a:pt x="534220" y="266949"/>
                      <a:pt x="534220" y="266980"/>
                    </a:cubicBezTo>
                    <a:cubicBezTo>
                      <a:pt x="534050" y="414438"/>
                      <a:pt x="414564" y="533897"/>
                      <a:pt x="267118" y="534082"/>
                    </a:cubicBezTo>
                    <a:close/>
                    <a:moveTo>
                      <a:pt x="267118" y="39935"/>
                    </a:moveTo>
                    <a:cubicBezTo>
                      <a:pt x="141724" y="39904"/>
                      <a:pt x="40059" y="141570"/>
                      <a:pt x="40042" y="266949"/>
                    </a:cubicBezTo>
                    <a:cubicBezTo>
                      <a:pt x="40025" y="392329"/>
                      <a:pt x="141662" y="493995"/>
                      <a:pt x="267056" y="494026"/>
                    </a:cubicBezTo>
                    <a:cubicBezTo>
                      <a:pt x="392451" y="494056"/>
                      <a:pt x="494114" y="392390"/>
                      <a:pt x="494133" y="267011"/>
                    </a:cubicBezTo>
                    <a:cubicBezTo>
                      <a:pt x="494133" y="267011"/>
                      <a:pt x="494133" y="266980"/>
                      <a:pt x="494133" y="266980"/>
                    </a:cubicBezTo>
                    <a:cubicBezTo>
                      <a:pt x="493997" y="141662"/>
                      <a:pt x="392445" y="40089"/>
                      <a:pt x="267118" y="39935"/>
                    </a:cubicBezTo>
                    <a:close/>
                  </a:path>
                </a:pathLst>
              </a:custGeom>
              <a:grpFill/>
              <a:ln w="3083"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200">
                  <a:latin typeface="微软雅黑" panose="020B0503020204020204" pitchFamily="34" charset="-122"/>
                  <a:ea typeface="微软雅黑" panose="020B0503020204020204" pitchFamily="34" charset="-122"/>
                </a:endParaRPr>
              </a:p>
            </p:txBody>
          </p:sp>
          <p:sp>
            <p:nvSpPr>
              <p:cNvPr id="38" name="任意多边形: 形状 246"/>
              <p:cNvSpPr/>
              <p:nvPr/>
            </p:nvSpPr>
            <p:spPr>
              <a:xfrm>
                <a:off x="6242488" y="4347118"/>
                <a:ext cx="43910" cy="43910"/>
              </a:xfrm>
              <a:custGeom>
                <a:avLst/>
                <a:gdLst>
                  <a:gd name="connsiteX0" fmla="*/ 43910 w 43910"/>
                  <a:gd name="connsiteY0" fmla="*/ 21955 h 43910"/>
                  <a:gd name="connsiteX1" fmla="*/ 21955 w 43910"/>
                  <a:gd name="connsiteY1" fmla="*/ 43911 h 43910"/>
                  <a:gd name="connsiteX2" fmla="*/ 0 w 43910"/>
                  <a:gd name="connsiteY2" fmla="*/ 21955 h 43910"/>
                  <a:gd name="connsiteX3" fmla="*/ 21955 w 43910"/>
                  <a:gd name="connsiteY3" fmla="*/ 0 h 43910"/>
                  <a:gd name="connsiteX4" fmla="*/ 43910 w 43910"/>
                  <a:gd name="connsiteY4" fmla="*/ 21955 h 43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10" h="43910">
                    <a:moveTo>
                      <a:pt x="43910" y="21955"/>
                    </a:moveTo>
                    <a:cubicBezTo>
                      <a:pt x="43910" y="34081"/>
                      <a:pt x="34081" y="43911"/>
                      <a:pt x="21955" y="43911"/>
                    </a:cubicBezTo>
                    <a:cubicBezTo>
                      <a:pt x="9830" y="43911"/>
                      <a:pt x="0" y="34081"/>
                      <a:pt x="0" y="21955"/>
                    </a:cubicBezTo>
                    <a:cubicBezTo>
                      <a:pt x="0" y="9830"/>
                      <a:pt x="9830" y="0"/>
                      <a:pt x="21955" y="0"/>
                    </a:cubicBezTo>
                    <a:cubicBezTo>
                      <a:pt x="34081" y="0"/>
                      <a:pt x="43910" y="9830"/>
                      <a:pt x="43910" y="21955"/>
                    </a:cubicBezTo>
                    <a:close/>
                  </a:path>
                </a:pathLst>
              </a:custGeom>
              <a:grpFill/>
              <a:ln w="3083"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200">
                  <a:latin typeface="微软雅黑" panose="020B0503020204020204" pitchFamily="34" charset="-122"/>
                  <a:ea typeface="微软雅黑" panose="020B0503020204020204" pitchFamily="34" charset="-122"/>
                </a:endParaRPr>
              </a:p>
            </p:txBody>
          </p:sp>
          <p:sp>
            <p:nvSpPr>
              <p:cNvPr id="39" name="任意多边形: 形状 247"/>
              <p:cNvSpPr/>
              <p:nvPr/>
            </p:nvSpPr>
            <p:spPr>
              <a:xfrm>
                <a:off x="6116112" y="4220839"/>
                <a:ext cx="296554" cy="296617"/>
              </a:xfrm>
              <a:custGeom>
                <a:avLst/>
                <a:gdLst>
                  <a:gd name="connsiteX0" fmla="*/ 24510 w 296554"/>
                  <a:gd name="connsiteY0" fmla="*/ 296434 h 296617"/>
                  <a:gd name="connsiteX1" fmla="*/ -45 w 296554"/>
                  <a:gd name="connsiteY1" fmla="*/ 271642 h 296617"/>
                  <a:gd name="connsiteX2" fmla="*/ 2308 w 296554"/>
                  <a:gd name="connsiteY2" fmla="*/ 261250 h 296617"/>
                  <a:gd name="connsiteX3" fmla="*/ 82482 w 296554"/>
                  <a:gd name="connsiteY3" fmla="*/ 93841 h 296617"/>
                  <a:gd name="connsiteX4" fmla="*/ 94014 w 296554"/>
                  <a:gd name="connsiteY4" fmla="*/ 82309 h 296617"/>
                  <a:gd name="connsiteX5" fmla="*/ 261423 w 296554"/>
                  <a:gd name="connsiteY5" fmla="*/ 2135 h 296617"/>
                  <a:gd name="connsiteX6" fmla="*/ 294202 w 296554"/>
                  <a:gd name="connsiteY6" fmla="*/ 14069 h 296617"/>
                  <a:gd name="connsiteX7" fmla="*/ 294202 w 296554"/>
                  <a:gd name="connsiteY7" fmla="*/ 34914 h 296617"/>
                  <a:gd name="connsiteX8" fmla="*/ 214028 w 296554"/>
                  <a:gd name="connsiteY8" fmla="*/ 202322 h 296617"/>
                  <a:gd name="connsiteX9" fmla="*/ 202495 w 296554"/>
                  <a:gd name="connsiteY9" fmla="*/ 213886 h 296617"/>
                  <a:gd name="connsiteX10" fmla="*/ 202495 w 296554"/>
                  <a:gd name="connsiteY10" fmla="*/ 213886 h 296617"/>
                  <a:gd name="connsiteX11" fmla="*/ 35087 w 296554"/>
                  <a:gd name="connsiteY11" fmla="*/ 294059 h 296617"/>
                  <a:gd name="connsiteX12" fmla="*/ 24510 w 296554"/>
                  <a:gd name="connsiteY12" fmla="*/ 296434 h 296617"/>
                  <a:gd name="connsiteX13" fmla="*/ 113934 w 296554"/>
                  <a:gd name="connsiteY13" fmla="*/ 113792 h 296617"/>
                  <a:gd name="connsiteX14" fmla="*/ 50875 w 296554"/>
                  <a:gd name="connsiteY14" fmla="*/ 245431 h 296617"/>
                  <a:gd name="connsiteX15" fmla="*/ 182514 w 296554"/>
                  <a:gd name="connsiteY15" fmla="*/ 182372 h 296617"/>
                  <a:gd name="connsiteX16" fmla="*/ 245573 w 296554"/>
                  <a:gd name="connsiteY16" fmla="*/ 50733 h 296617"/>
                  <a:gd name="connsiteX17" fmla="*/ 194447 w 296554"/>
                  <a:gd name="connsiteY17" fmla="*/ 197050 h 296617"/>
                  <a:gd name="connsiteX18" fmla="*/ 194447 w 296554"/>
                  <a:gd name="connsiteY18" fmla="*/ 197050 h 296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6554" h="296617">
                    <a:moveTo>
                      <a:pt x="24510" y="296434"/>
                    </a:moveTo>
                    <a:cubicBezTo>
                      <a:pt x="10887" y="296372"/>
                      <a:pt x="-106" y="285271"/>
                      <a:pt x="-45" y="271642"/>
                    </a:cubicBezTo>
                    <a:cubicBezTo>
                      <a:pt x="-29" y="268065"/>
                      <a:pt x="775" y="264519"/>
                      <a:pt x="2308" y="261250"/>
                    </a:cubicBezTo>
                    <a:lnTo>
                      <a:pt x="82482" y="93841"/>
                    </a:lnTo>
                    <a:cubicBezTo>
                      <a:pt x="84908" y="88815"/>
                      <a:pt x="88973" y="84745"/>
                      <a:pt x="94014" y="82309"/>
                    </a:cubicBezTo>
                    <a:lnTo>
                      <a:pt x="261423" y="2135"/>
                    </a:lnTo>
                    <a:cubicBezTo>
                      <a:pt x="273773" y="-3631"/>
                      <a:pt x="288448" y="1734"/>
                      <a:pt x="294202" y="14069"/>
                    </a:cubicBezTo>
                    <a:cubicBezTo>
                      <a:pt x="297279" y="20698"/>
                      <a:pt x="297279" y="28315"/>
                      <a:pt x="294202" y="34914"/>
                    </a:cubicBezTo>
                    <a:lnTo>
                      <a:pt x="214028" y="202322"/>
                    </a:lnTo>
                    <a:cubicBezTo>
                      <a:pt x="211607" y="207379"/>
                      <a:pt x="207540" y="211450"/>
                      <a:pt x="202495" y="213886"/>
                    </a:cubicBezTo>
                    <a:lnTo>
                      <a:pt x="202495" y="213886"/>
                    </a:lnTo>
                    <a:lnTo>
                      <a:pt x="35087" y="294059"/>
                    </a:lnTo>
                    <a:cubicBezTo>
                      <a:pt x="31784" y="295632"/>
                      <a:pt x="28170" y="296434"/>
                      <a:pt x="24510" y="296434"/>
                    </a:cubicBezTo>
                    <a:close/>
                    <a:moveTo>
                      <a:pt x="113934" y="113792"/>
                    </a:moveTo>
                    <a:lnTo>
                      <a:pt x="50875" y="245431"/>
                    </a:lnTo>
                    <a:lnTo>
                      <a:pt x="182514" y="182372"/>
                    </a:lnTo>
                    <a:lnTo>
                      <a:pt x="245573" y="50733"/>
                    </a:lnTo>
                    <a:close/>
                    <a:moveTo>
                      <a:pt x="194447" y="197050"/>
                    </a:moveTo>
                    <a:lnTo>
                      <a:pt x="194447" y="197050"/>
                    </a:lnTo>
                    <a:close/>
                  </a:path>
                </a:pathLst>
              </a:custGeom>
              <a:grpFill/>
              <a:ln w="3083"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200">
                  <a:latin typeface="微软雅黑" panose="020B0503020204020204" pitchFamily="34" charset="-122"/>
                  <a:ea typeface="微软雅黑" panose="020B0503020204020204" pitchFamily="34" charset="-122"/>
                </a:endParaRPr>
              </a:p>
            </p:txBody>
          </p:sp>
        </p:grpSp>
      </p:grpSp>
      <p:sp>
        <p:nvSpPr>
          <p:cNvPr id="41" name="Freeform: Shape 25"/>
          <p:cNvSpPr/>
          <p:nvPr>
            <p:custDataLst>
              <p:tags r:id="rId1"/>
            </p:custDataLst>
          </p:nvPr>
        </p:nvSpPr>
        <p:spPr>
          <a:xfrm flipH="1">
            <a:off x="11640616" y="188640"/>
            <a:ext cx="339090" cy="340360"/>
          </a:xfrm>
          <a:custGeom>
            <a:avLst/>
            <a:gdLst>
              <a:gd name="connsiteX0" fmla="*/ 316376 w 718878"/>
              <a:gd name="connsiteY0" fmla="*/ 634637 h 719819"/>
              <a:gd name="connsiteX1" fmla="*/ 401558 w 718878"/>
              <a:gd name="connsiteY1" fmla="*/ 634637 h 719819"/>
              <a:gd name="connsiteX2" fmla="*/ 401558 w 718878"/>
              <a:gd name="connsiteY2" fmla="*/ 719819 h 719819"/>
              <a:gd name="connsiteX3" fmla="*/ 316376 w 718878"/>
              <a:gd name="connsiteY3" fmla="*/ 719819 h 719819"/>
              <a:gd name="connsiteX4" fmla="*/ 632753 w 718878"/>
              <a:gd name="connsiteY4" fmla="*/ 634636 h 719819"/>
              <a:gd name="connsiteX5" fmla="*/ 717935 w 718878"/>
              <a:gd name="connsiteY5" fmla="*/ 634636 h 719819"/>
              <a:gd name="connsiteX6" fmla="*/ 717935 w 718878"/>
              <a:gd name="connsiteY6" fmla="*/ 719818 h 719819"/>
              <a:gd name="connsiteX7" fmla="*/ 632753 w 718878"/>
              <a:gd name="connsiteY7" fmla="*/ 719818 h 719819"/>
              <a:gd name="connsiteX8" fmla="*/ 0 w 718878"/>
              <a:gd name="connsiteY8" fmla="*/ 634636 h 719819"/>
              <a:gd name="connsiteX9" fmla="*/ 85182 w 718878"/>
              <a:gd name="connsiteY9" fmla="*/ 634636 h 719819"/>
              <a:gd name="connsiteX10" fmla="*/ 85182 w 718878"/>
              <a:gd name="connsiteY10" fmla="*/ 719818 h 719819"/>
              <a:gd name="connsiteX11" fmla="*/ 0 w 718878"/>
              <a:gd name="connsiteY11" fmla="*/ 719818 h 719819"/>
              <a:gd name="connsiteX12" fmla="*/ 632756 w 718878"/>
              <a:gd name="connsiteY12" fmla="*/ 317318 h 719819"/>
              <a:gd name="connsiteX13" fmla="*/ 717938 w 718878"/>
              <a:gd name="connsiteY13" fmla="*/ 317318 h 719819"/>
              <a:gd name="connsiteX14" fmla="*/ 717938 w 718878"/>
              <a:gd name="connsiteY14" fmla="*/ 402500 h 719819"/>
              <a:gd name="connsiteX15" fmla="*/ 632756 w 718878"/>
              <a:gd name="connsiteY15" fmla="*/ 402500 h 719819"/>
              <a:gd name="connsiteX16" fmla="*/ 316378 w 718878"/>
              <a:gd name="connsiteY16" fmla="*/ 317318 h 719819"/>
              <a:gd name="connsiteX17" fmla="*/ 401560 w 718878"/>
              <a:gd name="connsiteY17" fmla="*/ 317318 h 719819"/>
              <a:gd name="connsiteX18" fmla="*/ 401560 w 718878"/>
              <a:gd name="connsiteY18" fmla="*/ 402500 h 719819"/>
              <a:gd name="connsiteX19" fmla="*/ 316378 w 718878"/>
              <a:gd name="connsiteY19" fmla="*/ 402500 h 719819"/>
              <a:gd name="connsiteX20" fmla="*/ 0 w 718878"/>
              <a:gd name="connsiteY20" fmla="*/ 317318 h 719819"/>
              <a:gd name="connsiteX21" fmla="*/ 85182 w 718878"/>
              <a:gd name="connsiteY21" fmla="*/ 317318 h 719819"/>
              <a:gd name="connsiteX22" fmla="*/ 85182 w 718878"/>
              <a:gd name="connsiteY22" fmla="*/ 402500 h 719819"/>
              <a:gd name="connsiteX23" fmla="*/ 0 w 718878"/>
              <a:gd name="connsiteY23" fmla="*/ 402500 h 719819"/>
              <a:gd name="connsiteX24" fmla="*/ 633696 w 718878"/>
              <a:gd name="connsiteY24" fmla="*/ 0 h 719819"/>
              <a:gd name="connsiteX25" fmla="*/ 718878 w 718878"/>
              <a:gd name="connsiteY25" fmla="*/ 0 h 719819"/>
              <a:gd name="connsiteX26" fmla="*/ 718878 w 718878"/>
              <a:gd name="connsiteY26" fmla="*/ 85182 h 719819"/>
              <a:gd name="connsiteX27" fmla="*/ 633696 w 718878"/>
              <a:gd name="connsiteY27" fmla="*/ 85182 h 719819"/>
              <a:gd name="connsiteX28" fmla="*/ 316378 w 718878"/>
              <a:gd name="connsiteY28" fmla="*/ 0 h 719819"/>
              <a:gd name="connsiteX29" fmla="*/ 401560 w 718878"/>
              <a:gd name="connsiteY29" fmla="*/ 0 h 719819"/>
              <a:gd name="connsiteX30" fmla="*/ 401560 w 718878"/>
              <a:gd name="connsiteY30" fmla="*/ 85182 h 719819"/>
              <a:gd name="connsiteX31" fmla="*/ 316378 w 718878"/>
              <a:gd name="connsiteY31" fmla="*/ 85182 h 719819"/>
              <a:gd name="connsiteX32" fmla="*/ 0 w 718878"/>
              <a:gd name="connsiteY32" fmla="*/ 0 h 719819"/>
              <a:gd name="connsiteX33" fmla="*/ 85182 w 718878"/>
              <a:gd name="connsiteY33" fmla="*/ 0 h 719819"/>
              <a:gd name="connsiteX34" fmla="*/ 85182 w 718878"/>
              <a:gd name="connsiteY34" fmla="*/ 85182 h 719819"/>
              <a:gd name="connsiteX35" fmla="*/ 0 w 718878"/>
              <a:gd name="connsiteY35" fmla="*/ 85182 h 71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18878" h="719819">
                <a:moveTo>
                  <a:pt x="316376" y="634637"/>
                </a:moveTo>
                <a:lnTo>
                  <a:pt x="401558" y="634637"/>
                </a:lnTo>
                <a:lnTo>
                  <a:pt x="401558" y="719819"/>
                </a:lnTo>
                <a:lnTo>
                  <a:pt x="316376" y="719819"/>
                </a:lnTo>
                <a:close/>
                <a:moveTo>
                  <a:pt x="632753" y="634636"/>
                </a:moveTo>
                <a:lnTo>
                  <a:pt x="717935" y="634636"/>
                </a:lnTo>
                <a:lnTo>
                  <a:pt x="717935" y="719818"/>
                </a:lnTo>
                <a:lnTo>
                  <a:pt x="632753" y="719818"/>
                </a:lnTo>
                <a:close/>
                <a:moveTo>
                  <a:pt x="0" y="634636"/>
                </a:moveTo>
                <a:lnTo>
                  <a:pt x="85182" y="634636"/>
                </a:lnTo>
                <a:lnTo>
                  <a:pt x="85182" y="719818"/>
                </a:lnTo>
                <a:lnTo>
                  <a:pt x="0" y="719818"/>
                </a:lnTo>
                <a:close/>
                <a:moveTo>
                  <a:pt x="632756" y="317318"/>
                </a:moveTo>
                <a:lnTo>
                  <a:pt x="717938" y="317318"/>
                </a:lnTo>
                <a:lnTo>
                  <a:pt x="717938" y="402500"/>
                </a:lnTo>
                <a:lnTo>
                  <a:pt x="632756" y="402500"/>
                </a:lnTo>
                <a:close/>
                <a:moveTo>
                  <a:pt x="316378" y="317318"/>
                </a:moveTo>
                <a:lnTo>
                  <a:pt x="401560" y="317318"/>
                </a:lnTo>
                <a:lnTo>
                  <a:pt x="401560" y="402500"/>
                </a:lnTo>
                <a:lnTo>
                  <a:pt x="316378" y="402500"/>
                </a:lnTo>
                <a:close/>
                <a:moveTo>
                  <a:pt x="0" y="317318"/>
                </a:moveTo>
                <a:lnTo>
                  <a:pt x="85182" y="317318"/>
                </a:lnTo>
                <a:lnTo>
                  <a:pt x="85182" y="402500"/>
                </a:lnTo>
                <a:lnTo>
                  <a:pt x="0" y="402500"/>
                </a:lnTo>
                <a:close/>
                <a:moveTo>
                  <a:pt x="633696" y="0"/>
                </a:moveTo>
                <a:lnTo>
                  <a:pt x="718878" y="0"/>
                </a:lnTo>
                <a:lnTo>
                  <a:pt x="718878" y="85182"/>
                </a:lnTo>
                <a:lnTo>
                  <a:pt x="633696" y="85182"/>
                </a:lnTo>
                <a:close/>
                <a:moveTo>
                  <a:pt x="316378" y="0"/>
                </a:moveTo>
                <a:lnTo>
                  <a:pt x="401560" y="0"/>
                </a:lnTo>
                <a:lnTo>
                  <a:pt x="401560" y="85182"/>
                </a:lnTo>
                <a:lnTo>
                  <a:pt x="316378" y="85182"/>
                </a:lnTo>
                <a:close/>
                <a:moveTo>
                  <a:pt x="0" y="0"/>
                </a:moveTo>
                <a:lnTo>
                  <a:pt x="85182" y="0"/>
                </a:lnTo>
                <a:lnTo>
                  <a:pt x="85182" y="85182"/>
                </a:lnTo>
                <a:lnTo>
                  <a:pt x="0" y="8518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grpSp>
        <p:nvGrpSpPr>
          <p:cNvPr id="40" name="组合 6"/>
          <p:cNvGrpSpPr/>
          <p:nvPr/>
        </p:nvGrpSpPr>
        <p:grpSpPr>
          <a:xfrm flipH="1" flipV="1">
            <a:off x="191344" y="5805264"/>
            <a:ext cx="966493" cy="799222"/>
            <a:chOff x="342037" y="610664"/>
            <a:chExt cx="2302063" cy="1903645"/>
          </a:xfrm>
        </p:grpSpPr>
        <p:sp>
          <p:nvSpPr>
            <p:cNvPr id="6" name="图形 2"/>
            <p:cNvSpPr/>
            <p:nvPr/>
          </p:nvSpPr>
          <p:spPr>
            <a:xfrm rot="2895196">
              <a:off x="342084" y="610617"/>
              <a:ext cx="1903645" cy="1903740"/>
            </a:xfrm>
            <a:custGeom>
              <a:avLst/>
              <a:gdLst>
                <a:gd name="connsiteX0" fmla="*/ 1688716 w 2829852"/>
                <a:gd name="connsiteY0" fmla="*/ 2814352 h 2829996"/>
                <a:gd name="connsiteX1" fmla="*/ 1688716 w 2829852"/>
                <a:gd name="connsiteY1" fmla="*/ 2814352 h 2829996"/>
                <a:gd name="connsiteX2" fmla="*/ 5860 w 2829852"/>
                <a:gd name="connsiteY2" fmla="*/ 925524 h 2829996"/>
                <a:gd name="connsiteX3" fmla="*/ 5860 w 2829852"/>
                <a:gd name="connsiteY3" fmla="*/ 925524 h 2829996"/>
                <a:gd name="connsiteX4" fmla="*/ 100071 w 2829852"/>
                <a:gd name="connsiteY4" fmla="*/ 640801 h 2829996"/>
                <a:gd name="connsiteX5" fmla="*/ 100071 w 2829852"/>
                <a:gd name="connsiteY5" fmla="*/ 640801 h 2829996"/>
                <a:gd name="connsiteX6" fmla="*/ 2577146 w 2829852"/>
                <a:gd name="connsiteY6" fmla="*/ 127755 h 2829996"/>
                <a:gd name="connsiteX7" fmla="*/ 2577146 w 2829852"/>
                <a:gd name="connsiteY7" fmla="*/ 127755 h 2829996"/>
                <a:gd name="connsiteX8" fmla="*/ 2776641 w 2829852"/>
                <a:gd name="connsiteY8" fmla="*/ 351690 h 2829996"/>
                <a:gd name="connsiteX9" fmla="*/ 2776641 w 2829852"/>
                <a:gd name="connsiteY9" fmla="*/ 351690 h 2829996"/>
                <a:gd name="connsiteX10" fmla="*/ 1982840 w 2829852"/>
                <a:gd name="connsiteY10" fmla="*/ 2753981 h 2829996"/>
                <a:gd name="connsiteX11" fmla="*/ 1982840 w 2829852"/>
                <a:gd name="connsiteY11" fmla="*/ 2753981 h 2829996"/>
                <a:gd name="connsiteX12" fmla="*/ 1688716 w 2829852"/>
                <a:gd name="connsiteY12" fmla="*/ 2814352 h 2829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9852" h="2829996">
                  <a:moveTo>
                    <a:pt x="1688716" y="2814352"/>
                  </a:moveTo>
                  <a:lnTo>
                    <a:pt x="1688716" y="2814352"/>
                  </a:lnTo>
                  <a:cubicBezTo>
                    <a:pt x="830660" y="2530526"/>
                    <a:pt x="189165" y="1810528"/>
                    <a:pt x="5860" y="925524"/>
                  </a:cubicBezTo>
                  <a:lnTo>
                    <a:pt x="5860" y="925524"/>
                  </a:lnTo>
                  <a:cubicBezTo>
                    <a:pt x="-15886" y="820596"/>
                    <a:pt x="20043" y="712055"/>
                    <a:pt x="100071" y="640801"/>
                  </a:cubicBezTo>
                  <a:lnTo>
                    <a:pt x="100071" y="640801"/>
                  </a:lnTo>
                  <a:cubicBezTo>
                    <a:pt x="774823" y="39560"/>
                    <a:pt x="1719090" y="-156028"/>
                    <a:pt x="2577146" y="127755"/>
                  </a:cubicBezTo>
                  <a:lnTo>
                    <a:pt x="2577146" y="127755"/>
                  </a:lnTo>
                  <a:cubicBezTo>
                    <a:pt x="2678857" y="161408"/>
                    <a:pt x="2754915" y="246783"/>
                    <a:pt x="2776641" y="351690"/>
                  </a:cubicBezTo>
                  <a:lnTo>
                    <a:pt x="2776641" y="351690"/>
                  </a:lnTo>
                  <a:cubicBezTo>
                    <a:pt x="2960322" y="1236778"/>
                    <a:pt x="2657696" y="2152594"/>
                    <a:pt x="1982840" y="2753981"/>
                  </a:cubicBezTo>
                  <a:lnTo>
                    <a:pt x="1982840" y="2753981"/>
                  </a:lnTo>
                  <a:cubicBezTo>
                    <a:pt x="1902667" y="2825298"/>
                    <a:pt x="1790490" y="2848318"/>
                    <a:pt x="1688716" y="2814352"/>
                  </a:cubicBezTo>
                  <a:close/>
                </a:path>
              </a:pathLst>
            </a:custGeom>
            <a:solidFill>
              <a:schemeClr val="accent1"/>
            </a:solidFill>
            <a:ln w="20884" cap="flat">
              <a:noFill/>
              <a:prstDash val="solid"/>
              <a:miter/>
            </a:ln>
          </p:spPr>
          <p:txBody>
            <a:bodyPr rtlCol="0" anchor="ctr"/>
            <a:lstStyle/>
            <a:p>
              <a:endParaRPr lang="zh-CN" altLang="en-US"/>
            </a:p>
          </p:txBody>
        </p:sp>
        <p:sp>
          <p:nvSpPr>
            <p:cNvPr id="2" name="图形 2"/>
            <p:cNvSpPr/>
            <p:nvPr/>
          </p:nvSpPr>
          <p:spPr>
            <a:xfrm rot="716488">
              <a:off x="1401882" y="975688"/>
              <a:ext cx="1242218" cy="1173592"/>
            </a:xfrm>
            <a:custGeom>
              <a:avLst/>
              <a:gdLst>
                <a:gd name="connsiteX0" fmla="*/ 1688716 w 2829852"/>
                <a:gd name="connsiteY0" fmla="*/ 2814352 h 2829996"/>
                <a:gd name="connsiteX1" fmla="*/ 1688716 w 2829852"/>
                <a:gd name="connsiteY1" fmla="*/ 2814352 h 2829996"/>
                <a:gd name="connsiteX2" fmla="*/ 5860 w 2829852"/>
                <a:gd name="connsiteY2" fmla="*/ 925524 h 2829996"/>
                <a:gd name="connsiteX3" fmla="*/ 5860 w 2829852"/>
                <a:gd name="connsiteY3" fmla="*/ 925524 h 2829996"/>
                <a:gd name="connsiteX4" fmla="*/ 100071 w 2829852"/>
                <a:gd name="connsiteY4" fmla="*/ 640801 h 2829996"/>
                <a:gd name="connsiteX5" fmla="*/ 100071 w 2829852"/>
                <a:gd name="connsiteY5" fmla="*/ 640801 h 2829996"/>
                <a:gd name="connsiteX6" fmla="*/ 2577146 w 2829852"/>
                <a:gd name="connsiteY6" fmla="*/ 127755 h 2829996"/>
                <a:gd name="connsiteX7" fmla="*/ 2577146 w 2829852"/>
                <a:gd name="connsiteY7" fmla="*/ 127755 h 2829996"/>
                <a:gd name="connsiteX8" fmla="*/ 2776641 w 2829852"/>
                <a:gd name="connsiteY8" fmla="*/ 351690 h 2829996"/>
                <a:gd name="connsiteX9" fmla="*/ 2776641 w 2829852"/>
                <a:gd name="connsiteY9" fmla="*/ 351690 h 2829996"/>
                <a:gd name="connsiteX10" fmla="*/ 1982840 w 2829852"/>
                <a:gd name="connsiteY10" fmla="*/ 2753981 h 2829996"/>
                <a:gd name="connsiteX11" fmla="*/ 1982840 w 2829852"/>
                <a:gd name="connsiteY11" fmla="*/ 2753981 h 2829996"/>
                <a:gd name="connsiteX12" fmla="*/ 1688716 w 2829852"/>
                <a:gd name="connsiteY12" fmla="*/ 2814352 h 2829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9852" h="2829996">
                  <a:moveTo>
                    <a:pt x="1688716" y="2814352"/>
                  </a:moveTo>
                  <a:lnTo>
                    <a:pt x="1688716" y="2814352"/>
                  </a:lnTo>
                  <a:cubicBezTo>
                    <a:pt x="830660" y="2530526"/>
                    <a:pt x="189165" y="1810528"/>
                    <a:pt x="5860" y="925524"/>
                  </a:cubicBezTo>
                  <a:lnTo>
                    <a:pt x="5860" y="925524"/>
                  </a:lnTo>
                  <a:cubicBezTo>
                    <a:pt x="-15886" y="820596"/>
                    <a:pt x="20043" y="712055"/>
                    <a:pt x="100071" y="640801"/>
                  </a:cubicBezTo>
                  <a:lnTo>
                    <a:pt x="100071" y="640801"/>
                  </a:lnTo>
                  <a:cubicBezTo>
                    <a:pt x="774823" y="39560"/>
                    <a:pt x="1719090" y="-156028"/>
                    <a:pt x="2577146" y="127755"/>
                  </a:cubicBezTo>
                  <a:lnTo>
                    <a:pt x="2577146" y="127755"/>
                  </a:lnTo>
                  <a:cubicBezTo>
                    <a:pt x="2678857" y="161408"/>
                    <a:pt x="2754915" y="246783"/>
                    <a:pt x="2776641" y="351690"/>
                  </a:cubicBezTo>
                  <a:lnTo>
                    <a:pt x="2776641" y="351690"/>
                  </a:lnTo>
                  <a:cubicBezTo>
                    <a:pt x="2960322" y="1236778"/>
                    <a:pt x="2657696" y="2152594"/>
                    <a:pt x="1982840" y="2753981"/>
                  </a:cubicBezTo>
                  <a:lnTo>
                    <a:pt x="1982840" y="2753981"/>
                  </a:lnTo>
                  <a:cubicBezTo>
                    <a:pt x="1902667" y="2825298"/>
                    <a:pt x="1790490" y="2848318"/>
                    <a:pt x="1688716" y="2814352"/>
                  </a:cubicBezTo>
                  <a:close/>
                </a:path>
              </a:pathLst>
            </a:custGeom>
            <a:solidFill>
              <a:schemeClr val="accent1">
                <a:lumMod val="20000"/>
                <a:lumOff val="80000"/>
              </a:schemeClr>
            </a:solidFill>
            <a:ln w="20884" cap="flat">
              <a:noFill/>
              <a:prstDash val="solid"/>
              <a:miter/>
            </a:ln>
          </p:spPr>
          <p:txBody>
            <a:bodyPr rtlCol="0" anchor="ctr"/>
            <a:lstStyle/>
            <a:p>
              <a:endParaRPr lang="zh-CN" altLang="en-US"/>
            </a:p>
          </p:txBody>
        </p:sp>
      </p:grpSp>
      <p:sp>
        <p:nvSpPr>
          <p:cNvPr id="20" name="图形 18"/>
          <p:cNvSpPr/>
          <p:nvPr/>
        </p:nvSpPr>
        <p:spPr>
          <a:xfrm rot="20214272">
            <a:off x="2931809" y="2396694"/>
            <a:ext cx="4189676" cy="2081319"/>
          </a:xfrm>
          <a:custGeom>
            <a:avLst/>
            <a:gdLst>
              <a:gd name="connsiteX0" fmla="*/ 2424547 w 2953027"/>
              <a:gd name="connsiteY0" fmla="*/ 182099 h 1466985"/>
              <a:gd name="connsiteX1" fmla="*/ 1983443 w 2953027"/>
              <a:gd name="connsiteY1" fmla="*/ 368695 h 1466985"/>
              <a:gd name="connsiteX2" fmla="*/ 1812756 w 2953027"/>
              <a:gd name="connsiteY2" fmla="*/ 471564 h 1466985"/>
              <a:gd name="connsiteX3" fmla="*/ 1481667 w 2953027"/>
              <a:gd name="connsiteY3" fmla="*/ 469373 h 1466985"/>
              <a:gd name="connsiteX4" fmla="*/ 1378987 w 2953027"/>
              <a:gd name="connsiteY4" fmla="*/ 388125 h 1466985"/>
              <a:gd name="connsiteX5" fmla="*/ 727383 w 2953027"/>
              <a:gd name="connsiteY5" fmla="*/ -1447 h 1466985"/>
              <a:gd name="connsiteX6" fmla="*/ -2233 w 2953027"/>
              <a:gd name="connsiteY6" fmla="*/ 714261 h 1466985"/>
              <a:gd name="connsiteX7" fmla="*/ 713095 w 2953027"/>
              <a:gd name="connsiteY7" fmla="*/ 1465308 h 1466985"/>
              <a:gd name="connsiteX8" fmla="*/ 1382036 w 2953027"/>
              <a:gd name="connsiteY8" fmla="*/ 1069830 h 1466985"/>
              <a:gd name="connsiteX9" fmla="*/ 1488429 w 2953027"/>
              <a:gd name="connsiteY9" fmla="*/ 986486 h 1466985"/>
              <a:gd name="connsiteX10" fmla="*/ 1800373 w 2953027"/>
              <a:gd name="connsiteY10" fmla="*/ 984391 h 1466985"/>
              <a:gd name="connsiteX11" fmla="*/ 1977823 w 2953027"/>
              <a:gd name="connsiteY11" fmla="*/ 1092499 h 1466985"/>
              <a:gd name="connsiteX12" fmla="*/ 2756682 w 2953027"/>
              <a:gd name="connsiteY12" fmla="*/ 1154221 h 1466985"/>
              <a:gd name="connsiteX13" fmla="*/ 2818309 w 2953027"/>
              <a:gd name="connsiteY13" fmla="*/ 375362 h 1466985"/>
              <a:gd name="connsiteX14" fmla="*/ 2424547 w 2953027"/>
              <a:gd name="connsiteY14" fmla="*/ 182099 h 146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53027" h="1466985">
                <a:moveTo>
                  <a:pt x="2424547" y="182099"/>
                </a:moveTo>
                <a:cubicBezTo>
                  <a:pt x="2256715" y="173812"/>
                  <a:pt x="2094313" y="242488"/>
                  <a:pt x="1983443" y="368695"/>
                </a:cubicBezTo>
                <a:cubicBezTo>
                  <a:pt x="1938199" y="419367"/>
                  <a:pt x="1878668" y="455277"/>
                  <a:pt x="1812756" y="471564"/>
                </a:cubicBezTo>
                <a:cubicBezTo>
                  <a:pt x="1704074" y="499187"/>
                  <a:pt x="1590060" y="498425"/>
                  <a:pt x="1481667" y="469373"/>
                </a:cubicBezTo>
                <a:cubicBezTo>
                  <a:pt x="1437660" y="457753"/>
                  <a:pt x="1400418" y="428321"/>
                  <a:pt x="1378987" y="388125"/>
                </a:cubicBezTo>
                <a:cubicBezTo>
                  <a:pt x="1251162" y="147238"/>
                  <a:pt x="1000082" y="-2876"/>
                  <a:pt x="727383" y="-1447"/>
                </a:cubicBezTo>
                <a:cubicBezTo>
                  <a:pt x="332856" y="458"/>
                  <a:pt x="7101" y="319831"/>
                  <a:pt x="-2233" y="714261"/>
                </a:cubicBezTo>
                <a:cubicBezTo>
                  <a:pt x="-12140" y="1119169"/>
                  <a:pt x="308187" y="1455497"/>
                  <a:pt x="713095" y="1465308"/>
                </a:cubicBezTo>
                <a:cubicBezTo>
                  <a:pt x="993320" y="1472166"/>
                  <a:pt x="1252972" y="1318718"/>
                  <a:pt x="1382036" y="1069830"/>
                </a:cubicBezTo>
                <a:cubicBezTo>
                  <a:pt x="1403941" y="1028110"/>
                  <a:pt x="1442709" y="997820"/>
                  <a:pt x="1488429" y="986486"/>
                </a:cubicBezTo>
                <a:cubicBezTo>
                  <a:pt x="1590728" y="960578"/>
                  <a:pt x="1697789" y="959911"/>
                  <a:pt x="1800373" y="984391"/>
                </a:cubicBezTo>
                <a:cubicBezTo>
                  <a:pt x="1869525" y="1000678"/>
                  <a:pt x="1931723" y="1038492"/>
                  <a:pt x="1977823" y="1092499"/>
                </a:cubicBezTo>
                <a:cubicBezTo>
                  <a:pt x="2175848" y="1324624"/>
                  <a:pt x="2524559" y="1352246"/>
                  <a:pt x="2756682" y="1154221"/>
                </a:cubicBezTo>
                <a:cubicBezTo>
                  <a:pt x="2988808" y="956101"/>
                  <a:pt x="3016429" y="607391"/>
                  <a:pt x="2818309" y="375362"/>
                </a:cubicBezTo>
                <a:cubicBezTo>
                  <a:pt x="2719345" y="259348"/>
                  <a:pt x="2576851" y="189434"/>
                  <a:pt x="2424547" y="182099"/>
                </a:cubicBezTo>
                <a:close/>
              </a:path>
            </a:pathLst>
          </a:custGeom>
          <a:solidFill>
            <a:schemeClr val="accent1"/>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5" name="Freeform 18"/>
          <p:cNvSpPr/>
          <p:nvPr/>
        </p:nvSpPr>
        <p:spPr bwMode="auto">
          <a:xfrm>
            <a:off x="3471069" y="3284704"/>
            <a:ext cx="1141062" cy="1146396"/>
          </a:xfrm>
          <a:custGeom>
            <a:avLst/>
            <a:gdLst>
              <a:gd name="T0" fmla="*/ 181 w 181"/>
              <a:gd name="T1" fmla="*/ 90 h 181"/>
              <a:gd name="T2" fmla="*/ 91 w 181"/>
              <a:gd name="T3" fmla="*/ 181 h 181"/>
              <a:gd name="T4" fmla="*/ 0 w 181"/>
              <a:gd name="T5" fmla="*/ 92 h 181"/>
              <a:gd name="T6" fmla="*/ 89 w 181"/>
              <a:gd name="T7" fmla="*/ 0 h 181"/>
              <a:gd name="T8" fmla="*/ 181 w 181"/>
              <a:gd name="T9" fmla="*/ 90 h 181"/>
            </a:gdLst>
            <a:ahLst/>
            <a:cxnLst>
              <a:cxn ang="0">
                <a:pos x="T0" y="T1"/>
              </a:cxn>
              <a:cxn ang="0">
                <a:pos x="T2" y="T3"/>
              </a:cxn>
              <a:cxn ang="0">
                <a:pos x="T4" y="T5"/>
              </a:cxn>
              <a:cxn ang="0">
                <a:pos x="T6" y="T7"/>
              </a:cxn>
              <a:cxn ang="0">
                <a:pos x="T8" y="T9"/>
              </a:cxn>
            </a:cxnLst>
            <a:rect l="0" t="0" r="r" b="b"/>
            <a:pathLst>
              <a:path w="181" h="181">
                <a:moveTo>
                  <a:pt x="181" y="90"/>
                </a:moveTo>
                <a:cubicBezTo>
                  <a:pt x="181" y="139"/>
                  <a:pt x="141" y="180"/>
                  <a:pt x="91" y="181"/>
                </a:cubicBezTo>
                <a:cubicBezTo>
                  <a:pt x="42" y="181"/>
                  <a:pt x="1" y="141"/>
                  <a:pt x="0" y="92"/>
                </a:cubicBezTo>
                <a:cubicBezTo>
                  <a:pt x="0" y="42"/>
                  <a:pt x="40" y="1"/>
                  <a:pt x="89" y="0"/>
                </a:cubicBezTo>
                <a:cubicBezTo>
                  <a:pt x="139" y="0"/>
                  <a:pt x="180" y="40"/>
                  <a:pt x="181" y="90"/>
                </a:cubicBezTo>
                <a:close/>
              </a:path>
            </a:pathLst>
          </a:custGeom>
          <a:solidFill>
            <a:schemeClr val="bg1"/>
          </a:solidFill>
          <a:ln>
            <a:noFill/>
          </a:ln>
        </p:spPr>
        <p:txBody>
          <a:bodyPr vert="horz" wrap="square" lIns="91440" tIns="45720" rIns="91440" bIns="4572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4400">
              <a:solidFill>
                <a:schemeClr val="accent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22" name="Freeform 18"/>
          <p:cNvSpPr/>
          <p:nvPr/>
        </p:nvSpPr>
        <p:spPr bwMode="auto">
          <a:xfrm>
            <a:off x="5671951" y="2333363"/>
            <a:ext cx="1146010" cy="1151366"/>
          </a:xfrm>
          <a:custGeom>
            <a:avLst/>
            <a:gdLst>
              <a:gd name="T0" fmla="*/ 181 w 181"/>
              <a:gd name="T1" fmla="*/ 90 h 181"/>
              <a:gd name="T2" fmla="*/ 91 w 181"/>
              <a:gd name="T3" fmla="*/ 181 h 181"/>
              <a:gd name="T4" fmla="*/ 0 w 181"/>
              <a:gd name="T5" fmla="*/ 92 h 181"/>
              <a:gd name="T6" fmla="*/ 89 w 181"/>
              <a:gd name="T7" fmla="*/ 0 h 181"/>
              <a:gd name="T8" fmla="*/ 181 w 181"/>
              <a:gd name="T9" fmla="*/ 90 h 181"/>
            </a:gdLst>
            <a:ahLst/>
            <a:cxnLst>
              <a:cxn ang="0">
                <a:pos x="T0" y="T1"/>
              </a:cxn>
              <a:cxn ang="0">
                <a:pos x="T2" y="T3"/>
              </a:cxn>
              <a:cxn ang="0">
                <a:pos x="T4" y="T5"/>
              </a:cxn>
              <a:cxn ang="0">
                <a:pos x="T6" y="T7"/>
              </a:cxn>
              <a:cxn ang="0">
                <a:pos x="T8" y="T9"/>
              </a:cxn>
            </a:cxnLst>
            <a:rect l="0" t="0" r="r" b="b"/>
            <a:pathLst>
              <a:path w="181" h="181">
                <a:moveTo>
                  <a:pt x="181" y="90"/>
                </a:moveTo>
                <a:cubicBezTo>
                  <a:pt x="181" y="139"/>
                  <a:pt x="141" y="180"/>
                  <a:pt x="91" y="181"/>
                </a:cubicBezTo>
                <a:cubicBezTo>
                  <a:pt x="42" y="181"/>
                  <a:pt x="1" y="141"/>
                  <a:pt x="0" y="92"/>
                </a:cubicBezTo>
                <a:cubicBezTo>
                  <a:pt x="0" y="42"/>
                  <a:pt x="40" y="1"/>
                  <a:pt x="89" y="0"/>
                </a:cubicBezTo>
                <a:cubicBezTo>
                  <a:pt x="139" y="0"/>
                  <a:pt x="180" y="40"/>
                  <a:pt x="181" y="90"/>
                </a:cubicBezTo>
                <a:close/>
              </a:path>
            </a:pathLst>
          </a:custGeom>
          <a:solidFill>
            <a:schemeClr val="bg1"/>
          </a:solidFill>
          <a:ln>
            <a:noFill/>
          </a:ln>
        </p:spPr>
        <p:txBody>
          <a:bodyPr vert="horz" wrap="square" lIns="91440" tIns="45720" rIns="91440" bIns="4572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4400">
              <a:solidFill>
                <a:schemeClr val="accent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3" name="任意多边形: 形状 1"/>
          <p:cNvSpPr/>
          <p:nvPr/>
        </p:nvSpPr>
        <p:spPr>
          <a:xfrm>
            <a:off x="3787289" y="3634782"/>
            <a:ext cx="486000" cy="486001"/>
          </a:xfrm>
          <a:custGeom>
            <a:avLst/>
            <a:gdLst>
              <a:gd name="connsiteX0" fmla="*/ 331646 w 486000"/>
              <a:gd name="connsiteY0" fmla="*/ 172820 h 486001"/>
              <a:gd name="connsiteX1" fmla="*/ 342740 w 486000"/>
              <a:gd name="connsiteY1" fmla="*/ 177714 h 486001"/>
              <a:gd name="connsiteX2" fmla="*/ 342740 w 486000"/>
              <a:gd name="connsiteY2" fmla="*/ 199601 h 486001"/>
              <a:gd name="connsiteX3" fmla="*/ 238249 w 486000"/>
              <a:gd name="connsiteY3" fmla="*/ 304232 h 486001"/>
              <a:gd name="connsiteX4" fmla="*/ 218506 w 486000"/>
              <a:gd name="connsiteY4" fmla="*/ 312323 h 486001"/>
              <a:gd name="connsiteX5" fmla="*/ 198812 w 486000"/>
              <a:gd name="connsiteY5" fmla="*/ 304232 h 486001"/>
              <a:gd name="connsiteX6" fmla="*/ 144703 w 486000"/>
              <a:gd name="connsiteY6" fmla="*/ 250369 h 486001"/>
              <a:gd name="connsiteX7" fmla="*/ 145163 w 486000"/>
              <a:gd name="connsiteY7" fmla="*/ 227970 h 486001"/>
              <a:gd name="connsiteX8" fmla="*/ 167053 w 486000"/>
              <a:gd name="connsiteY8" fmla="*/ 227922 h 486001"/>
              <a:gd name="connsiteX9" fmla="*/ 218433 w 486000"/>
              <a:gd name="connsiteY9" fmla="*/ 279104 h 486001"/>
              <a:gd name="connsiteX10" fmla="*/ 320340 w 486000"/>
              <a:gd name="connsiteY10" fmla="*/ 177203 h 486001"/>
              <a:gd name="connsiteX11" fmla="*/ 331646 w 486000"/>
              <a:gd name="connsiteY11" fmla="*/ 172820 h 486001"/>
              <a:gd name="connsiteX12" fmla="*/ 243124 w 486000"/>
              <a:gd name="connsiteY12" fmla="*/ 31749 h 486001"/>
              <a:gd name="connsiteX13" fmla="*/ 190403 w 486000"/>
              <a:gd name="connsiteY13" fmla="*/ 84198 h 486001"/>
              <a:gd name="connsiteX14" fmla="*/ 167882 w 486000"/>
              <a:gd name="connsiteY14" fmla="*/ 93533 h 486001"/>
              <a:gd name="connsiteX15" fmla="*/ 93688 w 486000"/>
              <a:gd name="connsiteY15" fmla="*/ 93606 h 486001"/>
              <a:gd name="connsiteX16" fmla="*/ 93517 w 486000"/>
              <a:gd name="connsiteY16" fmla="*/ 167893 h 486001"/>
              <a:gd name="connsiteX17" fmla="*/ 84182 w 486000"/>
              <a:gd name="connsiteY17" fmla="*/ 190438 h 486001"/>
              <a:gd name="connsiteX18" fmla="*/ 31730 w 486000"/>
              <a:gd name="connsiteY18" fmla="*/ 242887 h 486001"/>
              <a:gd name="connsiteX19" fmla="*/ 84182 w 486000"/>
              <a:gd name="connsiteY19" fmla="*/ 295604 h 486001"/>
              <a:gd name="connsiteX20" fmla="*/ 93517 w 486000"/>
              <a:gd name="connsiteY20" fmla="*/ 318123 h 486001"/>
              <a:gd name="connsiteX21" fmla="*/ 93517 w 486000"/>
              <a:gd name="connsiteY21" fmla="*/ 392313 h 486001"/>
              <a:gd name="connsiteX22" fmla="*/ 167882 w 486000"/>
              <a:gd name="connsiteY22" fmla="*/ 392484 h 486001"/>
              <a:gd name="connsiteX23" fmla="*/ 190403 w 486000"/>
              <a:gd name="connsiteY23" fmla="*/ 401818 h 486001"/>
              <a:gd name="connsiteX24" fmla="*/ 242880 w 486000"/>
              <a:gd name="connsiteY24" fmla="*/ 454267 h 486001"/>
              <a:gd name="connsiteX25" fmla="*/ 295576 w 486000"/>
              <a:gd name="connsiteY25" fmla="*/ 401721 h 486001"/>
              <a:gd name="connsiteX26" fmla="*/ 318122 w 486000"/>
              <a:gd name="connsiteY26" fmla="*/ 392386 h 486001"/>
              <a:gd name="connsiteX27" fmla="*/ 392316 w 486000"/>
              <a:gd name="connsiteY27" fmla="*/ 392386 h 486001"/>
              <a:gd name="connsiteX28" fmla="*/ 392487 w 486000"/>
              <a:gd name="connsiteY28" fmla="*/ 318026 h 486001"/>
              <a:gd name="connsiteX29" fmla="*/ 401822 w 486000"/>
              <a:gd name="connsiteY29" fmla="*/ 295507 h 486001"/>
              <a:gd name="connsiteX30" fmla="*/ 454250 w 486000"/>
              <a:gd name="connsiteY30" fmla="*/ 243130 h 486001"/>
              <a:gd name="connsiteX31" fmla="*/ 401797 w 486000"/>
              <a:gd name="connsiteY31" fmla="*/ 190438 h 486001"/>
              <a:gd name="connsiteX32" fmla="*/ 392462 w 486000"/>
              <a:gd name="connsiteY32" fmla="*/ 167893 h 486001"/>
              <a:gd name="connsiteX33" fmla="*/ 392462 w 486000"/>
              <a:gd name="connsiteY33" fmla="*/ 93703 h 486001"/>
              <a:gd name="connsiteX34" fmla="*/ 318097 w 486000"/>
              <a:gd name="connsiteY34" fmla="*/ 93533 h 486001"/>
              <a:gd name="connsiteX35" fmla="*/ 295552 w 486000"/>
              <a:gd name="connsiteY35" fmla="*/ 84198 h 486001"/>
              <a:gd name="connsiteX36" fmla="*/ 243002 w 486000"/>
              <a:gd name="connsiteY36" fmla="*/ 0 h 486001"/>
              <a:gd name="connsiteX37" fmla="*/ 265523 w 486000"/>
              <a:gd name="connsiteY37" fmla="*/ 9326 h 486001"/>
              <a:gd name="connsiteX38" fmla="*/ 318000 w 486000"/>
              <a:gd name="connsiteY38" fmla="*/ 61775 h 486001"/>
              <a:gd name="connsiteX39" fmla="*/ 392316 w 486000"/>
              <a:gd name="connsiteY39" fmla="*/ 61775 h 486001"/>
              <a:gd name="connsiteX40" fmla="*/ 424173 w 486000"/>
              <a:gd name="connsiteY40" fmla="*/ 93630 h 486001"/>
              <a:gd name="connsiteX41" fmla="*/ 424173 w 486000"/>
              <a:gd name="connsiteY41" fmla="*/ 167820 h 486001"/>
              <a:gd name="connsiteX42" fmla="*/ 476673 w 486000"/>
              <a:gd name="connsiteY42" fmla="*/ 220415 h 486001"/>
              <a:gd name="connsiteX43" fmla="*/ 476673 w 486000"/>
              <a:gd name="connsiteY43" fmla="*/ 265455 h 486001"/>
              <a:gd name="connsiteX44" fmla="*/ 424221 w 486000"/>
              <a:gd name="connsiteY44" fmla="*/ 317929 h 486001"/>
              <a:gd name="connsiteX45" fmla="*/ 424221 w 486000"/>
              <a:gd name="connsiteY45" fmla="*/ 318051 h 486001"/>
              <a:gd name="connsiteX46" fmla="*/ 424221 w 486000"/>
              <a:gd name="connsiteY46" fmla="*/ 392240 h 486001"/>
              <a:gd name="connsiteX47" fmla="*/ 392365 w 486000"/>
              <a:gd name="connsiteY47" fmla="*/ 424094 h 486001"/>
              <a:gd name="connsiteX48" fmla="*/ 318122 w 486000"/>
              <a:gd name="connsiteY48" fmla="*/ 424094 h 486001"/>
              <a:gd name="connsiteX49" fmla="*/ 265523 w 486000"/>
              <a:gd name="connsiteY49" fmla="*/ 476617 h 486001"/>
              <a:gd name="connsiteX50" fmla="*/ 243002 w 486000"/>
              <a:gd name="connsiteY50" fmla="*/ 486001 h 486001"/>
              <a:gd name="connsiteX51" fmla="*/ 220481 w 486000"/>
              <a:gd name="connsiteY51" fmla="*/ 476691 h 486001"/>
              <a:gd name="connsiteX52" fmla="*/ 168004 w 486000"/>
              <a:gd name="connsiteY52" fmla="*/ 424217 h 486001"/>
              <a:gd name="connsiteX53" fmla="*/ 93688 w 486000"/>
              <a:gd name="connsiteY53" fmla="*/ 424217 h 486001"/>
              <a:gd name="connsiteX54" fmla="*/ 61832 w 486000"/>
              <a:gd name="connsiteY54" fmla="*/ 392313 h 486001"/>
              <a:gd name="connsiteX55" fmla="*/ 61832 w 486000"/>
              <a:gd name="connsiteY55" fmla="*/ 318123 h 486001"/>
              <a:gd name="connsiteX56" fmla="*/ 9306 w 486000"/>
              <a:gd name="connsiteY56" fmla="*/ 265528 h 486001"/>
              <a:gd name="connsiteX57" fmla="*/ 9306 w 486000"/>
              <a:gd name="connsiteY57" fmla="*/ 220488 h 486001"/>
              <a:gd name="connsiteX58" fmla="*/ 61832 w 486000"/>
              <a:gd name="connsiteY58" fmla="*/ 168014 h 486001"/>
              <a:gd name="connsiteX59" fmla="*/ 61832 w 486000"/>
              <a:gd name="connsiteY59" fmla="*/ 93703 h 486001"/>
              <a:gd name="connsiteX60" fmla="*/ 93688 w 486000"/>
              <a:gd name="connsiteY60" fmla="*/ 61849 h 486001"/>
              <a:gd name="connsiteX61" fmla="*/ 167882 w 486000"/>
              <a:gd name="connsiteY61" fmla="*/ 61849 h 486001"/>
              <a:gd name="connsiteX62" fmla="*/ 220481 w 486000"/>
              <a:gd name="connsiteY62" fmla="*/ 9326 h 486001"/>
              <a:gd name="connsiteX63" fmla="*/ 243002 w 486000"/>
              <a:gd name="connsiteY63" fmla="*/ 0 h 48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486000" h="486001">
                <a:moveTo>
                  <a:pt x="331646" y="172820"/>
                </a:moveTo>
                <a:cubicBezTo>
                  <a:pt x="335699" y="172912"/>
                  <a:pt x="339717" y="174551"/>
                  <a:pt x="342740" y="177714"/>
                </a:cubicBezTo>
                <a:cubicBezTo>
                  <a:pt x="348590" y="183837"/>
                  <a:pt x="348590" y="193479"/>
                  <a:pt x="342740" y="199601"/>
                </a:cubicBezTo>
                <a:lnTo>
                  <a:pt x="238249" y="304232"/>
                </a:lnTo>
                <a:cubicBezTo>
                  <a:pt x="233004" y="309445"/>
                  <a:pt x="225902" y="312355"/>
                  <a:pt x="218506" y="312323"/>
                </a:cubicBezTo>
                <a:cubicBezTo>
                  <a:pt x="211128" y="312340"/>
                  <a:pt x="204048" y="309431"/>
                  <a:pt x="198812" y="304232"/>
                </a:cubicBezTo>
                <a:lnTo>
                  <a:pt x="144703" y="250369"/>
                </a:lnTo>
                <a:cubicBezTo>
                  <a:pt x="138643" y="244056"/>
                  <a:pt x="138850" y="234027"/>
                  <a:pt x="145163" y="227970"/>
                </a:cubicBezTo>
                <a:cubicBezTo>
                  <a:pt x="151273" y="222104"/>
                  <a:pt x="160916" y="222084"/>
                  <a:pt x="167053" y="227922"/>
                </a:cubicBezTo>
                <a:lnTo>
                  <a:pt x="218433" y="279104"/>
                </a:lnTo>
                <a:lnTo>
                  <a:pt x="320340" y="177203"/>
                </a:lnTo>
                <a:cubicBezTo>
                  <a:pt x="323504" y="174181"/>
                  <a:pt x="327593" y="172727"/>
                  <a:pt x="331646" y="172820"/>
                </a:cubicBezTo>
                <a:close/>
                <a:moveTo>
                  <a:pt x="243124" y="31749"/>
                </a:moveTo>
                <a:lnTo>
                  <a:pt x="190403" y="84198"/>
                </a:lnTo>
                <a:cubicBezTo>
                  <a:pt x="184442" y="90189"/>
                  <a:pt x="176335" y="93550"/>
                  <a:pt x="167882" y="93533"/>
                </a:cubicBezTo>
                <a:lnTo>
                  <a:pt x="93688" y="93606"/>
                </a:lnTo>
                <a:lnTo>
                  <a:pt x="93517" y="167893"/>
                </a:lnTo>
                <a:cubicBezTo>
                  <a:pt x="93539" y="176352"/>
                  <a:pt x="90178" y="184471"/>
                  <a:pt x="84182" y="190438"/>
                </a:cubicBezTo>
                <a:lnTo>
                  <a:pt x="31730" y="242887"/>
                </a:lnTo>
                <a:lnTo>
                  <a:pt x="84182" y="295604"/>
                </a:lnTo>
                <a:cubicBezTo>
                  <a:pt x="90174" y="301565"/>
                  <a:pt x="93535" y="309672"/>
                  <a:pt x="93517" y="318123"/>
                </a:cubicBezTo>
                <a:lnTo>
                  <a:pt x="93517" y="392313"/>
                </a:lnTo>
                <a:lnTo>
                  <a:pt x="167882" y="392484"/>
                </a:lnTo>
                <a:cubicBezTo>
                  <a:pt x="176335" y="392467"/>
                  <a:pt x="184442" y="395828"/>
                  <a:pt x="190403" y="401818"/>
                </a:cubicBezTo>
                <a:lnTo>
                  <a:pt x="242880" y="454267"/>
                </a:lnTo>
                <a:lnTo>
                  <a:pt x="295576" y="401721"/>
                </a:lnTo>
                <a:cubicBezTo>
                  <a:pt x="301543" y="395725"/>
                  <a:pt x="309662" y="392364"/>
                  <a:pt x="318122" y="392386"/>
                </a:cubicBezTo>
                <a:lnTo>
                  <a:pt x="392316" y="392386"/>
                </a:lnTo>
                <a:lnTo>
                  <a:pt x="392487" y="318026"/>
                </a:lnTo>
                <a:cubicBezTo>
                  <a:pt x="392469" y="309574"/>
                  <a:pt x="395831" y="301468"/>
                  <a:pt x="401822" y="295507"/>
                </a:cubicBezTo>
                <a:lnTo>
                  <a:pt x="454250" y="243130"/>
                </a:lnTo>
                <a:lnTo>
                  <a:pt x="401797" y="190438"/>
                </a:lnTo>
                <a:cubicBezTo>
                  <a:pt x="395801" y="184471"/>
                  <a:pt x="392440" y="176352"/>
                  <a:pt x="392462" y="167893"/>
                </a:cubicBezTo>
                <a:lnTo>
                  <a:pt x="392462" y="93703"/>
                </a:lnTo>
                <a:lnTo>
                  <a:pt x="318097" y="93533"/>
                </a:lnTo>
                <a:cubicBezTo>
                  <a:pt x="309637" y="93554"/>
                  <a:pt x="301519" y="90194"/>
                  <a:pt x="295552" y="84198"/>
                </a:cubicBezTo>
                <a:close/>
                <a:moveTo>
                  <a:pt x="243002" y="0"/>
                </a:moveTo>
                <a:cubicBezTo>
                  <a:pt x="251152" y="0"/>
                  <a:pt x="259303" y="3109"/>
                  <a:pt x="265523" y="9326"/>
                </a:cubicBezTo>
                <a:lnTo>
                  <a:pt x="318000" y="61775"/>
                </a:lnTo>
                <a:lnTo>
                  <a:pt x="392316" y="61775"/>
                </a:lnTo>
                <a:cubicBezTo>
                  <a:pt x="409899" y="61802"/>
                  <a:pt x="424146" y="76048"/>
                  <a:pt x="424173" y="93630"/>
                </a:cubicBezTo>
                <a:lnTo>
                  <a:pt x="424173" y="167820"/>
                </a:lnTo>
                <a:lnTo>
                  <a:pt x="476673" y="220415"/>
                </a:lnTo>
                <a:cubicBezTo>
                  <a:pt x="489109" y="232855"/>
                  <a:pt x="489109" y="253015"/>
                  <a:pt x="476673" y="265455"/>
                </a:cubicBezTo>
                <a:lnTo>
                  <a:pt x="424221" y="317929"/>
                </a:lnTo>
                <a:cubicBezTo>
                  <a:pt x="424221" y="317929"/>
                  <a:pt x="424221" y="317929"/>
                  <a:pt x="424221" y="318051"/>
                </a:cubicBezTo>
                <a:lnTo>
                  <a:pt x="424221" y="392240"/>
                </a:lnTo>
                <a:cubicBezTo>
                  <a:pt x="424194" y="409822"/>
                  <a:pt x="409948" y="424068"/>
                  <a:pt x="392365" y="424094"/>
                </a:cubicBezTo>
                <a:lnTo>
                  <a:pt x="318122" y="424094"/>
                </a:lnTo>
                <a:lnTo>
                  <a:pt x="265523" y="476617"/>
                </a:lnTo>
                <a:cubicBezTo>
                  <a:pt x="259569" y="482625"/>
                  <a:pt x="251460" y="486003"/>
                  <a:pt x="243002" y="486001"/>
                </a:cubicBezTo>
                <a:cubicBezTo>
                  <a:pt x="234554" y="486023"/>
                  <a:pt x="226448" y="482671"/>
                  <a:pt x="220481" y="476691"/>
                </a:cubicBezTo>
                <a:lnTo>
                  <a:pt x="168004" y="424217"/>
                </a:lnTo>
                <a:lnTo>
                  <a:pt x="93688" y="424217"/>
                </a:lnTo>
                <a:cubicBezTo>
                  <a:pt x="76080" y="424202"/>
                  <a:pt x="61817" y="409920"/>
                  <a:pt x="61832" y="392313"/>
                </a:cubicBezTo>
                <a:lnTo>
                  <a:pt x="61832" y="318123"/>
                </a:lnTo>
                <a:lnTo>
                  <a:pt x="9306" y="265528"/>
                </a:lnTo>
                <a:cubicBezTo>
                  <a:pt x="-3103" y="253079"/>
                  <a:pt x="-3103" y="232937"/>
                  <a:pt x="9306" y="220488"/>
                </a:cubicBezTo>
                <a:lnTo>
                  <a:pt x="61832" y="168014"/>
                </a:lnTo>
                <a:lnTo>
                  <a:pt x="61832" y="93703"/>
                </a:lnTo>
                <a:cubicBezTo>
                  <a:pt x="61858" y="76121"/>
                  <a:pt x="76105" y="61876"/>
                  <a:pt x="93688" y="61849"/>
                </a:cubicBezTo>
                <a:lnTo>
                  <a:pt x="167882" y="61849"/>
                </a:lnTo>
                <a:lnTo>
                  <a:pt x="220481" y="9326"/>
                </a:lnTo>
                <a:cubicBezTo>
                  <a:pt x="226701" y="3109"/>
                  <a:pt x="234851" y="0"/>
                  <a:pt x="243002" y="0"/>
                </a:cubicBezTo>
                <a:close/>
              </a:path>
            </a:pathLst>
          </a:custGeom>
          <a:solidFill>
            <a:schemeClr val="accent1"/>
          </a:solidFill>
          <a:ln w="3083" cap="flat">
            <a:noFill/>
            <a:prstDash val="solid"/>
            <a:miter/>
          </a:ln>
        </p:spPr>
        <p:txBody>
          <a:bodyPr wrap="square"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200">
              <a:latin typeface="微软雅黑" panose="020B0503020204020204" pitchFamily="34" charset="-122"/>
              <a:ea typeface="微软雅黑" panose="020B0503020204020204" pitchFamily="34" charset="-122"/>
            </a:endParaRPr>
          </a:p>
        </p:txBody>
      </p:sp>
      <p:grpSp>
        <p:nvGrpSpPr>
          <p:cNvPr id="33" name="Shape1"/>
          <p:cNvGrpSpPr/>
          <p:nvPr/>
        </p:nvGrpSpPr>
        <p:grpSpPr>
          <a:xfrm>
            <a:off x="6001956" y="2664016"/>
            <a:ext cx="486000" cy="485998"/>
            <a:chOff x="6777312" y="2111831"/>
            <a:chExt cx="581284" cy="474363"/>
          </a:xfrm>
          <a:solidFill>
            <a:schemeClr val="accent1"/>
          </a:solidFill>
        </p:grpSpPr>
        <p:sp>
          <p:nvSpPr>
            <p:cNvPr id="34" name="任意多边形: 形状 204"/>
            <p:cNvSpPr/>
            <p:nvPr/>
          </p:nvSpPr>
          <p:spPr>
            <a:xfrm>
              <a:off x="6860194" y="2546108"/>
              <a:ext cx="411815" cy="40086"/>
            </a:xfrm>
            <a:custGeom>
              <a:avLst/>
              <a:gdLst>
                <a:gd name="connsiteX0" fmla="*/ 391726 w 411814"/>
                <a:gd name="connsiteY0" fmla="*/ -183 h 40086"/>
                <a:gd name="connsiteX1" fmla="*/ 19998 w 411814"/>
                <a:gd name="connsiteY1" fmla="*/ -183 h 40086"/>
                <a:gd name="connsiteX2" fmla="*/ -45 w 411814"/>
                <a:gd name="connsiteY2" fmla="*/ 19860 h 40086"/>
                <a:gd name="connsiteX3" fmla="*/ 19998 w 411814"/>
                <a:gd name="connsiteY3" fmla="*/ 39904 h 40086"/>
                <a:gd name="connsiteX4" fmla="*/ 391726 w 411814"/>
                <a:gd name="connsiteY4" fmla="*/ 39904 h 40086"/>
                <a:gd name="connsiteX5" fmla="*/ 411770 w 411814"/>
                <a:gd name="connsiteY5" fmla="*/ 19860 h 40086"/>
                <a:gd name="connsiteX6" fmla="*/ 391726 w 411814"/>
                <a:gd name="connsiteY6" fmla="*/ -183 h 4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1813" h="40086">
                  <a:moveTo>
                    <a:pt x="391726" y="-183"/>
                  </a:moveTo>
                  <a:lnTo>
                    <a:pt x="19998" y="-183"/>
                  </a:lnTo>
                  <a:cubicBezTo>
                    <a:pt x="8928" y="-183"/>
                    <a:pt x="-45" y="8790"/>
                    <a:pt x="-45" y="19860"/>
                  </a:cubicBezTo>
                  <a:cubicBezTo>
                    <a:pt x="-45" y="30930"/>
                    <a:pt x="8928" y="39904"/>
                    <a:pt x="19998" y="39904"/>
                  </a:cubicBezTo>
                  <a:lnTo>
                    <a:pt x="391726" y="39904"/>
                  </a:lnTo>
                  <a:cubicBezTo>
                    <a:pt x="402797" y="39904"/>
                    <a:pt x="411770" y="30930"/>
                    <a:pt x="411770" y="19860"/>
                  </a:cubicBezTo>
                  <a:cubicBezTo>
                    <a:pt x="411770" y="8790"/>
                    <a:pt x="402797" y="-183"/>
                    <a:pt x="391726" y="-183"/>
                  </a:cubicBezTo>
                  <a:close/>
                </a:path>
              </a:pathLst>
            </a:custGeom>
            <a:grpFill/>
            <a:ln w="3083"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200">
                <a:solidFill>
                  <a:schemeClr val="bg1"/>
                </a:solidFill>
                <a:latin typeface="微软雅黑" panose="020B0503020204020204" pitchFamily="34" charset="-122"/>
                <a:ea typeface="微软雅黑" panose="020B0503020204020204" pitchFamily="34" charset="-122"/>
              </a:endParaRPr>
            </a:p>
          </p:txBody>
        </p:sp>
        <p:sp>
          <p:nvSpPr>
            <p:cNvPr id="35" name="任意多边形: 形状 205"/>
            <p:cNvSpPr/>
            <p:nvPr/>
          </p:nvSpPr>
          <p:spPr>
            <a:xfrm>
              <a:off x="6777312" y="2111831"/>
              <a:ext cx="581284" cy="394439"/>
            </a:xfrm>
            <a:custGeom>
              <a:avLst/>
              <a:gdLst>
                <a:gd name="connsiteX0" fmla="*/ 581240 w 581284"/>
                <a:gd name="connsiteY0" fmla="*/ 115745 h 394439"/>
                <a:gd name="connsiteX1" fmla="*/ 540367 w 581284"/>
                <a:gd name="connsiteY1" fmla="*/ 74718 h 394439"/>
                <a:gd name="connsiteX2" fmla="*/ 499339 w 581284"/>
                <a:gd name="connsiteY2" fmla="*/ 115591 h 394439"/>
                <a:gd name="connsiteX3" fmla="*/ 502762 w 581284"/>
                <a:gd name="connsiteY3" fmla="*/ 132057 h 394439"/>
                <a:gd name="connsiteX4" fmla="*/ 373806 w 581284"/>
                <a:gd name="connsiteY4" fmla="*/ 218676 h 394439"/>
                <a:gd name="connsiteX5" fmla="*/ 314848 w 581284"/>
                <a:gd name="connsiteY5" fmla="*/ 72359 h 394439"/>
                <a:gd name="connsiteX6" fmla="*/ 320383 w 581284"/>
                <a:gd name="connsiteY6" fmla="*/ 14711 h 394439"/>
                <a:gd name="connsiteX7" fmla="*/ 262735 w 581284"/>
                <a:gd name="connsiteY7" fmla="*/ 9176 h 394439"/>
                <a:gd name="connsiteX8" fmla="*/ 257200 w 581284"/>
                <a:gd name="connsiteY8" fmla="*/ 66824 h 394439"/>
                <a:gd name="connsiteX9" fmla="*/ 262735 w 581284"/>
                <a:gd name="connsiteY9" fmla="*/ 72359 h 394439"/>
                <a:gd name="connsiteX10" fmla="*/ 203745 w 581284"/>
                <a:gd name="connsiteY10" fmla="*/ 218552 h 394439"/>
                <a:gd name="connsiteX11" fmla="*/ 77564 w 581284"/>
                <a:gd name="connsiteY11" fmla="*/ 134031 h 394439"/>
                <a:gd name="connsiteX12" fmla="*/ 59023 w 581284"/>
                <a:gd name="connsiteY12" fmla="*/ 79214 h 394439"/>
                <a:gd name="connsiteX13" fmla="*/ 4203 w 581284"/>
                <a:gd name="connsiteY13" fmla="*/ 97756 h 394439"/>
                <a:gd name="connsiteX14" fmla="*/ 22747 w 581284"/>
                <a:gd name="connsiteY14" fmla="*/ 152573 h 394439"/>
                <a:gd name="connsiteX15" fmla="*/ 29245 w 581284"/>
                <a:gd name="connsiteY15" fmla="*/ 155123 h 394439"/>
                <a:gd name="connsiteX16" fmla="*/ 74604 w 581284"/>
                <a:gd name="connsiteY16" fmla="*/ 359134 h 394439"/>
                <a:gd name="connsiteX17" fmla="*/ 118391 w 581284"/>
                <a:gd name="connsiteY17" fmla="*/ 394256 h 394439"/>
                <a:gd name="connsiteX18" fmla="*/ 459191 w 581284"/>
                <a:gd name="connsiteY18" fmla="*/ 394256 h 394439"/>
                <a:gd name="connsiteX19" fmla="*/ 502947 w 581284"/>
                <a:gd name="connsiteY19" fmla="*/ 359134 h 394439"/>
                <a:gd name="connsiteX20" fmla="*/ 548122 w 581284"/>
                <a:gd name="connsiteY20" fmla="*/ 155894 h 394439"/>
                <a:gd name="connsiteX21" fmla="*/ 581240 w 581284"/>
                <a:gd name="connsiteY21" fmla="*/ 115745 h 394439"/>
                <a:gd name="connsiteX22" fmla="*/ 540290 w 581284"/>
                <a:gd name="connsiteY22" fmla="*/ 114882 h 394439"/>
                <a:gd name="connsiteX23" fmla="*/ 541153 w 581284"/>
                <a:gd name="connsiteY23" fmla="*/ 115745 h 394439"/>
                <a:gd name="connsiteX24" fmla="*/ 540290 w 581284"/>
                <a:gd name="connsiteY24" fmla="*/ 116609 h 394439"/>
                <a:gd name="connsiteX25" fmla="*/ 539426 w 581284"/>
                <a:gd name="connsiteY25" fmla="*/ 115745 h 394439"/>
                <a:gd name="connsiteX26" fmla="*/ 540290 w 581284"/>
                <a:gd name="connsiteY26" fmla="*/ 114882 h 394439"/>
                <a:gd name="connsiteX27" fmla="*/ 288791 w 581284"/>
                <a:gd name="connsiteY27" fmla="*/ 40074 h 394439"/>
                <a:gd name="connsiteX28" fmla="*/ 289655 w 581284"/>
                <a:gd name="connsiteY28" fmla="*/ 40937 h 394439"/>
                <a:gd name="connsiteX29" fmla="*/ 289346 w 581284"/>
                <a:gd name="connsiteY29" fmla="*/ 41461 h 394439"/>
                <a:gd name="connsiteX30" fmla="*/ 288205 w 581284"/>
                <a:gd name="connsiteY30" fmla="*/ 41461 h 394439"/>
                <a:gd name="connsiteX31" fmla="*/ 287928 w 581284"/>
                <a:gd name="connsiteY31" fmla="*/ 40937 h 394439"/>
                <a:gd name="connsiteX32" fmla="*/ 288791 w 581284"/>
                <a:gd name="connsiteY32" fmla="*/ 40074 h 394439"/>
                <a:gd name="connsiteX33" fmla="*/ 40901 w 581284"/>
                <a:gd name="connsiteY33" fmla="*/ 114882 h 394439"/>
                <a:gd name="connsiteX34" fmla="*/ 41912 w 581284"/>
                <a:gd name="connsiteY34" fmla="*/ 115566 h 394439"/>
                <a:gd name="connsiteX35" fmla="*/ 41224 w 581284"/>
                <a:gd name="connsiteY35" fmla="*/ 116578 h 394439"/>
                <a:gd name="connsiteX36" fmla="*/ 40901 w 581284"/>
                <a:gd name="connsiteY36" fmla="*/ 116578 h 394439"/>
                <a:gd name="connsiteX37" fmla="*/ 40216 w 581284"/>
                <a:gd name="connsiteY37" fmla="*/ 115566 h 394439"/>
                <a:gd name="connsiteX38" fmla="*/ 40901 w 581284"/>
                <a:gd name="connsiteY38" fmla="*/ 114882 h 394439"/>
                <a:gd name="connsiteX39" fmla="*/ 463816 w 581284"/>
                <a:gd name="connsiteY39" fmla="*/ 350438 h 394439"/>
                <a:gd name="connsiteX40" fmla="*/ 459191 w 581284"/>
                <a:gd name="connsiteY40" fmla="*/ 354169 h 394439"/>
                <a:gd name="connsiteX41" fmla="*/ 118391 w 581284"/>
                <a:gd name="connsiteY41" fmla="*/ 354169 h 394439"/>
                <a:gd name="connsiteX42" fmla="*/ 113735 w 581284"/>
                <a:gd name="connsiteY42" fmla="*/ 350438 h 394439"/>
                <a:gd name="connsiteX43" fmla="*/ 76146 w 581284"/>
                <a:gd name="connsiteY43" fmla="*/ 181241 h 394439"/>
                <a:gd name="connsiteX44" fmla="*/ 194001 w 581284"/>
                <a:gd name="connsiteY44" fmla="*/ 260459 h 394439"/>
                <a:gd name="connsiteX45" fmla="*/ 231815 w 581284"/>
                <a:gd name="connsiteY45" fmla="*/ 254180 h 394439"/>
                <a:gd name="connsiteX46" fmla="*/ 235075 w 581284"/>
                <a:gd name="connsiteY46" fmla="*/ 248124 h 394439"/>
                <a:gd name="connsiteX47" fmla="*/ 288791 w 581284"/>
                <a:gd name="connsiteY47" fmla="*/ 114974 h 394439"/>
                <a:gd name="connsiteX48" fmla="*/ 342477 w 581284"/>
                <a:gd name="connsiteY48" fmla="*/ 248124 h 394439"/>
                <a:gd name="connsiteX49" fmla="*/ 377546 w 581284"/>
                <a:gd name="connsiteY49" fmla="*/ 263709 h 394439"/>
                <a:gd name="connsiteX50" fmla="*/ 383581 w 581284"/>
                <a:gd name="connsiteY50" fmla="*/ 260459 h 394439"/>
                <a:gd name="connsiteX51" fmla="*/ 501436 w 581284"/>
                <a:gd name="connsiteY51" fmla="*/ 181272 h 394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81284" h="394439">
                  <a:moveTo>
                    <a:pt x="581240" y="115745"/>
                  </a:moveTo>
                  <a:cubicBezTo>
                    <a:pt x="581283" y="93130"/>
                    <a:pt x="562982" y="74761"/>
                    <a:pt x="540367" y="74718"/>
                  </a:cubicBezTo>
                  <a:cubicBezTo>
                    <a:pt x="517752" y="74675"/>
                    <a:pt x="499383" y="92976"/>
                    <a:pt x="499339" y="115591"/>
                  </a:cubicBezTo>
                  <a:cubicBezTo>
                    <a:pt x="499330" y="121259"/>
                    <a:pt x="500496" y="126865"/>
                    <a:pt x="502762" y="132057"/>
                  </a:cubicBezTo>
                  <a:lnTo>
                    <a:pt x="373806" y="218676"/>
                  </a:lnTo>
                  <a:lnTo>
                    <a:pt x="314848" y="72359"/>
                  </a:lnTo>
                  <a:cubicBezTo>
                    <a:pt x="332295" y="57968"/>
                    <a:pt x="334774" y="32158"/>
                    <a:pt x="320383" y="14711"/>
                  </a:cubicBezTo>
                  <a:cubicBezTo>
                    <a:pt x="305991" y="-2736"/>
                    <a:pt x="280182" y="-5212"/>
                    <a:pt x="262735" y="9176"/>
                  </a:cubicBezTo>
                  <a:cubicBezTo>
                    <a:pt x="245288" y="23567"/>
                    <a:pt x="242808" y="49377"/>
                    <a:pt x="257200" y="66824"/>
                  </a:cubicBezTo>
                  <a:cubicBezTo>
                    <a:pt x="258865" y="68841"/>
                    <a:pt x="260718" y="70694"/>
                    <a:pt x="262735" y="72359"/>
                  </a:cubicBezTo>
                  <a:lnTo>
                    <a:pt x="203745" y="218552"/>
                  </a:lnTo>
                  <a:lnTo>
                    <a:pt x="77564" y="134031"/>
                  </a:lnTo>
                  <a:cubicBezTo>
                    <a:pt x="87580" y="113772"/>
                    <a:pt x="79279" y="89229"/>
                    <a:pt x="59023" y="79214"/>
                  </a:cubicBezTo>
                  <a:cubicBezTo>
                    <a:pt x="38764" y="69198"/>
                    <a:pt x="14221" y="77499"/>
                    <a:pt x="4203" y="97756"/>
                  </a:cubicBezTo>
                  <a:cubicBezTo>
                    <a:pt x="-5813" y="118015"/>
                    <a:pt x="2488" y="142557"/>
                    <a:pt x="22747" y="152573"/>
                  </a:cubicBezTo>
                  <a:cubicBezTo>
                    <a:pt x="24835" y="153609"/>
                    <a:pt x="27009" y="154460"/>
                    <a:pt x="29245" y="155123"/>
                  </a:cubicBezTo>
                  <a:lnTo>
                    <a:pt x="74604" y="359134"/>
                  </a:lnTo>
                  <a:cubicBezTo>
                    <a:pt x="79076" y="379714"/>
                    <a:pt x="97333" y="394358"/>
                    <a:pt x="118391" y="394256"/>
                  </a:cubicBezTo>
                  <a:lnTo>
                    <a:pt x="459191" y="394256"/>
                  </a:lnTo>
                  <a:cubicBezTo>
                    <a:pt x="480243" y="394355"/>
                    <a:pt x="498488" y="379708"/>
                    <a:pt x="502947" y="359134"/>
                  </a:cubicBezTo>
                  <a:lnTo>
                    <a:pt x="548122" y="155894"/>
                  </a:lnTo>
                  <a:cubicBezTo>
                    <a:pt x="567333" y="152138"/>
                    <a:pt x="581206" y="135320"/>
                    <a:pt x="581240" y="115745"/>
                  </a:cubicBezTo>
                  <a:close/>
                  <a:moveTo>
                    <a:pt x="540290" y="114882"/>
                  </a:moveTo>
                  <a:cubicBezTo>
                    <a:pt x="540768" y="114882"/>
                    <a:pt x="541153" y="115267"/>
                    <a:pt x="541153" y="115745"/>
                  </a:cubicBezTo>
                  <a:cubicBezTo>
                    <a:pt x="541153" y="116223"/>
                    <a:pt x="540768" y="116609"/>
                    <a:pt x="540290" y="116609"/>
                  </a:cubicBezTo>
                  <a:cubicBezTo>
                    <a:pt x="539812" y="116609"/>
                    <a:pt x="539426" y="116223"/>
                    <a:pt x="539426" y="115745"/>
                  </a:cubicBezTo>
                  <a:cubicBezTo>
                    <a:pt x="539426" y="115267"/>
                    <a:pt x="539812" y="114882"/>
                    <a:pt x="540290" y="114882"/>
                  </a:cubicBezTo>
                  <a:close/>
                  <a:moveTo>
                    <a:pt x="288791" y="40074"/>
                  </a:moveTo>
                  <a:cubicBezTo>
                    <a:pt x="289260" y="40089"/>
                    <a:pt x="289639" y="40468"/>
                    <a:pt x="289655" y="40937"/>
                  </a:cubicBezTo>
                  <a:cubicBezTo>
                    <a:pt x="289664" y="41159"/>
                    <a:pt x="289544" y="41363"/>
                    <a:pt x="289346" y="41461"/>
                  </a:cubicBezTo>
                  <a:lnTo>
                    <a:pt x="288205" y="41461"/>
                  </a:lnTo>
                  <a:cubicBezTo>
                    <a:pt x="288023" y="41350"/>
                    <a:pt x="287918" y="41150"/>
                    <a:pt x="287928" y="40937"/>
                  </a:cubicBezTo>
                  <a:cubicBezTo>
                    <a:pt x="287943" y="40468"/>
                    <a:pt x="288322" y="40089"/>
                    <a:pt x="288791" y="40074"/>
                  </a:cubicBezTo>
                  <a:close/>
                  <a:moveTo>
                    <a:pt x="40901" y="114882"/>
                  </a:moveTo>
                  <a:cubicBezTo>
                    <a:pt x="41369" y="114792"/>
                    <a:pt x="41822" y="115098"/>
                    <a:pt x="41912" y="115566"/>
                  </a:cubicBezTo>
                  <a:cubicBezTo>
                    <a:pt x="42001" y="116035"/>
                    <a:pt x="41693" y="116488"/>
                    <a:pt x="41224" y="116578"/>
                  </a:cubicBezTo>
                  <a:cubicBezTo>
                    <a:pt x="41119" y="116599"/>
                    <a:pt x="41008" y="116599"/>
                    <a:pt x="40901" y="116578"/>
                  </a:cubicBezTo>
                  <a:cubicBezTo>
                    <a:pt x="40432" y="116488"/>
                    <a:pt x="40127" y="116035"/>
                    <a:pt x="40216" y="115566"/>
                  </a:cubicBezTo>
                  <a:cubicBezTo>
                    <a:pt x="40281" y="115221"/>
                    <a:pt x="40552" y="114950"/>
                    <a:pt x="40901" y="114882"/>
                  </a:cubicBezTo>
                  <a:close/>
                  <a:moveTo>
                    <a:pt x="463816" y="350438"/>
                  </a:moveTo>
                  <a:cubicBezTo>
                    <a:pt x="463351" y="352618"/>
                    <a:pt x="461420" y="354176"/>
                    <a:pt x="459191" y="354169"/>
                  </a:cubicBezTo>
                  <a:lnTo>
                    <a:pt x="118391" y="354169"/>
                  </a:lnTo>
                  <a:cubicBezTo>
                    <a:pt x="116150" y="354191"/>
                    <a:pt x="114204" y="352631"/>
                    <a:pt x="113735" y="350438"/>
                  </a:cubicBezTo>
                  <a:lnTo>
                    <a:pt x="76146" y="181241"/>
                  </a:lnTo>
                  <a:lnTo>
                    <a:pt x="194001" y="260459"/>
                  </a:lnTo>
                  <a:cubicBezTo>
                    <a:pt x="206178" y="269167"/>
                    <a:pt x="223107" y="266358"/>
                    <a:pt x="231815" y="254180"/>
                  </a:cubicBezTo>
                  <a:cubicBezTo>
                    <a:pt x="233154" y="252309"/>
                    <a:pt x="234252" y="250274"/>
                    <a:pt x="235075" y="248124"/>
                  </a:cubicBezTo>
                  <a:lnTo>
                    <a:pt x="288791" y="114974"/>
                  </a:lnTo>
                  <a:lnTo>
                    <a:pt x="342477" y="248124"/>
                  </a:lnTo>
                  <a:cubicBezTo>
                    <a:pt x="347857" y="262111"/>
                    <a:pt x="363559" y="269090"/>
                    <a:pt x="377546" y="263709"/>
                  </a:cubicBezTo>
                  <a:cubicBezTo>
                    <a:pt x="379686" y="262885"/>
                    <a:pt x="381715" y="261794"/>
                    <a:pt x="383581" y="260459"/>
                  </a:cubicBezTo>
                  <a:lnTo>
                    <a:pt x="501436" y="181272"/>
                  </a:lnTo>
                  <a:close/>
                </a:path>
              </a:pathLst>
            </a:custGeom>
            <a:grpFill/>
            <a:ln w="3083"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200">
                <a:solidFill>
                  <a:schemeClr val="bg1"/>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703561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6CE06455-740B-1170-F1EF-E35418C5D5A8}"/>
              </a:ext>
            </a:extLst>
          </p:cNvPr>
          <p:cNvGrpSpPr/>
          <p:nvPr/>
        </p:nvGrpSpPr>
        <p:grpSpPr>
          <a:xfrm rot="275885">
            <a:off x="5024890" y="2443274"/>
            <a:ext cx="4189676" cy="2189467"/>
            <a:chOff x="5088529" y="2379328"/>
            <a:chExt cx="4189676" cy="2189467"/>
          </a:xfrm>
        </p:grpSpPr>
        <p:sp>
          <p:nvSpPr>
            <p:cNvPr id="21" name="图形 18"/>
            <p:cNvSpPr/>
            <p:nvPr/>
          </p:nvSpPr>
          <p:spPr>
            <a:xfrm rot="1613050">
              <a:off x="5088529" y="2379328"/>
              <a:ext cx="4189676" cy="2081319"/>
            </a:xfrm>
            <a:custGeom>
              <a:avLst/>
              <a:gdLst>
                <a:gd name="connsiteX0" fmla="*/ 2424547 w 2953027"/>
                <a:gd name="connsiteY0" fmla="*/ 182099 h 1466985"/>
                <a:gd name="connsiteX1" fmla="*/ 1983443 w 2953027"/>
                <a:gd name="connsiteY1" fmla="*/ 368695 h 1466985"/>
                <a:gd name="connsiteX2" fmla="*/ 1812756 w 2953027"/>
                <a:gd name="connsiteY2" fmla="*/ 471564 h 1466985"/>
                <a:gd name="connsiteX3" fmla="*/ 1481667 w 2953027"/>
                <a:gd name="connsiteY3" fmla="*/ 469373 h 1466985"/>
                <a:gd name="connsiteX4" fmla="*/ 1378987 w 2953027"/>
                <a:gd name="connsiteY4" fmla="*/ 388125 h 1466985"/>
                <a:gd name="connsiteX5" fmla="*/ 727383 w 2953027"/>
                <a:gd name="connsiteY5" fmla="*/ -1447 h 1466985"/>
                <a:gd name="connsiteX6" fmla="*/ -2233 w 2953027"/>
                <a:gd name="connsiteY6" fmla="*/ 714261 h 1466985"/>
                <a:gd name="connsiteX7" fmla="*/ 713095 w 2953027"/>
                <a:gd name="connsiteY7" fmla="*/ 1465308 h 1466985"/>
                <a:gd name="connsiteX8" fmla="*/ 1382036 w 2953027"/>
                <a:gd name="connsiteY8" fmla="*/ 1069830 h 1466985"/>
                <a:gd name="connsiteX9" fmla="*/ 1488429 w 2953027"/>
                <a:gd name="connsiteY9" fmla="*/ 986486 h 1466985"/>
                <a:gd name="connsiteX10" fmla="*/ 1800373 w 2953027"/>
                <a:gd name="connsiteY10" fmla="*/ 984391 h 1466985"/>
                <a:gd name="connsiteX11" fmla="*/ 1977823 w 2953027"/>
                <a:gd name="connsiteY11" fmla="*/ 1092499 h 1466985"/>
                <a:gd name="connsiteX12" fmla="*/ 2756682 w 2953027"/>
                <a:gd name="connsiteY12" fmla="*/ 1154221 h 1466985"/>
                <a:gd name="connsiteX13" fmla="*/ 2818309 w 2953027"/>
                <a:gd name="connsiteY13" fmla="*/ 375362 h 1466985"/>
                <a:gd name="connsiteX14" fmla="*/ 2424547 w 2953027"/>
                <a:gd name="connsiteY14" fmla="*/ 182099 h 146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53027" h="1466985">
                  <a:moveTo>
                    <a:pt x="2424547" y="182099"/>
                  </a:moveTo>
                  <a:cubicBezTo>
                    <a:pt x="2256715" y="173812"/>
                    <a:pt x="2094313" y="242488"/>
                    <a:pt x="1983443" y="368695"/>
                  </a:cubicBezTo>
                  <a:cubicBezTo>
                    <a:pt x="1938199" y="419367"/>
                    <a:pt x="1878668" y="455277"/>
                    <a:pt x="1812756" y="471564"/>
                  </a:cubicBezTo>
                  <a:cubicBezTo>
                    <a:pt x="1704074" y="499187"/>
                    <a:pt x="1590060" y="498425"/>
                    <a:pt x="1481667" y="469373"/>
                  </a:cubicBezTo>
                  <a:cubicBezTo>
                    <a:pt x="1437660" y="457753"/>
                    <a:pt x="1400418" y="428321"/>
                    <a:pt x="1378987" y="388125"/>
                  </a:cubicBezTo>
                  <a:cubicBezTo>
                    <a:pt x="1251162" y="147238"/>
                    <a:pt x="1000082" y="-2876"/>
                    <a:pt x="727383" y="-1447"/>
                  </a:cubicBezTo>
                  <a:cubicBezTo>
                    <a:pt x="332856" y="458"/>
                    <a:pt x="7101" y="319831"/>
                    <a:pt x="-2233" y="714261"/>
                  </a:cubicBezTo>
                  <a:cubicBezTo>
                    <a:pt x="-12140" y="1119169"/>
                    <a:pt x="308187" y="1455497"/>
                    <a:pt x="713095" y="1465308"/>
                  </a:cubicBezTo>
                  <a:cubicBezTo>
                    <a:pt x="993320" y="1472166"/>
                    <a:pt x="1252972" y="1318718"/>
                    <a:pt x="1382036" y="1069830"/>
                  </a:cubicBezTo>
                  <a:cubicBezTo>
                    <a:pt x="1403941" y="1028110"/>
                    <a:pt x="1442709" y="997820"/>
                    <a:pt x="1488429" y="986486"/>
                  </a:cubicBezTo>
                  <a:cubicBezTo>
                    <a:pt x="1590728" y="960578"/>
                    <a:pt x="1697789" y="959911"/>
                    <a:pt x="1800373" y="984391"/>
                  </a:cubicBezTo>
                  <a:cubicBezTo>
                    <a:pt x="1869525" y="1000678"/>
                    <a:pt x="1931723" y="1038492"/>
                    <a:pt x="1977823" y="1092499"/>
                  </a:cubicBezTo>
                  <a:cubicBezTo>
                    <a:pt x="2175848" y="1324624"/>
                    <a:pt x="2524559" y="1352246"/>
                    <a:pt x="2756682" y="1154221"/>
                  </a:cubicBezTo>
                  <a:cubicBezTo>
                    <a:pt x="2988808" y="956101"/>
                    <a:pt x="3016429" y="607391"/>
                    <a:pt x="2818309" y="375362"/>
                  </a:cubicBezTo>
                  <a:cubicBezTo>
                    <a:pt x="2719345" y="259348"/>
                    <a:pt x="2576851" y="189434"/>
                    <a:pt x="2424547" y="182099"/>
                  </a:cubicBezTo>
                  <a:close/>
                </a:path>
              </a:pathLst>
            </a:custGeom>
            <a:solidFill>
              <a:schemeClr val="tx1"/>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23" name="Freeform 18"/>
            <p:cNvSpPr/>
            <p:nvPr/>
          </p:nvSpPr>
          <p:spPr bwMode="auto">
            <a:xfrm>
              <a:off x="7842340" y="3502153"/>
              <a:ext cx="1061680" cy="1066642"/>
            </a:xfrm>
            <a:custGeom>
              <a:avLst/>
              <a:gdLst>
                <a:gd name="T0" fmla="*/ 181 w 181"/>
                <a:gd name="T1" fmla="*/ 90 h 181"/>
                <a:gd name="T2" fmla="*/ 91 w 181"/>
                <a:gd name="T3" fmla="*/ 181 h 181"/>
                <a:gd name="T4" fmla="*/ 0 w 181"/>
                <a:gd name="T5" fmla="*/ 92 h 181"/>
                <a:gd name="T6" fmla="*/ 89 w 181"/>
                <a:gd name="T7" fmla="*/ 0 h 181"/>
                <a:gd name="T8" fmla="*/ 181 w 181"/>
                <a:gd name="T9" fmla="*/ 90 h 181"/>
              </a:gdLst>
              <a:ahLst/>
              <a:cxnLst>
                <a:cxn ang="0">
                  <a:pos x="T0" y="T1"/>
                </a:cxn>
                <a:cxn ang="0">
                  <a:pos x="T2" y="T3"/>
                </a:cxn>
                <a:cxn ang="0">
                  <a:pos x="T4" y="T5"/>
                </a:cxn>
                <a:cxn ang="0">
                  <a:pos x="T6" y="T7"/>
                </a:cxn>
                <a:cxn ang="0">
                  <a:pos x="T8" y="T9"/>
                </a:cxn>
              </a:cxnLst>
              <a:rect l="0" t="0" r="r" b="b"/>
              <a:pathLst>
                <a:path w="181" h="181">
                  <a:moveTo>
                    <a:pt x="181" y="90"/>
                  </a:moveTo>
                  <a:cubicBezTo>
                    <a:pt x="181" y="139"/>
                    <a:pt x="141" y="180"/>
                    <a:pt x="91" y="181"/>
                  </a:cubicBezTo>
                  <a:cubicBezTo>
                    <a:pt x="42" y="181"/>
                    <a:pt x="1" y="141"/>
                    <a:pt x="0" y="92"/>
                  </a:cubicBezTo>
                  <a:cubicBezTo>
                    <a:pt x="0" y="42"/>
                    <a:pt x="40" y="1"/>
                    <a:pt x="89" y="0"/>
                  </a:cubicBezTo>
                  <a:cubicBezTo>
                    <a:pt x="139" y="0"/>
                    <a:pt x="180" y="40"/>
                    <a:pt x="181" y="90"/>
                  </a:cubicBezTo>
                  <a:close/>
                </a:path>
              </a:pathLst>
            </a:custGeom>
            <a:solidFill>
              <a:schemeClr val="bg1"/>
            </a:solidFill>
            <a:ln>
              <a:noFill/>
            </a:ln>
          </p:spPr>
          <p:txBody>
            <a:bodyPr vert="horz" wrap="square" lIns="91440" tIns="45720" rIns="91440" bIns="4572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4400">
                <a:solidFill>
                  <a:schemeClr val="accent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grpSp>
          <p:nvGrpSpPr>
            <p:cNvPr id="36" name="Shape2"/>
            <p:cNvGrpSpPr/>
            <p:nvPr/>
          </p:nvGrpSpPr>
          <p:grpSpPr>
            <a:xfrm>
              <a:off x="8138021" y="3817009"/>
              <a:ext cx="486000" cy="486000"/>
              <a:chOff x="5997280" y="4101941"/>
              <a:chExt cx="534264" cy="534264"/>
            </a:xfrm>
            <a:solidFill>
              <a:schemeClr val="accent1"/>
            </a:solidFill>
          </p:grpSpPr>
          <p:sp>
            <p:nvSpPr>
              <p:cNvPr id="37" name="任意多边形: 形状 245"/>
              <p:cNvSpPr/>
              <p:nvPr/>
            </p:nvSpPr>
            <p:spPr>
              <a:xfrm>
                <a:off x="5997280" y="4101941"/>
                <a:ext cx="534264" cy="534264"/>
              </a:xfrm>
              <a:custGeom>
                <a:avLst/>
                <a:gdLst>
                  <a:gd name="connsiteX0" fmla="*/ 267118 w 534264"/>
                  <a:gd name="connsiteY0" fmla="*/ 534082 h 534264"/>
                  <a:gd name="connsiteX1" fmla="*/ -45 w 534264"/>
                  <a:gd name="connsiteY1" fmla="*/ 266980 h 534264"/>
                  <a:gd name="connsiteX2" fmla="*/ 267056 w 534264"/>
                  <a:gd name="connsiteY2" fmla="*/ -183 h 534264"/>
                  <a:gd name="connsiteX3" fmla="*/ 534220 w 534264"/>
                  <a:gd name="connsiteY3" fmla="*/ 266918 h 534264"/>
                  <a:gd name="connsiteX4" fmla="*/ 534220 w 534264"/>
                  <a:gd name="connsiteY4" fmla="*/ 266980 h 534264"/>
                  <a:gd name="connsiteX5" fmla="*/ 267118 w 534264"/>
                  <a:gd name="connsiteY5" fmla="*/ 534082 h 534264"/>
                  <a:gd name="connsiteX6" fmla="*/ 267118 w 534264"/>
                  <a:gd name="connsiteY6" fmla="*/ 39935 h 534264"/>
                  <a:gd name="connsiteX7" fmla="*/ 40042 w 534264"/>
                  <a:gd name="connsiteY7" fmla="*/ 266949 h 534264"/>
                  <a:gd name="connsiteX8" fmla="*/ 267056 w 534264"/>
                  <a:gd name="connsiteY8" fmla="*/ 494026 h 534264"/>
                  <a:gd name="connsiteX9" fmla="*/ 494133 w 534264"/>
                  <a:gd name="connsiteY9" fmla="*/ 267011 h 534264"/>
                  <a:gd name="connsiteX10" fmla="*/ 494133 w 534264"/>
                  <a:gd name="connsiteY10" fmla="*/ 266980 h 534264"/>
                  <a:gd name="connsiteX11" fmla="*/ 267118 w 534264"/>
                  <a:gd name="connsiteY11" fmla="*/ 39935 h 534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4264" h="534264">
                    <a:moveTo>
                      <a:pt x="267118" y="534082"/>
                    </a:moveTo>
                    <a:cubicBezTo>
                      <a:pt x="119586" y="534112"/>
                      <a:pt x="-28" y="414499"/>
                      <a:pt x="-45" y="266980"/>
                    </a:cubicBezTo>
                    <a:cubicBezTo>
                      <a:pt x="-62" y="119461"/>
                      <a:pt x="119525" y="-152"/>
                      <a:pt x="267056" y="-183"/>
                    </a:cubicBezTo>
                    <a:cubicBezTo>
                      <a:pt x="414588" y="-214"/>
                      <a:pt x="534201" y="119399"/>
                      <a:pt x="534220" y="266918"/>
                    </a:cubicBezTo>
                    <a:cubicBezTo>
                      <a:pt x="534220" y="266949"/>
                      <a:pt x="534220" y="266949"/>
                      <a:pt x="534220" y="266980"/>
                    </a:cubicBezTo>
                    <a:cubicBezTo>
                      <a:pt x="534050" y="414438"/>
                      <a:pt x="414564" y="533897"/>
                      <a:pt x="267118" y="534082"/>
                    </a:cubicBezTo>
                    <a:close/>
                    <a:moveTo>
                      <a:pt x="267118" y="39935"/>
                    </a:moveTo>
                    <a:cubicBezTo>
                      <a:pt x="141724" y="39904"/>
                      <a:pt x="40059" y="141570"/>
                      <a:pt x="40042" y="266949"/>
                    </a:cubicBezTo>
                    <a:cubicBezTo>
                      <a:pt x="40025" y="392329"/>
                      <a:pt x="141662" y="493995"/>
                      <a:pt x="267056" y="494026"/>
                    </a:cubicBezTo>
                    <a:cubicBezTo>
                      <a:pt x="392451" y="494056"/>
                      <a:pt x="494114" y="392390"/>
                      <a:pt x="494133" y="267011"/>
                    </a:cubicBezTo>
                    <a:cubicBezTo>
                      <a:pt x="494133" y="267011"/>
                      <a:pt x="494133" y="266980"/>
                      <a:pt x="494133" y="266980"/>
                    </a:cubicBezTo>
                    <a:cubicBezTo>
                      <a:pt x="493997" y="141662"/>
                      <a:pt x="392445" y="40089"/>
                      <a:pt x="267118" y="39935"/>
                    </a:cubicBezTo>
                    <a:close/>
                  </a:path>
                </a:pathLst>
              </a:custGeom>
              <a:grpFill/>
              <a:ln w="3083"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200">
                  <a:latin typeface="微软雅黑" panose="020B0503020204020204" pitchFamily="34" charset="-122"/>
                  <a:ea typeface="微软雅黑" panose="020B0503020204020204" pitchFamily="34" charset="-122"/>
                </a:endParaRPr>
              </a:p>
            </p:txBody>
          </p:sp>
          <p:sp>
            <p:nvSpPr>
              <p:cNvPr id="38" name="任意多边形: 形状 246"/>
              <p:cNvSpPr/>
              <p:nvPr/>
            </p:nvSpPr>
            <p:spPr>
              <a:xfrm>
                <a:off x="6242488" y="4347118"/>
                <a:ext cx="43910" cy="43910"/>
              </a:xfrm>
              <a:custGeom>
                <a:avLst/>
                <a:gdLst>
                  <a:gd name="connsiteX0" fmla="*/ 43910 w 43910"/>
                  <a:gd name="connsiteY0" fmla="*/ 21955 h 43910"/>
                  <a:gd name="connsiteX1" fmla="*/ 21955 w 43910"/>
                  <a:gd name="connsiteY1" fmla="*/ 43911 h 43910"/>
                  <a:gd name="connsiteX2" fmla="*/ 0 w 43910"/>
                  <a:gd name="connsiteY2" fmla="*/ 21955 h 43910"/>
                  <a:gd name="connsiteX3" fmla="*/ 21955 w 43910"/>
                  <a:gd name="connsiteY3" fmla="*/ 0 h 43910"/>
                  <a:gd name="connsiteX4" fmla="*/ 43910 w 43910"/>
                  <a:gd name="connsiteY4" fmla="*/ 21955 h 43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10" h="43910">
                    <a:moveTo>
                      <a:pt x="43910" y="21955"/>
                    </a:moveTo>
                    <a:cubicBezTo>
                      <a:pt x="43910" y="34081"/>
                      <a:pt x="34081" y="43911"/>
                      <a:pt x="21955" y="43911"/>
                    </a:cubicBezTo>
                    <a:cubicBezTo>
                      <a:pt x="9830" y="43911"/>
                      <a:pt x="0" y="34081"/>
                      <a:pt x="0" y="21955"/>
                    </a:cubicBezTo>
                    <a:cubicBezTo>
                      <a:pt x="0" y="9830"/>
                      <a:pt x="9830" y="0"/>
                      <a:pt x="21955" y="0"/>
                    </a:cubicBezTo>
                    <a:cubicBezTo>
                      <a:pt x="34081" y="0"/>
                      <a:pt x="43910" y="9830"/>
                      <a:pt x="43910" y="21955"/>
                    </a:cubicBezTo>
                    <a:close/>
                  </a:path>
                </a:pathLst>
              </a:custGeom>
              <a:grpFill/>
              <a:ln w="3083"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200">
                  <a:latin typeface="微软雅黑" panose="020B0503020204020204" pitchFamily="34" charset="-122"/>
                  <a:ea typeface="微软雅黑" panose="020B0503020204020204" pitchFamily="34" charset="-122"/>
                </a:endParaRPr>
              </a:p>
            </p:txBody>
          </p:sp>
          <p:sp>
            <p:nvSpPr>
              <p:cNvPr id="39" name="任意多边形: 形状 247"/>
              <p:cNvSpPr/>
              <p:nvPr/>
            </p:nvSpPr>
            <p:spPr>
              <a:xfrm>
                <a:off x="6116112" y="4220839"/>
                <a:ext cx="296554" cy="296617"/>
              </a:xfrm>
              <a:custGeom>
                <a:avLst/>
                <a:gdLst>
                  <a:gd name="connsiteX0" fmla="*/ 24510 w 296554"/>
                  <a:gd name="connsiteY0" fmla="*/ 296434 h 296617"/>
                  <a:gd name="connsiteX1" fmla="*/ -45 w 296554"/>
                  <a:gd name="connsiteY1" fmla="*/ 271642 h 296617"/>
                  <a:gd name="connsiteX2" fmla="*/ 2308 w 296554"/>
                  <a:gd name="connsiteY2" fmla="*/ 261250 h 296617"/>
                  <a:gd name="connsiteX3" fmla="*/ 82482 w 296554"/>
                  <a:gd name="connsiteY3" fmla="*/ 93841 h 296617"/>
                  <a:gd name="connsiteX4" fmla="*/ 94014 w 296554"/>
                  <a:gd name="connsiteY4" fmla="*/ 82309 h 296617"/>
                  <a:gd name="connsiteX5" fmla="*/ 261423 w 296554"/>
                  <a:gd name="connsiteY5" fmla="*/ 2135 h 296617"/>
                  <a:gd name="connsiteX6" fmla="*/ 294202 w 296554"/>
                  <a:gd name="connsiteY6" fmla="*/ 14069 h 296617"/>
                  <a:gd name="connsiteX7" fmla="*/ 294202 w 296554"/>
                  <a:gd name="connsiteY7" fmla="*/ 34914 h 296617"/>
                  <a:gd name="connsiteX8" fmla="*/ 214028 w 296554"/>
                  <a:gd name="connsiteY8" fmla="*/ 202322 h 296617"/>
                  <a:gd name="connsiteX9" fmla="*/ 202495 w 296554"/>
                  <a:gd name="connsiteY9" fmla="*/ 213886 h 296617"/>
                  <a:gd name="connsiteX10" fmla="*/ 202495 w 296554"/>
                  <a:gd name="connsiteY10" fmla="*/ 213886 h 296617"/>
                  <a:gd name="connsiteX11" fmla="*/ 35087 w 296554"/>
                  <a:gd name="connsiteY11" fmla="*/ 294059 h 296617"/>
                  <a:gd name="connsiteX12" fmla="*/ 24510 w 296554"/>
                  <a:gd name="connsiteY12" fmla="*/ 296434 h 296617"/>
                  <a:gd name="connsiteX13" fmla="*/ 113934 w 296554"/>
                  <a:gd name="connsiteY13" fmla="*/ 113792 h 296617"/>
                  <a:gd name="connsiteX14" fmla="*/ 50875 w 296554"/>
                  <a:gd name="connsiteY14" fmla="*/ 245431 h 296617"/>
                  <a:gd name="connsiteX15" fmla="*/ 182514 w 296554"/>
                  <a:gd name="connsiteY15" fmla="*/ 182372 h 296617"/>
                  <a:gd name="connsiteX16" fmla="*/ 245573 w 296554"/>
                  <a:gd name="connsiteY16" fmla="*/ 50733 h 296617"/>
                  <a:gd name="connsiteX17" fmla="*/ 194447 w 296554"/>
                  <a:gd name="connsiteY17" fmla="*/ 197050 h 296617"/>
                  <a:gd name="connsiteX18" fmla="*/ 194447 w 296554"/>
                  <a:gd name="connsiteY18" fmla="*/ 197050 h 296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6554" h="296617">
                    <a:moveTo>
                      <a:pt x="24510" y="296434"/>
                    </a:moveTo>
                    <a:cubicBezTo>
                      <a:pt x="10887" y="296372"/>
                      <a:pt x="-106" y="285271"/>
                      <a:pt x="-45" y="271642"/>
                    </a:cubicBezTo>
                    <a:cubicBezTo>
                      <a:pt x="-29" y="268065"/>
                      <a:pt x="775" y="264519"/>
                      <a:pt x="2308" y="261250"/>
                    </a:cubicBezTo>
                    <a:lnTo>
                      <a:pt x="82482" y="93841"/>
                    </a:lnTo>
                    <a:cubicBezTo>
                      <a:pt x="84908" y="88815"/>
                      <a:pt x="88973" y="84745"/>
                      <a:pt x="94014" y="82309"/>
                    </a:cubicBezTo>
                    <a:lnTo>
                      <a:pt x="261423" y="2135"/>
                    </a:lnTo>
                    <a:cubicBezTo>
                      <a:pt x="273773" y="-3631"/>
                      <a:pt x="288448" y="1734"/>
                      <a:pt x="294202" y="14069"/>
                    </a:cubicBezTo>
                    <a:cubicBezTo>
                      <a:pt x="297279" y="20698"/>
                      <a:pt x="297279" y="28315"/>
                      <a:pt x="294202" y="34914"/>
                    </a:cubicBezTo>
                    <a:lnTo>
                      <a:pt x="214028" y="202322"/>
                    </a:lnTo>
                    <a:cubicBezTo>
                      <a:pt x="211607" y="207379"/>
                      <a:pt x="207540" y="211450"/>
                      <a:pt x="202495" y="213886"/>
                    </a:cubicBezTo>
                    <a:lnTo>
                      <a:pt x="202495" y="213886"/>
                    </a:lnTo>
                    <a:lnTo>
                      <a:pt x="35087" y="294059"/>
                    </a:lnTo>
                    <a:cubicBezTo>
                      <a:pt x="31784" y="295632"/>
                      <a:pt x="28170" y="296434"/>
                      <a:pt x="24510" y="296434"/>
                    </a:cubicBezTo>
                    <a:close/>
                    <a:moveTo>
                      <a:pt x="113934" y="113792"/>
                    </a:moveTo>
                    <a:lnTo>
                      <a:pt x="50875" y="245431"/>
                    </a:lnTo>
                    <a:lnTo>
                      <a:pt x="182514" y="182372"/>
                    </a:lnTo>
                    <a:lnTo>
                      <a:pt x="245573" y="50733"/>
                    </a:lnTo>
                    <a:close/>
                    <a:moveTo>
                      <a:pt x="194447" y="197050"/>
                    </a:moveTo>
                    <a:lnTo>
                      <a:pt x="194447" y="197050"/>
                    </a:lnTo>
                    <a:close/>
                  </a:path>
                </a:pathLst>
              </a:custGeom>
              <a:grpFill/>
              <a:ln w="3083"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200">
                  <a:latin typeface="微软雅黑" panose="020B0503020204020204" pitchFamily="34" charset="-122"/>
                  <a:ea typeface="微软雅黑" panose="020B0503020204020204" pitchFamily="34" charset="-122"/>
                </a:endParaRPr>
              </a:p>
            </p:txBody>
          </p:sp>
        </p:grpSp>
      </p:grpSp>
      <p:sp>
        <p:nvSpPr>
          <p:cNvPr id="41" name="Freeform: Shape 25"/>
          <p:cNvSpPr/>
          <p:nvPr>
            <p:custDataLst>
              <p:tags r:id="rId1"/>
            </p:custDataLst>
          </p:nvPr>
        </p:nvSpPr>
        <p:spPr>
          <a:xfrm flipH="1">
            <a:off x="11640616" y="188640"/>
            <a:ext cx="339090" cy="340360"/>
          </a:xfrm>
          <a:custGeom>
            <a:avLst/>
            <a:gdLst>
              <a:gd name="connsiteX0" fmla="*/ 316376 w 718878"/>
              <a:gd name="connsiteY0" fmla="*/ 634637 h 719819"/>
              <a:gd name="connsiteX1" fmla="*/ 401558 w 718878"/>
              <a:gd name="connsiteY1" fmla="*/ 634637 h 719819"/>
              <a:gd name="connsiteX2" fmla="*/ 401558 w 718878"/>
              <a:gd name="connsiteY2" fmla="*/ 719819 h 719819"/>
              <a:gd name="connsiteX3" fmla="*/ 316376 w 718878"/>
              <a:gd name="connsiteY3" fmla="*/ 719819 h 719819"/>
              <a:gd name="connsiteX4" fmla="*/ 632753 w 718878"/>
              <a:gd name="connsiteY4" fmla="*/ 634636 h 719819"/>
              <a:gd name="connsiteX5" fmla="*/ 717935 w 718878"/>
              <a:gd name="connsiteY5" fmla="*/ 634636 h 719819"/>
              <a:gd name="connsiteX6" fmla="*/ 717935 w 718878"/>
              <a:gd name="connsiteY6" fmla="*/ 719818 h 719819"/>
              <a:gd name="connsiteX7" fmla="*/ 632753 w 718878"/>
              <a:gd name="connsiteY7" fmla="*/ 719818 h 719819"/>
              <a:gd name="connsiteX8" fmla="*/ 0 w 718878"/>
              <a:gd name="connsiteY8" fmla="*/ 634636 h 719819"/>
              <a:gd name="connsiteX9" fmla="*/ 85182 w 718878"/>
              <a:gd name="connsiteY9" fmla="*/ 634636 h 719819"/>
              <a:gd name="connsiteX10" fmla="*/ 85182 w 718878"/>
              <a:gd name="connsiteY10" fmla="*/ 719818 h 719819"/>
              <a:gd name="connsiteX11" fmla="*/ 0 w 718878"/>
              <a:gd name="connsiteY11" fmla="*/ 719818 h 719819"/>
              <a:gd name="connsiteX12" fmla="*/ 632756 w 718878"/>
              <a:gd name="connsiteY12" fmla="*/ 317318 h 719819"/>
              <a:gd name="connsiteX13" fmla="*/ 717938 w 718878"/>
              <a:gd name="connsiteY13" fmla="*/ 317318 h 719819"/>
              <a:gd name="connsiteX14" fmla="*/ 717938 w 718878"/>
              <a:gd name="connsiteY14" fmla="*/ 402500 h 719819"/>
              <a:gd name="connsiteX15" fmla="*/ 632756 w 718878"/>
              <a:gd name="connsiteY15" fmla="*/ 402500 h 719819"/>
              <a:gd name="connsiteX16" fmla="*/ 316378 w 718878"/>
              <a:gd name="connsiteY16" fmla="*/ 317318 h 719819"/>
              <a:gd name="connsiteX17" fmla="*/ 401560 w 718878"/>
              <a:gd name="connsiteY17" fmla="*/ 317318 h 719819"/>
              <a:gd name="connsiteX18" fmla="*/ 401560 w 718878"/>
              <a:gd name="connsiteY18" fmla="*/ 402500 h 719819"/>
              <a:gd name="connsiteX19" fmla="*/ 316378 w 718878"/>
              <a:gd name="connsiteY19" fmla="*/ 402500 h 719819"/>
              <a:gd name="connsiteX20" fmla="*/ 0 w 718878"/>
              <a:gd name="connsiteY20" fmla="*/ 317318 h 719819"/>
              <a:gd name="connsiteX21" fmla="*/ 85182 w 718878"/>
              <a:gd name="connsiteY21" fmla="*/ 317318 h 719819"/>
              <a:gd name="connsiteX22" fmla="*/ 85182 w 718878"/>
              <a:gd name="connsiteY22" fmla="*/ 402500 h 719819"/>
              <a:gd name="connsiteX23" fmla="*/ 0 w 718878"/>
              <a:gd name="connsiteY23" fmla="*/ 402500 h 719819"/>
              <a:gd name="connsiteX24" fmla="*/ 633696 w 718878"/>
              <a:gd name="connsiteY24" fmla="*/ 0 h 719819"/>
              <a:gd name="connsiteX25" fmla="*/ 718878 w 718878"/>
              <a:gd name="connsiteY25" fmla="*/ 0 h 719819"/>
              <a:gd name="connsiteX26" fmla="*/ 718878 w 718878"/>
              <a:gd name="connsiteY26" fmla="*/ 85182 h 719819"/>
              <a:gd name="connsiteX27" fmla="*/ 633696 w 718878"/>
              <a:gd name="connsiteY27" fmla="*/ 85182 h 719819"/>
              <a:gd name="connsiteX28" fmla="*/ 316378 w 718878"/>
              <a:gd name="connsiteY28" fmla="*/ 0 h 719819"/>
              <a:gd name="connsiteX29" fmla="*/ 401560 w 718878"/>
              <a:gd name="connsiteY29" fmla="*/ 0 h 719819"/>
              <a:gd name="connsiteX30" fmla="*/ 401560 w 718878"/>
              <a:gd name="connsiteY30" fmla="*/ 85182 h 719819"/>
              <a:gd name="connsiteX31" fmla="*/ 316378 w 718878"/>
              <a:gd name="connsiteY31" fmla="*/ 85182 h 719819"/>
              <a:gd name="connsiteX32" fmla="*/ 0 w 718878"/>
              <a:gd name="connsiteY32" fmla="*/ 0 h 719819"/>
              <a:gd name="connsiteX33" fmla="*/ 85182 w 718878"/>
              <a:gd name="connsiteY33" fmla="*/ 0 h 719819"/>
              <a:gd name="connsiteX34" fmla="*/ 85182 w 718878"/>
              <a:gd name="connsiteY34" fmla="*/ 85182 h 719819"/>
              <a:gd name="connsiteX35" fmla="*/ 0 w 718878"/>
              <a:gd name="connsiteY35" fmla="*/ 85182 h 71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18878" h="719819">
                <a:moveTo>
                  <a:pt x="316376" y="634637"/>
                </a:moveTo>
                <a:lnTo>
                  <a:pt x="401558" y="634637"/>
                </a:lnTo>
                <a:lnTo>
                  <a:pt x="401558" y="719819"/>
                </a:lnTo>
                <a:lnTo>
                  <a:pt x="316376" y="719819"/>
                </a:lnTo>
                <a:close/>
                <a:moveTo>
                  <a:pt x="632753" y="634636"/>
                </a:moveTo>
                <a:lnTo>
                  <a:pt x="717935" y="634636"/>
                </a:lnTo>
                <a:lnTo>
                  <a:pt x="717935" y="719818"/>
                </a:lnTo>
                <a:lnTo>
                  <a:pt x="632753" y="719818"/>
                </a:lnTo>
                <a:close/>
                <a:moveTo>
                  <a:pt x="0" y="634636"/>
                </a:moveTo>
                <a:lnTo>
                  <a:pt x="85182" y="634636"/>
                </a:lnTo>
                <a:lnTo>
                  <a:pt x="85182" y="719818"/>
                </a:lnTo>
                <a:lnTo>
                  <a:pt x="0" y="719818"/>
                </a:lnTo>
                <a:close/>
                <a:moveTo>
                  <a:pt x="632756" y="317318"/>
                </a:moveTo>
                <a:lnTo>
                  <a:pt x="717938" y="317318"/>
                </a:lnTo>
                <a:lnTo>
                  <a:pt x="717938" y="402500"/>
                </a:lnTo>
                <a:lnTo>
                  <a:pt x="632756" y="402500"/>
                </a:lnTo>
                <a:close/>
                <a:moveTo>
                  <a:pt x="316378" y="317318"/>
                </a:moveTo>
                <a:lnTo>
                  <a:pt x="401560" y="317318"/>
                </a:lnTo>
                <a:lnTo>
                  <a:pt x="401560" y="402500"/>
                </a:lnTo>
                <a:lnTo>
                  <a:pt x="316378" y="402500"/>
                </a:lnTo>
                <a:close/>
                <a:moveTo>
                  <a:pt x="0" y="317318"/>
                </a:moveTo>
                <a:lnTo>
                  <a:pt x="85182" y="317318"/>
                </a:lnTo>
                <a:lnTo>
                  <a:pt x="85182" y="402500"/>
                </a:lnTo>
                <a:lnTo>
                  <a:pt x="0" y="402500"/>
                </a:lnTo>
                <a:close/>
                <a:moveTo>
                  <a:pt x="633696" y="0"/>
                </a:moveTo>
                <a:lnTo>
                  <a:pt x="718878" y="0"/>
                </a:lnTo>
                <a:lnTo>
                  <a:pt x="718878" y="85182"/>
                </a:lnTo>
                <a:lnTo>
                  <a:pt x="633696" y="85182"/>
                </a:lnTo>
                <a:close/>
                <a:moveTo>
                  <a:pt x="316378" y="0"/>
                </a:moveTo>
                <a:lnTo>
                  <a:pt x="401560" y="0"/>
                </a:lnTo>
                <a:lnTo>
                  <a:pt x="401560" y="85182"/>
                </a:lnTo>
                <a:lnTo>
                  <a:pt x="316378" y="85182"/>
                </a:lnTo>
                <a:close/>
                <a:moveTo>
                  <a:pt x="0" y="0"/>
                </a:moveTo>
                <a:lnTo>
                  <a:pt x="85182" y="0"/>
                </a:lnTo>
                <a:lnTo>
                  <a:pt x="85182" y="85182"/>
                </a:lnTo>
                <a:lnTo>
                  <a:pt x="0" y="8518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grpSp>
        <p:nvGrpSpPr>
          <p:cNvPr id="40" name="组合 6"/>
          <p:cNvGrpSpPr/>
          <p:nvPr/>
        </p:nvGrpSpPr>
        <p:grpSpPr>
          <a:xfrm flipH="1" flipV="1">
            <a:off x="191344" y="5805264"/>
            <a:ext cx="966493" cy="799222"/>
            <a:chOff x="342037" y="610664"/>
            <a:chExt cx="2302063" cy="1903645"/>
          </a:xfrm>
        </p:grpSpPr>
        <p:sp>
          <p:nvSpPr>
            <p:cNvPr id="6" name="图形 2"/>
            <p:cNvSpPr/>
            <p:nvPr/>
          </p:nvSpPr>
          <p:spPr>
            <a:xfrm rot="2895196">
              <a:off x="342084" y="610617"/>
              <a:ext cx="1903645" cy="1903740"/>
            </a:xfrm>
            <a:custGeom>
              <a:avLst/>
              <a:gdLst>
                <a:gd name="connsiteX0" fmla="*/ 1688716 w 2829852"/>
                <a:gd name="connsiteY0" fmla="*/ 2814352 h 2829996"/>
                <a:gd name="connsiteX1" fmla="*/ 1688716 w 2829852"/>
                <a:gd name="connsiteY1" fmla="*/ 2814352 h 2829996"/>
                <a:gd name="connsiteX2" fmla="*/ 5860 w 2829852"/>
                <a:gd name="connsiteY2" fmla="*/ 925524 h 2829996"/>
                <a:gd name="connsiteX3" fmla="*/ 5860 w 2829852"/>
                <a:gd name="connsiteY3" fmla="*/ 925524 h 2829996"/>
                <a:gd name="connsiteX4" fmla="*/ 100071 w 2829852"/>
                <a:gd name="connsiteY4" fmla="*/ 640801 h 2829996"/>
                <a:gd name="connsiteX5" fmla="*/ 100071 w 2829852"/>
                <a:gd name="connsiteY5" fmla="*/ 640801 h 2829996"/>
                <a:gd name="connsiteX6" fmla="*/ 2577146 w 2829852"/>
                <a:gd name="connsiteY6" fmla="*/ 127755 h 2829996"/>
                <a:gd name="connsiteX7" fmla="*/ 2577146 w 2829852"/>
                <a:gd name="connsiteY7" fmla="*/ 127755 h 2829996"/>
                <a:gd name="connsiteX8" fmla="*/ 2776641 w 2829852"/>
                <a:gd name="connsiteY8" fmla="*/ 351690 h 2829996"/>
                <a:gd name="connsiteX9" fmla="*/ 2776641 w 2829852"/>
                <a:gd name="connsiteY9" fmla="*/ 351690 h 2829996"/>
                <a:gd name="connsiteX10" fmla="*/ 1982840 w 2829852"/>
                <a:gd name="connsiteY10" fmla="*/ 2753981 h 2829996"/>
                <a:gd name="connsiteX11" fmla="*/ 1982840 w 2829852"/>
                <a:gd name="connsiteY11" fmla="*/ 2753981 h 2829996"/>
                <a:gd name="connsiteX12" fmla="*/ 1688716 w 2829852"/>
                <a:gd name="connsiteY12" fmla="*/ 2814352 h 2829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9852" h="2829996">
                  <a:moveTo>
                    <a:pt x="1688716" y="2814352"/>
                  </a:moveTo>
                  <a:lnTo>
                    <a:pt x="1688716" y="2814352"/>
                  </a:lnTo>
                  <a:cubicBezTo>
                    <a:pt x="830660" y="2530526"/>
                    <a:pt x="189165" y="1810528"/>
                    <a:pt x="5860" y="925524"/>
                  </a:cubicBezTo>
                  <a:lnTo>
                    <a:pt x="5860" y="925524"/>
                  </a:lnTo>
                  <a:cubicBezTo>
                    <a:pt x="-15886" y="820596"/>
                    <a:pt x="20043" y="712055"/>
                    <a:pt x="100071" y="640801"/>
                  </a:cubicBezTo>
                  <a:lnTo>
                    <a:pt x="100071" y="640801"/>
                  </a:lnTo>
                  <a:cubicBezTo>
                    <a:pt x="774823" y="39560"/>
                    <a:pt x="1719090" y="-156028"/>
                    <a:pt x="2577146" y="127755"/>
                  </a:cubicBezTo>
                  <a:lnTo>
                    <a:pt x="2577146" y="127755"/>
                  </a:lnTo>
                  <a:cubicBezTo>
                    <a:pt x="2678857" y="161408"/>
                    <a:pt x="2754915" y="246783"/>
                    <a:pt x="2776641" y="351690"/>
                  </a:cubicBezTo>
                  <a:lnTo>
                    <a:pt x="2776641" y="351690"/>
                  </a:lnTo>
                  <a:cubicBezTo>
                    <a:pt x="2960322" y="1236778"/>
                    <a:pt x="2657696" y="2152594"/>
                    <a:pt x="1982840" y="2753981"/>
                  </a:cubicBezTo>
                  <a:lnTo>
                    <a:pt x="1982840" y="2753981"/>
                  </a:lnTo>
                  <a:cubicBezTo>
                    <a:pt x="1902667" y="2825298"/>
                    <a:pt x="1790490" y="2848318"/>
                    <a:pt x="1688716" y="2814352"/>
                  </a:cubicBezTo>
                  <a:close/>
                </a:path>
              </a:pathLst>
            </a:custGeom>
            <a:solidFill>
              <a:schemeClr val="accent1"/>
            </a:solidFill>
            <a:ln w="20884" cap="flat">
              <a:noFill/>
              <a:prstDash val="solid"/>
              <a:miter/>
            </a:ln>
          </p:spPr>
          <p:txBody>
            <a:bodyPr rtlCol="0" anchor="ctr"/>
            <a:lstStyle/>
            <a:p>
              <a:endParaRPr lang="zh-CN" altLang="en-US"/>
            </a:p>
          </p:txBody>
        </p:sp>
        <p:sp>
          <p:nvSpPr>
            <p:cNvPr id="2" name="图形 2"/>
            <p:cNvSpPr/>
            <p:nvPr/>
          </p:nvSpPr>
          <p:spPr>
            <a:xfrm rot="716488">
              <a:off x="1401882" y="975688"/>
              <a:ext cx="1242218" cy="1173592"/>
            </a:xfrm>
            <a:custGeom>
              <a:avLst/>
              <a:gdLst>
                <a:gd name="connsiteX0" fmla="*/ 1688716 w 2829852"/>
                <a:gd name="connsiteY0" fmla="*/ 2814352 h 2829996"/>
                <a:gd name="connsiteX1" fmla="*/ 1688716 w 2829852"/>
                <a:gd name="connsiteY1" fmla="*/ 2814352 h 2829996"/>
                <a:gd name="connsiteX2" fmla="*/ 5860 w 2829852"/>
                <a:gd name="connsiteY2" fmla="*/ 925524 h 2829996"/>
                <a:gd name="connsiteX3" fmla="*/ 5860 w 2829852"/>
                <a:gd name="connsiteY3" fmla="*/ 925524 h 2829996"/>
                <a:gd name="connsiteX4" fmla="*/ 100071 w 2829852"/>
                <a:gd name="connsiteY4" fmla="*/ 640801 h 2829996"/>
                <a:gd name="connsiteX5" fmla="*/ 100071 w 2829852"/>
                <a:gd name="connsiteY5" fmla="*/ 640801 h 2829996"/>
                <a:gd name="connsiteX6" fmla="*/ 2577146 w 2829852"/>
                <a:gd name="connsiteY6" fmla="*/ 127755 h 2829996"/>
                <a:gd name="connsiteX7" fmla="*/ 2577146 w 2829852"/>
                <a:gd name="connsiteY7" fmla="*/ 127755 h 2829996"/>
                <a:gd name="connsiteX8" fmla="*/ 2776641 w 2829852"/>
                <a:gd name="connsiteY8" fmla="*/ 351690 h 2829996"/>
                <a:gd name="connsiteX9" fmla="*/ 2776641 w 2829852"/>
                <a:gd name="connsiteY9" fmla="*/ 351690 h 2829996"/>
                <a:gd name="connsiteX10" fmla="*/ 1982840 w 2829852"/>
                <a:gd name="connsiteY10" fmla="*/ 2753981 h 2829996"/>
                <a:gd name="connsiteX11" fmla="*/ 1982840 w 2829852"/>
                <a:gd name="connsiteY11" fmla="*/ 2753981 h 2829996"/>
                <a:gd name="connsiteX12" fmla="*/ 1688716 w 2829852"/>
                <a:gd name="connsiteY12" fmla="*/ 2814352 h 2829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9852" h="2829996">
                  <a:moveTo>
                    <a:pt x="1688716" y="2814352"/>
                  </a:moveTo>
                  <a:lnTo>
                    <a:pt x="1688716" y="2814352"/>
                  </a:lnTo>
                  <a:cubicBezTo>
                    <a:pt x="830660" y="2530526"/>
                    <a:pt x="189165" y="1810528"/>
                    <a:pt x="5860" y="925524"/>
                  </a:cubicBezTo>
                  <a:lnTo>
                    <a:pt x="5860" y="925524"/>
                  </a:lnTo>
                  <a:cubicBezTo>
                    <a:pt x="-15886" y="820596"/>
                    <a:pt x="20043" y="712055"/>
                    <a:pt x="100071" y="640801"/>
                  </a:cubicBezTo>
                  <a:lnTo>
                    <a:pt x="100071" y="640801"/>
                  </a:lnTo>
                  <a:cubicBezTo>
                    <a:pt x="774823" y="39560"/>
                    <a:pt x="1719090" y="-156028"/>
                    <a:pt x="2577146" y="127755"/>
                  </a:cubicBezTo>
                  <a:lnTo>
                    <a:pt x="2577146" y="127755"/>
                  </a:lnTo>
                  <a:cubicBezTo>
                    <a:pt x="2678857" y="161408"/>
                    <a:pt x="2754915" y="246783"/>
                    <a:pt x="2776641" y="351690"/>
                  </a:cubicBezTo>
                  <a:lnTo>
                    <a:pt x="2776641" y="351690"/>
                  </a:lnTo>
                  <a:cubicBezTo>
                    <a:pt x="2960322" y="1236778"/>
                    <a:pt x="2657696" y="2152594"/>
                    <a:pt x="1982840" y="2753981"/>
                  </a:cubicBezTo>
                  <a:lnTo>
                    <a:pt x="1982840" y="2753981"/>
                  </a:lnTo>
                  <a:cubicBezTo>
                    <a:pt x="1902667" y="2825298"/>
                    <a:pt x="1790490" y="2848318"/>
                    <a:pt x="1688716" y="2814352"/>
                  </a:cubicBezTo>
                  <a:close/>
                </a:path>
              </a:pathLst>
            </a:custGeom>
            <a:solidFill>
              <a:schemeClr val="accent1">
                <a:lumMod val="20000"/>
                <a:lumOff val="80000"/>
              </a:schemeClr>
            </a:solidFill>
            <a:ln w="20884" cap="flat">
              <a:noFill/>
              <a:prstDash val="solid"/>
              <a:miter/>
            </a:ln>
          </p:spPr>
          <p:txBody>
            <a:bodyPr rtlCol="0" anchor="ctr"/>
            <a:lstStyle/>
            <a:p>
              <a:endParaRPr lang="zh-CN" altLang="en-US"/>
            </a:p>
          </p:txBody>
        </p:sp>
      </p:grpSp>
      <p:sp>
        <p:nvSpPr>
          <p:cNvPr id="20" name="图形 18"/>
          <p:cNvSpPr/>
          <p:nvPr/>
        </p:nvSpPr>
        <p:spPr>
          <a:xfrm rot="20214272">
            <a:off x="2931809" y="2396694"/>
            <a:ext cx="4189676" cy="2081319"/>
          </a:xfrm>
          <a:custGeom>
            <a:avLst/>
            <a:gdLst>
              <a:gd name="connsiteX0" fmla="*/ 2424547 w 2953027"/>
              <a:gd name="connsiteY0" fmla="*/ 182099 h 1466985"/>
              <a:gd name="connsiteX1" fmla="*/ 1983443 w 2953027"/>
              <a:gd name="connsiteY1" fmla="*/ 368695 h 1466985"/>
              <a:gd name="connsiteX2" fmla="*/ 1812756 w 2953027"/>
              <a:gd name="connsiteY2" fmla="*/ 471564 h 1466985"/>
              <a:gd name="connsiteX3" fmla="*/ 1481667 w 2953027"/>
              <a:gd name="connsiteY3" fmla="*/ 469373 h 1466985"/>
              <a:gd name="connsiteX4" fmla="*/ 1378987 w 2953027"/>
              <a:gd name="connsiteY4" fmla="*/ 388125 h 1466985"/>
              <a:gd name="connsiteX5" fmla="*/ 727383 w 2953027"/>
              <a:gd name="connsiteY5" fmla="*/ -1447 h 1466985"/>
              <a:gd name="connsiteX6" fmla="*/ -2233 w 2953027"/>
              <a:gd name="connsiteY6" fmla="*/ 714261 h 1466985"/>
              <a:gd name="connsiteX7" fmla="*/ 713095 w 2953027"/>
              <a:gd name="connsiteY7" fmla="*/ 1465308 h 1466985"/>
              <a:gd name="connsiteX8" fmla="*/ 1382036 w 2953027"/>
              <a:gd name="connsiteY8" fmla="*/ 1069830 h 1466985"/>
              <a:gd name="connsiteX9" fmla="*/ 1488429 w 2953027"/>
              <a:gd name="connsiteY9" fmla="*/ 986486 h 1466985"/>
              <a:gd name="connsiteX10" fmla="*/ 1800373 w 2953027"/>
              <a:gd name="connsiteY10" fmla="*/ 984391 h 1466985"/>
              <a:gd name="connsiteX11" fmla="*/ 1977823 w 2953027"/>
              <a:gd name="connsiteY11" fmla="*/ 1092499 h 1466985"/>
              <a:gd name="connsiteX12" fmla="*/ 2756682 w 2953027"/>
              <a:gd name="connsiteY12" fmla="*/ 1154221 h 1466985"/>
              <a:gd name="connsiteX13" fmla="*/ 2818309 w 2953027"/>
              <a:gd name="connsiteY13" fmla="*/ 375362 h 1466985"/>
              <a:gd name="connsiteX14" fmla="*/ 2424547 w 2953027"/>
              <a:gd name="connsiteY14" fmla="*/ 182099 h 146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53027" h="1466985">
                <a:moveTo>
                  <a:pt x="2424547" y="182099"/>
                </a:moveTo>
                <a:cubicBezTo>
                  <a:pt x="2256715" y="173812"/>
                  <a:pt x="2094313" y="242488"/>
                  <a:pt x="1983443" y="368695"/>
                </a:cubicBezTo>
                <a:cubicBezTo>
                  <a:pt x="1938199" y="419367"/>
                  <a:pt x="1878668" y="455277"/>
                  <a:pt x="1812756" y="471564"/>
                </a:cubicBezTo>
                <a:cubicBezTo>
                  <a:pt x="1704074" y="499187"/>
                  <a:pt x="1590060" y="498425"/>
                  <a:pt x="1481667" y="469373"/>
                </a:cubicBezTo>
                <a:cubicBezTo>
                  <a:pt x="1437660" y="457753"/>
                  <a:pt x="1400418" y="428321"/>
                  <a:pt x="1378987" y="388125"/>
                </a:cubicBezTo>
                <a:cubicBezTo>
                  <a:pt x="1251162" y="147238"/>
                  <a:pt x="1000082" y="-2876"/>
                  <a:pt x="727383" y="-1447"/>
                </a:cubicBezTo>
                <a:cubicBezTo>
                  <a:pt x="332856" y="458"/>
                  <a:pt x="7101" y="319831"/>
                  <a:pt x="-2233" y="714261"/>
                </a:cubicBezTo>
                <a:cubicBezTo>
                  <a:pt x="-12140" y="1119169"/>
                  <a:pt x="308187" y="1455497"/>
                  <a:pt x="713095" y="1465308"/>
                </a:cubicBezTo>
                <a:cubicBezTo>
                  <a:pt x="993320" y="1472166"/>
                  <a:pt x="1252972" y="1318718"/>
                  <a:pt x="1382036" y="1069830"/>
                </a:cubicBezTo>
                <a:cubicBezTo>
                  <a:pt x="1403941" y="1028110"/>
                  <a:pt x="1442709" y="997820"/>
                  <a:pt x="1488429" y="986486"/>
                </a:cubicBezTo>
                <a:cubicBezTo>
                  <a:pt x="1590728" y="960578"/>
                  <a:pt x="1697789" y="959911"/>
                  <a:pt x="1800373" y="984391"/>
                </a:cubicBezTo>
                <a:cubicBezTo>
                  <a:pt x="1869525" y="1000678"/>
                  <a:pt x="1931723" y="1038492"/>
                  <a:pt x="1977823" y="1092499"/>
                </a:cubicBezTo>
                <a:cubicBezTo>
                  <a:pt x="2175848" y="1324624"/>
                  <a:pt x="2524559" y="1352246"/>
                  <a:pt x="2756682" y="1154221"/>
                </a:cubicBezTo>
                <a:cubicBezTo>
                  <a:pt x="2988808" y="956101"/>
                  <a:pt x="3016429" y="607391"/>
                  <a:pt x="2818309" y="375362"/>
                </a:cubicBezTo>
                <a:cubicBezTo>
                  <a:pt x="2719345" y="259348"/>
                  <a:pt x="2576851" y="189434"/>
                  <a:pt x="2424547" y="182099"/>
                </a:cubicBezTo>
                <a:close/>
              </a:path>
            </a:pathLst>
          </a:custGeom>
          <a:solidFill>
            <a:schemeClr val="accent1"/>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微软雅黑" panose="020B0503020204020204" pitchFamily="34" charset="-122"/>
              <a:ea typeface="微软雅黑" panose="020B0503020204020204" pitchFamily="34" charset="-122"/>
            </a:endParaRPr>
          </a:p>
        </p:txBody>
      </p:sp>
      <p:sp>
        <p:nvSpPr>
          <p:cNvPr id="5" name="Freeform 18"/>
          <p:cNvSpPr/>
          <p:nvPr/>
        </p:nvSpPr>
        <p:spPr bwMode="auto">
          <a:xfrm>
            <a:off x="3471069" y="3284704"/>
            <a:ext cx="1141062" cy="1146396"/>
          </a:xfrm>
          <a:custGeom>
            <a:avLst/>
            <a:gdLst>
              <a:gd name="T0" fmla="*/ 181 w 181"/>
              <a:gd name="T1" fmla="*/ 90 h 181"/>
              <a:gd name="T2" fmla="*/ 91 w 181"/>
              <a:gd name="T3" fmla="*/ 181 h 181"/>
              <a:gd name="T4" fmla="*/ 0 w 181"/>
              <a:gd name="T5" fmla="*/ 92 h 181"/>
              <a:gd name="T6" fmla="*/ 89 w 181"/>
              <a:gd name="T7" fmla="*/ 0 h 181"/>
              <a:gd name="T8" fmla="*/ 181 w 181"/>
              <a:gd name="T9" fmla="*/ 90 h 181"/>
            </a:gdLst>
            <a:ahLst/>
            <a:cxnLst>
              <a:cxn ang="0">
                <a:pos x="T0" y="T1"/>
              </a:cxn>
              <a:cxn ang="0">
                <a:pos x="T2" y="T3"/>
              </a:cxn>
              <a:cxn ang="0">
                <a:pos x="T4" y="T5"/>
              </a:cxn>
              <a:cxn ang="0">
                <a:pos x="T6" y="T7"/>
              </a:cxn>
              <a:cxn ang="0">
                <a:pos x="T8" y="T9"/>
              </a:cxn>
            </a:cxnLst>
            <a:rect l="0" t="0" r="r" b="b"/>
            <a:pathLst>
              <a:path w="181" h="181">
                <a:moveTo>
                  <a:pt x="181" y="90"/>
                </a:moveTo>
                <a:cubicBezTo>
                  <a:pt x="181" y="139"/>
                  <a:pt x="141" y="180"/>
                  <a:pt x="91" y="181"/>
                </a:cubicBezTo>
                <a:cubicBezTo>
                  <a:pt x="42" y="181"/>
                  <a:pt x="1" y="141"/>
                  <a:pt x="0" y="92"/>
                </a:cubicBezTo>
                <a:cubicBezTo>
                  <a:pt x="0" y="42"/>
                  <a:pt x="40" y="1"/>
                  <a:pt x="89" y="0"/>
                </a:cubicBezTo>
                <a:cubicBezTo>
                  <a:pt x="139" y="0"/>
                  <a:pt x="180" y="40"/>
                  <a:pt x="181" y="90"/>
                </a:cubicBezTo>
                <a:close/>
              </a:path>
            </a:pathLst>
          </a:custGeom>
          <a:solidFill>
            <a:schemeClr val="bg1"/>
          </a:solidFill>
          <a:ln>
            <a:noFill/>
          </a:ln>
        </p:spPr>
        <p:txBody>
          <a:bodyPr vert="horz" wrap="square" lIns="91440" tIns="45720" rIns="91440" bIns="4572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4400">
              <a:solidFill>
                <a:schemeClr val="accent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22" name="Freeform 18"/>
          <p:cNvSpPr/>
          <p:nvPr/>
        </p:nvSpPr>
        <p:spPr bwMode="auto">
          <a:xfrm>
            <a:off x="5671951" y="2333363"/>
            <a:ext cx="1146010" cy="1151366"/>
          </a:xfrm>
          <a:custGeom>
            <a:avLst/>
            <a:gdLst>
              <a:gd name="T0" fmla="*/ 181 w 181"/>
              <a:gd name="T1" fmla="*/ 90 h 181"/>
              <a:gd name="T2" fmla="*/ 91 w 181"/>
              <a:gd name="T3" fmla="*/ 181 h 181"/>
              <a:gd name="T4" fmla="*/ 0 w 181"/>
              <a:gd name="T5" fmla="*/ 92 h 181"/>
              <a:gd name="T6" fmla="*/ 89 w 181"/>
              <a:gd name="T7" fmla="*/ 0 h 181"/>
              <a:gd name="T8" fmla="*/ 181 w 181"/>
              <a:gd name="T9" fmla="*/ 90 h 181"/>
            </a:gdLst>
            <a:ahLst/>
            <a:cxnLst>
              <a:cxn ang="0">
                <a:pos x="T0" y="T1"/>
              </a:cxn>
              <a:cxn ang="0">
                <a:pos x="T2" y="T3"/>
              </a:cxn>
              <a:cxn ang="0">
                <a:pos x="T4" y="T5"/>
              </a:cxn>
              <a:cxn ang="0">
                <a:pos x="T6" y="T7"/>
              </a:cxn>
              <a:cxn ang="0">
                <a:pos x="T8" y="T9"/>
              </a:cxn>
            </a:cxnLst>
            <a:rect l="0" t="0" r="r" b="b"/>
            <a:pathLst>
              <a:path w="181" h="181">
                <a:moveTo>
                  <a:pt x="181" y="90"/>
                </a:moveTo>
                <a:cubicBezTo>
                  <a:pt x="181" y="139"/>
                  <a:pt x="141" y="180"/>
                  <a:pt x="91" y="181"/>
                </a:cubicBezTo>
                <a:cubicBezTo>
                  <a:pt x="42" y="181"/>
                  <a:pt x="1" y="141"/>
                  <a:pt x="0" y="92"/>
                </a:cubicBezTo>
                <a:cubicBezTo>
                  <a:pt x="0" y="42"/>
                  <a:pt x="40" y="1"/>
                  <a:pt x="89" y="0"/>
                </a:cubicBezTo>
                <a:cubicBezTo>
                  <a:pt x="139" y="0"/>
                  <a:pt x="180" y="40"/>
                  <a:pt x="181" y="90"/>
                </a:cubicBezTo>
                <a:close/>
              </a:path>
            </a:pathLst>
          </a:custGeom>
          <a:solidFill>
            <a:schemeClr val="bg1"/>
          </a:solidFill>
          <a:ln>
            <a:noFill/>
          </a:ln>
        </p:spPr>
        <p:txBody>
          <a:bodyPr vert="horz" wrap="square" lIns="91440" tIns="45720" rIns="91440" bIns="4572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4400">
              <a:solidFill>
                <a:schemeClr val="accent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3" name="任意多边形: 形状 1"/>
          <p:cNvSpPr/>
          <p:nvPr/>
        </p:nvSpPr>
        <p:spPr>
          <a:xfrm>
            <a:off x="3787289" y="3634782"/>
            <a:ext cx="486000" cy="486001"/>
          </a:xfrm>
          <a:custGeom>
            <a:avLst/>
            <a:gdLst>
              <a:gd name="connsiteX0" fmla="*/ 331646 w 486000"/>
              <a:gd name="connsiteY0" fmla="*/ 172820 h 486001"/>
              <a:gd name="connsiteX1" fmla="*/ 342740 w 486000"/>
              <a:gd name="connsiteY1" fmla="*/ 177714 h 486001"/>
              <a:gd name="connsiteX2" fmla="*/ 342740 w 486000"/>
              <a:gd name="connsiteY2" fmla="*/ 199601 h 486001"/>
              <a:gd name="connsiteX3" fmla="*/ 238249 w 486000"/>
              <a:gd name="connsiteY3" fmla="*/ 304232 h 486001"/>
              <a:gd name="connsiteX4" fmla="*/ 218506 w 486000"/>
              <a:gd name="connsiteY4" fmla="*/ 312323 h 486001"/>
              <a:gd name="connsiteX5" fmla="*/ 198812 w 486000"/>
              <a:gd name="connsiteY5" fmla="*/ 304232 h 486001"/>
              <a:gd name="connsiteX6" fmla="*/ 144703 w 486000"/>
              <a:gd name="connsiteY6" fmla="*/ 250369 h 486001"/>
              <a:gd name="connsiteX7" fmla="*/ 145163 w 486000"/>
              <a:gd name="connsiteY7" fmla="*/ 227970 h 486001"/>
              <a:gd name="connsiteX8" fmla="*/ 167053 w 486000"/>
              <a:gd name="connsiteY8" fmla="*/ 227922 h 486001"/>
              <a:gd name="connsiteX9" fmla="*/ 218433 w 486000"/>
              <a:gd name="connsiteY9" fmla="*/ 279104 h 486001"/>
              <a:gd name="connsiteX10" fmla="*/ 320340 w 486000"/>
              <a:gd name="connsiteY10" fmla="*/ 177203 h 486001"/>
              <a:gd name="connsiteX11" fmla="*/ 331646 w 486000"/>
              <a:gd name="connsiteY11" fmla="*/ 172820 h 486001"/>
              <a:gd name="connsiteX12" fmla="*/ 243124 w 486000"/>
              <a:gd name="connsiteY12" fmla="*/ 31749 h 486001"/>
              <a:gd name="connsiteX13" fmla="*/ 190403 w 486000"/>
              <a:gd name="connsiteY13" fmla="*/ 84198 h 486001"/>
              <a:gd name="connsiteX14" fmla="*/ 167882 w 486000"/>
              <a:gd name="connsiteY14" fmla="*/ 93533 h 486001"/>
              <a:gd name="connsiteX15" fmla="*/ 93688 w 486000"/>
              <a:gd name="connsiteY15" fmla="*/ 93606 h 486001"/>
              <a:gd name="connsiteX16" fmla="*/ 93517 w 486000"/>
              <a:gd name="connsiteY16" fmla="*/ 167893 h 486001"/>
              <a:gd name="connsiteX17" fmla="*/ 84182 w 486000"/>
              <a:gd name="connsiteY17" fmla="*/ 190438 h 486001"/>
              <a:gd name="connsiteX18" fmla="*/ 31730 w 486000"/>
              <a:gd name="connsiteY18" fmla="*/ 242887 h 486001"/>
              <a:gd name="connsiteX19" fmla="*/ 84182 w 486000"/>
              <a:gd name="connsiteY19" fmla="*/ 295604 h 486001"/>
              <a:gd name="connsiteX20" fmla="*/ 93517 w 486000"/>
              <a:gd name="connsiteY20" fmla="*/ 318123 h 486001"/>
              <a:gd name="connsiteX21" fmla="*/ 93517 w 486000"/>
              <a:gd name="connsiteY21" fmla="*/ 392313 h 486001"/>
              <a:gd name="connsiteX22" fmla="*/ 167882 w 486000"/>
              <a:gd name="connsiteY22" fmla="*/ 392484 h 486001"/>
              <a:gd name="connsiteX23" fmla="*/ 190403 w 486000"/>
              <a:gd name="connsiteY23" fmla="*/ 401818 h 486001"/>
              <a:gd name="connsiteX24" fmla="*/ 242880 w 486000"/>
              <a:gd name="connsiteY24" fmla="*/ 454267 h 486001"/>
              <a:gd name="connsiteX25" fmla="*/ 295576 w 486000"/>
              <a:gd name="connsiteY25" fmla="*/ 401721 h 486001"/>
              <a:gd name="connsiteX26" fmla="*/ 318122 w 486000"/>
              <a:gd name="connsiteY26" fmla="*/ 392386 h 486001"/>
              <a:gd name="connsiteX27" fmla="*/ 392316 w 486000"/>
              <a:gd name="connsiteY27" fmla="*/ 392386 h 486001"/>
              <a:gd name="connsiteX28" fmla="*/ 392487 w 486000"/>
              <a:gd name="connsiteY28" fmla="*/ 318026 h 486001"/>
              <a:gd name="connsiteX29" fmla="*/ 401822 w 486000"/>
              <a:gd name="connsiteY29" fmla="*/ 295507 h 486001"/>
              <a:gd name="connsiteX30" fmla="*/ 454250 w 486000"/>
              <a:gd name="connsiteY30" fmla="*/ 243130 h 486001"/>
              <a:gd name="connsiteX31" fmla="*/ 401797 w 486000"/>
              <a:gd name="connsiteY31" fmla="*/ 190438 h 486001"/>
              <a:gd name="connsiteX32" fmla="*/ 392462 w 486000"/>
              <a:gd name="connsiteY32" fmla="*/ 167893 h 486001"/>
              <a:gd name="connsiteX33" fmla="*/ 392462 w 486000"/>
              <a:gd name="connsiteY33" fmla="*/ 93703 h 486001"/>
              <a:gd name="connsiteX34" fmla="*/ 318097 w 486000"/>
              <a:gd name="connsiteY34" fmla="*/ 93533 h 486001"/>
              <a:gd name="connsiteX35" fmla="*/ 295552 w 486000"/>
              <a:gd name="connsiteY35" fmla="*/ 84198 h 486001"/>
              <a:gd name="connsiteX36" fmla="*/ 243002 w 486000"/>
              <a:gd name="connsiteY36" fmla="*/ 0 h 486001"/>
              <a:gd name="connsiteX37" fmla="*/ 265523 w 486000"/>
              <a:gd name="connsiteY37" fmla="*/ 9326 h 486001"/>
              <a:gd name="connsiteX38" fmla="*/ 318000 w 486000"/>
              <a:gd name="connsiteY38" fmla="*/ 61775 h 486001"/>
              <a:gd name="connsiteX39" fmla="*/ 392316 w 486000"/>
              <a:gd name="connsiteY39" fmla="*/ 61775 h 486001"/>
              <a:gd name="connsiteX40" fmla="*/ 424173 w 486000"/>
              <a:gd name="connsiteY40" fmla="*/ 93630 h 486001"/>
              <a:gd name="connsiteX41" fmla="*/ 424173 w 486000"/>
              <a:gd name="connsiteY41" fmla="*/ 167820 h 486001"/>
              <a:gd name="connsiteX42" fmla="*/ 476673 w 486000"/>
              <a:gd name="connsiteY42" fmla="*/ 220415 h 486001"/>
              <a:gd name="connsiteX43" fmla="*/ 476673 w 486000"/>
              <a:gd name="connsiteY43" fmla="*/ 265455 h 486001"/>
              <a:gd name="connsiteX44" fmla="*/ 424221 w 486000"/>
              <a:gd name="connsiteY44" fmla="*/ 317929 h 486001"/>
              <a:gd name="connsiteX45" fmla="*/ 424221 w 486000"/>
              <a:gd name="connsiteY45" fmla="*/ 318051 h 486001"/>
              <a:gd name="connsiteX46" fmla="*/ 424221 w 486000"/>
              <a:gd name="connsiteY46" fmla="*/ 392240 h 486001"/>
              <a:gd name="connsiteX47" fmla="*/ 392365 w 486000"/>
              <a:gd name="connsiteY47" fmla="*/ 424094 h 486001"/>
              <a:gd name="connsiteX48" fmla="*/ 318122 w 486000"/>
              <a:gd name="connsiteY48" fmla="*/ 424094 h 486001"/>
              <a:gd name="connsiteX49" fmla="*/ 265523 w 486000"/>
              <a:gd name="connsiteY49" fmla="*/ 476617 h 486001"/>
              <a:gd name="connsiteX50" fmla="*/ 243002 w 486000"/>
              <a:gd name="connsiteY50" fmla="*/ 486001 h 486001"/>
              <a:gd name="connsiteX51" fmla="*/ 220481 w 486000"/>
              <a:gd name="connsiteY51" fmla="*/ 476691 h 486001"/>
              <a:gd name="connsiteX52" fmla="*/ 168004 w 486000"/>
              <a:gd name="connsiteY52" fmla="*/ 424217 h 486001"/>
              <a:gd name="connsiteX53" fmla="*/ 93688 w 486000"/>
              <a:gd name="connsiteY53" fmla="*/ 424217 h 486001"/>
              <a:gd name="connsiteX54" fmla="*/ 61832 w 486000"/>
              <a:gd name="connsiteY54" fmla="*/ 392313 h 486001"/>
              <a:gd name="connsiteX55" fmla="*/ 61832 w 486000"/>
              <a:gd name="connsiteY55" fmla="*/ 318123 h 486001"/>
              <a:gd name="connsiteX56" fmla="*/ 9306 w 486000"/>
              <a:gd name="connsiteY56" fmla="*/ 265528 h 486001"/>
              <a:gd name="connsiteX57" fmla="*/ 9306 w 486000"/>
              <a:gd name="connsiteY57" fmla="*/ 220488 h 486001"/>
              <a:gd name="connsiteX58" fmla="*/ 61832 w 486000"/>
              <a:gd name="connsiteY58" fmla="*/ 168014 h 486001"/>
              <a:gd name="connsiteX59" fmla="*/ 61832 w 486000"/>
              <a:gd name="connsiteY59" fmla="*/ 93703 h 486001"/>
              <a:gd name="connsiteX60" fmla="*/ 93688 w 486000"/>
              <a:gd name="connsiteY60" fmla="*/ 61849 h 486001"/>
              <a:gd name="connsiteX61" fmla="*/ 167882 w 486000"/>
              <a:gd name="connsiteY61" fmla="*/ 61849 h 486001"/>
              <a:gd name="connsiteX62" fmla="*/ 220481 w 486000"/>
              <a:gd name="connsiteY62" fmla="*/ 9326 h 486001"/>
              <a:gd name="connsiteX63" fmla="*/ 243002 w 486000"/>
              <a:gd name="connsiteY63" fmla="*/ 0 h 48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486000" h="486001">
                <a:moveTo>
                  <a:pt x="331646" y="172820"/>
                </a:moveTo>
                <a:cubicBezTo>
                  <a:pt x="335699" y="172912"/>
                  <a:pt x="339717" y="174551"/>
                  <a:pt x="342740" y="177714"/>
                </a:cubicBezTo>
                <a:cubicBezTo>
                  <a:pt x="348590" y="183837"/>
                  <a:pt x="348590" y="193479"/>
                  <a:pt x="342740" y="199601"/>
                </a:cubicBezTo>
                <a:lnTo>
                  <a:pt x="238249" y="304232"/>
                </a:lnTo>
                <a:cubicBezTo>
                  <a:pt x="233004" y="309445"/>
                  <a:pt x="225902" y="312355"/>
                  <a:pt x="218506" y="312323"/>
                </a:cubicBezTo>
                <a:cubicBezTo>
                  <a:pt x="211128" y="312340"/>
                  <a:pt x="204048" y="309431"/>
                  <a:pt x="198812" y="304232"/>
                </a:cubicBezTo>
                <a:lnTo>
                  <a:pt x="144703" y="250369"/>
                </a:lnTo>
                <a:cubicBezTo>
                  <a:pt x="138643" y="244056"/>
                  <a:pt x="138850" y="234027"/>
                  <a:pt x="145163" y="227970"/>
                </a:cubicBezTo>
                <a:cubicBezTo>
                  <a:pt x="151273" y="222104"/>
                  <a:pt x="160916" y="222084"/>
                  <a:pt x="167053" y="227922"/>
                </a:cubicBezTo>
                <a:lnTo>
                  <a:pt x="218433" y="279104"/>
                </a:lnTo>
                <a:lnTo>
                  <a:pt x="320340" y="177203"/>
                </a:lnTo>
                <a:cubicBezTo>
                  <a:pt x="323504" y="174181"/>
                  <a:pt x="327593" y="172727"/>
                  <a:pt x="331646" y="172820"/>
                </a:cubicBezTo>
                <a:close/>
                <a:moveTo>
                  <a:pt x="243124" y="31749"/>
                </a:moveTo>
                <a:lnTo>
                  <a:pt x="190403" y="84198"/>
                </a:lnTo>
                <a:cubicBezTo>
                  <a:pt x="184442" y="90189"/>
                  <a:pt x="176335" y="93550"/>
                  <a:pt x="167882" y="93533"/>
                </a:cubicBezTo>
                <a:lnTo>
                  <a:pt x="93688" y="93606"/>
                </a:lnTo>
                <a:lnTo>
                  <a:pt x="93517" y="167893"/>
                </a:lnTo>
                <a:cubicBezTo>
                  <a:pt x="93539" y="176352"/>
                  <a:pt x="90178" y="184471"/>
                  <a:pt x="84182" y="190438"/>
                </a:cubicBezTo>
                <a:lnTo>
                  <a:pt x="31730" y="242887"/>
                </a:lnTo>
                <a:lnTo>
                  <a:pt x="84182" y="295604"/>
                </a:lnTo>
                <a:cubicBezTo>
                  <a:pt x="90174" y="301565"/>
                  <a:pt x="93535" y="309672"/>
                  <a:pt x="93517" y="318123"/>
                </a:cubicBezTo>
                <a:lnTo>
                  <a:pt x="93517" y="392313"/>
                </a:lnTo>
                <a:lnTo>
                  <a:pt x="167882" y="392484"/>
                </a:lnTo>
                <a:cubicBezTo>
                  <a:pt x="176335" y="392467"/>
                  <a:pt x="184442" y="395828"/>
                  <a:pt x="190403" y="401818"/>
                </a:cubicBezTo>
                <a:lnTo>
                  <a:pt x="242880" y="454267"/>
                </a:lnTo>
                <a:lnTo>
                  <a:pt x="295576" y="401721"/>
                </a:lnTo>
                <a:cubicBezTo>
                  <a:pt x="301543" y="395725"/>
                  <a:pt x="309662" y="392364"/>
                  <a:pt x="318122" y="392386"/>
                </a:cubicBezTo>
                <a:lnTo>
                  <a:pt x="392316" y="392386"/>
                </a:lnTo>
                <a:lnTo>
                  <a:pt x="392487" y="318026"/>
                </a:lnTo>
                <a:cubicBezTo>
                  <a:pt x="392469" y="309574"/>
                  <a:pt x="395831" y="301468"/>
                  <a:pt x="401822" y="295507"/>
                </a:cubicBezTo>
                <a:lnTo>
                  <a:pt x="454250" y="243130"/>
                </a:lnTo>
                <a:lnTo>
                  <a:pt x="401797" y="190438"/>
                </a:lnTo>
                <a:cubicBezTo>
                  <a:pt x="395801" y="184471"/>
                  <a:pt x="392440" y="176352"/>
                  <a:pt x="392462" y="167893"/>
                </a:cubicBezTo>
                <a:lnTo>
                  <a:pt x="392462" y="93703"/>
                </a:lnTo>
                <a:lnTo>
                  <a:pt x="318097" y="93533"/>
                </a:lnTo>
                <a:cubicBezTo>
                  <a:pt x="309637" y="93554"/>
                  <a:pt x="301519" y="90194"/>
                  <a:pt x="295552" y="84198"/>
                </a:cubicBezTo>
                <a:close/>
                <a:moveTo>
                  <a:pt x="243002" y="0"/>
                </a:moveTo>
                <a:cubicBezTo>
                  <a:pt x="251152" y="0"/>
                  <a:pt x="259303" y="3109"/>
                  <a:pt x="265523" y="9326"/>
                </a:cubicBezTo>
                <a:lnTo>
                  <a:pt x="318000" y="61775"/>
                </a:lnTo>
                <a:lnTo>
                  <a:pt x="392316" y="61775"/>
                </a:lnTo>
                <a:cubicBezTo>
                  <a:pt x="409899" y="61802"/>
                  <a:pt x="424146" y="76048"/>
                  <a:pt x="424173" y="93630"/>
                </a:cubicBezTo>
                <a:lnTo>
                  <a:pt x="424173" y="167820"/>
                </a:lnTo>
                <a:lnTo>
                  <a:pt x="476673" y="220415"/>
                </a:lnTo>
                <a:cubicBezTo>
                  <a:pt x="489109" y="232855"/>
                  <a:pt x="489109" y="253015"/>
                  <a:pt x="476673" y="265455"/>
                </a:cubicBezTo>
                <a:lnTo>
                  <a:pt x="424221" y="317929"/>
                </a:lnTo>
                <a:cubicBezTo>
                  <a:pt x="424221" y="317929"/>
                  <a:pt x="424221" y="317929"/>
                  <a:pt x="424221" y="318051"/>
                </a:cubicBezTo>
                <a:lnTo>
                  <a:pt x="424221" y="392240"/>
                </a:lnTo>
                <a:cubicBezTo>
                  <a:pt x="424194" y="409822"/>
                  <a:pt x="409948" y="424068"/>
                  <a:pt x="392365" y="424094"/>
                </a:cubicBezTo>
                <a:lnTo>
                  <a:pt x="318122" y="424094"/>
                </a:lnTo>
                <a:lnTo>
                  <a:pt x="265523" y="476617"/>
                </a:lnTo>
                <a:cubicBezTo>
                  <a:pt x="259569" y="482625"/>
                  <a:pt x="251460" y="486003"/>
                  <a:pt x="243002" y="486001"/>
                </a:cubicBezTo>
                <a:cubicBezTo>
                  <a:pt x="234554" y="486023"/>
                  <a:pt x="226448" y="482671"/>
                  <a:pt x="220481" y="476691"/>
                </a:cubicBezTo>
                <a:lnTo>
                  <a:pt x="168004" y="424217"/>
                </a:lnTo>
                <a:lnTo>
                  <a:pt x="93688" y="424217"/>
                </a:lnTo>
                <a:cubicBezTo>
                  <a:pt x="76080" y="424202"/>
                  <a:pt x="61817" y="409920"/>
                  <a:pt x="61832" y="392313"/>
                </a:cubicBezTo>
                <a:lnTo>
                  <a:pt x="61832" y="318123"/>
                </a:lnTo>
                <a:lnTo>
                  <a:pt x="9306" y="265528"/>
                </a:lnTo>
                <a:cubicBezTo>
                  <a:pt x="-3103" y="253079"/>
                  <a:pt x="-3103" y="232937"/>
                  <a:pt x="9306" y="220488"/>
                </a:cubicBezTo>
                <a:lnTo>
                  <a:pt x="61832" y="168014"/>
                </a:lnTo>
                <a:lnTo>
                  <a:pt x="61832" y="93703"/>
                </a:lnTo>
                <a:cubicBezTo>
                  <a:pt x="61858" y="76121"/>
                  <a:pt x="76105" y="61876"/>
                  <a:pt x="93688" y="61849"/>
                </a:cubicBezTo>
                <a:lnTo>
                  <a:pt x="167882" y="61849"/>
                </a:lnTo>
                <a:lnTo>
                  <a:pt x="220481" y="9326"/>
                </a:lnTo>
                <a:cubicBezTo>
                  <a:pt x="226701" y="3109"/>
                  <a:pt x="234851" y="0"/>
                  <a:pt x="243002" y="0"/>
                </a:cubicBezTo>
                <a:close/>
              </a:path>
            </a:pathLst>
          </a:custGeom>
          <a:solidFill>
            <a:schemeClr val="accent1"/>
          </a:solidFill>
          <a:ln w="3083" cap="flat">
            <a:noFill/>
            <a:prstDash val="solid"/>
            <a:miter/>
          </a:ln>
        </p:spPr>
        <p:txBody>
          <a:bodyPr wrap="square"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200">
              <a:latin typeface="微软雅黑" panose="020B0503020204020204" pitchFamily="34" charset="-122"/>
              <a:ea typeface="微软雅黑" panose="020B0503020204020204" pitchFamily="34" charset="-122"/>
            </a:endParaRPr>
          </a:p>
        </p:txBody>
      </p:sp>
      <p:grpSp>
        <p:nvGrpSpPr>
          <p:cNvPr id="33" name="Shape1"/>
          <p:cNvGrpSpPr/>
          <p:nvPr/>
        </p:nvGrpSpPr>
        <p:grpSpPr>
          <a:xfrm>
            <a:off x="6001956" y="2664016"/>
            <a:ext cx="486000" cy="485998"/>
            <a:chOff x="6777312" y="2111831"/>
            <a:chExt cx="581284" cy="474363"/>
          </a:xfrm>
          <a:solidFill>
            <a:schemeClr val="accent1"/>
          </a:solidFill>
        </p:grpSpPr>
        <p:sp>
          <p:nvSpPr>
            <p:cNvPr id="34" name="任意多边形: 形状 204"/>
            <p:cNvSpPr/>
            <p:nvPr/>
          </p:nvSpPr>
          <p:spPr>
            <a:xfrm>
              <a:off x="6860194" y="2546108"/>
              <a:ext cx="411815" cy="40086"/>
            </a:xfrm>
            <a:custGeom>
              <a:avLst/>
              <a:gdLst>
                <a:gd name="connsiteX0" fmla="*/ 391726 w 411814"/>
                <a:gd name="connsiteY0" fmla="*/ -183 h 40086"/>
                <a:gd name="connsiteX1" fmla="*/ 19998 w 411814"/>
                <a:gd name="connsiteY1" fmla="*/ -183 h 40086"/>
                <a:gd name="connsiteX2" fmla="*/ -45 w 411814"/>
                <a:gd name="connsiteY2" fmla="*/ 19860 h 40086"/>
                <a:gd name="connsiteX3" fmla="*/ 19998 w 411814"/>
                <a:gd name="connsiteY3" fmla="*/ 39904 h 40086"/>
                <a:gd name="connsiteX4" fmla="*/ 391726 w 411814"/>
                <a:gd name="connsiteY4" fmla="*/ 39904 h 40086"/>
                <a:gd name="connsiteX5" fmla="*/ 411770 w 411814"/>
                <a:gd name="connsiteY5" fmla="*/ 19860 h 40086"/>
                <a:gd name="connsiteX6" fmla="*/ 391726 w 411814"/>
                <a:gd name="connsiteY6" fmla="*/ -183 h 40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1813" h="40086">
                  <a:moveTo>
                    <a:pt x="391726" y="-183"/>
                  </a:moveTo>
                  <a:lnTo>
                    <a:pt x="19998" y="-183"/>
                  </a:lnTo>
                  <a:cubicBezTo>
                    <a:pt x="8928" y="-183"/>
                    <a:pt x="-45" y="8790"/>
                    <a:pt x="-45" y="19860"/>
                  </a:cubicBezTo>
                  <a:cubicBezTo>
                    <a:pt x="-45" y="30930"/>
                    <a:pt x="8928" y="39904"/>
                    <a:pt x="19998" y="39904"/>
                  </a:cubicBezTo>
                  <a:lnTo>
                    <a:pt x="391726" y="39904"/>
                  </a:lnTo>
                  <a:cubicBezTo>
                    <a:pt x="402797" y="39904"/>
                    <a:pt x="411770" y="30930"/>
                    <a:pt x="411770" y="19860"/>
                  </a:cubicBezTo>
                  <a:cubicBezTo>
                    <a:pt x="411770" y="8790"/>
                    <a:pt x="402797" y="-183"/>
                    <a:pt x="391726" y="-183"/>
                  </a:cubicBezTo>
                  <a:close/>
                </a:path>
              </a:pathLst>
            </a:custGeom>
            <a:grpFill/>
            <a:ln w="3083"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200">
                <a:solidFill>
                  <a:schemeClr val="bg1"/>
                </a:solidFill>
                <a:latin typeface="微软雅黑" panose="020B0503020204020204" pitchFamily="34" charset="-122"/>
                <a:ea typeface="微软雅黑" panose="020B0503020204020204" pitchFamily="34" charset="-122"/>
              </a:endParaRPr>
            </a:p>
          </p:txBody>
        </p:sp>
        <p:sp>
          <p:nvSpPr>
            <p:cNvPr id="35" name="任意多边形: 形状 205"/>
            <p:cNvSpPr/>
            <p:nvPr/>
          </p:nvSpPr>
          <p:spPr>
            <a:xfrm>
              <a:off x="6777312" y="2111831"/>
              <a:ext cx="581284" cy="394439"/>
            </a:xfrm>
            <a:custGeom>
              <a:avLst/>
              <a:gdLst>
                <a:gd name="connsiteX0" fmla="*/ 581240 w 581284"/>
                <a:gd name="connsiteY0" fmla="*/ 115745 h 394439"/>
                <a:gd name="connsiteX1" fmla="*/ 540367 w 581284"/>
                <a:gd name="connsiteY1" fmla="*/ 74718 h 394439"/>
                <a:gd name="connsiteX2" fmla="*/ 499339 w 581284"/>
                <a:gd name="connsiteY2" fmla="*/ 115591 h 394439"/>
                <a:gd name="connsiteX3" fmla="*/ 502762 w 581284"/>
                <a:gd name="connsiteY3" fmla="*/ 132057 h 394439"/>
                <a:gd name="connsiteX4" fmla="*/ 373806 w 581284"/>
                <a:gd name="connsiteY4" fmla="*/ 218676 h 394439"/>
                <a:gd name="connsiteX5" fmla="*/ 314848 w 581284"/>
                <a:gd name="connsiteY5" fmla="*/ 72359 h 394439"/>
                <a:gd name="connsiteX6" fmla="*/ 320383 w 581284"/>
                <a:gd name="connsiteY6" fmla="*/ 14711 h 394439"/>
                <a:gd name="connsiteX7" fmla="*/ 262735 w 581284"/>
                <a:gd name="connsiteY7" fmla="*/ 9176 h 394439"/>
                <a:gd name="connsiteX8" fmla="*/ 257200 w 581284"/>
                <a:gd name="connsiteY8" fmla="*/ 66824 h 394439"/>
                <a:gd name="connsiteX9" fmla="*/ 262735 w 581284"/>
                <a:gd name="connsiteY9" fmla="*/ 72359 h 394439"/>
                <a:gd name="connsiteX10" fmla="*/ 203745 w 581284"/>
                <a:gd name="connsiteY10" fmla="*/ 218552 h 394439"/>
                <a:gd name="connsiteX11" fmla="*/ 77564 w 581284"/>
                <a:gd name="connsiteY11" fmla="*/ 134031 h 394439"/>
                <a:gd name="connsiteX12" fmla="*/ 59023 w 581284"/>
                <a:gd name="connsiteY12" fmla="*/ 79214 h 394439"/>
                <a:gd name="connsiteX13" fmla="*/ 4203 w 581284"/>
                <a:gd name="connsiteY13" fmla="*/ 97756 h 394439"/>
                <a:gd name="connsiteX14" fmla="*/ 22747 w 581284"/>
                <a:gd name="connsiteY14" fmla="*/ 152573 h 394439"/>
                <a:gd name="connsiteX15" fmla="*/ 29245 w 581284"/>
                <a:gd name="connsiteY15" fmla="*/ 155123 h 394439"/>
                <a:gd name="connsiteX16" fmla="*/ 74604 w 581284"/>
                <a:gd name="connsiteY16" fmla="*/ 359134 h 394439"/>
                <a:gd name="connsiteX17" fmla="*/ 118391 w 581284"/>
                <a:gd name="connsiteY17" fmla="*/ 394256 h 394439"/>
                <a:gd name="connsiteX18" fmla="*/ 459191 w 581284"/>
                <a:gd name="connsiteY18" fmla="*/ 394256 h 394439"/>
                <a:gd name="connsiteX19" fmla="*/ 502947 w 581284"/>
                <a:gd name="connsiteY19" fmla="*/ 359134 h 394439"/>
                <a:gd name="connsiteX20" fmla="*/ 548122 w 581284"/>
                <a:gd name="connsiteY20" fmla="*/ 155894 h 394439"/>
                <a:gd name="connsiteX21" fmla="*/ 581240 w 581284"/>
                <a:gd name="connsiteY21" fmla="*/ 115745 h 394439"/>
                <a:gd name="connsiteX22" fmla="*/ 540290 w 581284"/>
                <a:gd name="connsiteY22" fmla="*/ 114882 h 394439"/>
                <a:gd name="connsiteX23" fmla="*/ 541153 w 581284"/>
                <a:gd name="connsiteY23" fmla="*/ 115745 h 394439"/>
                <a:gd name="connsiteX24" fmla="*/ 540290 w 581284"/>
                <a:gd name="connsiteY24" fmla="*/ 116609 h 394439"/>
                <a:gd name="connsiteX25" fmla="*/ 539426 w 581284"/>
                <a:gd name="connsiteY25" fmla="*/ 115745 h 394439"/>
                <a:gd name="connsiteX26" fmla="*/ 540290 w 581284"/>
                <a:gd name="connsiteY26" fmla="*/ 114882 h 394439"/>
                <a:gd name="connsiteX27" fmla="*/ 288791 w 581284"/>
                <a:gd name="connsiteY27" fmla="*/ 40074 h 394439"/>
                <a:gd name="connsiteX28" fmla="*/ 289655 w 581284"/>
                <a:gd name="connsiteY28" fmla="*/ 40937 h 394439"/>
                <a:gd name="connsiteX29" fmla="*/ 289346 w 581284"/>
                <a:gd name="connsiteY29" fmla="*/ 41461 h 394439"/>
                <a:gd name="connsiteX30" fmla="*/ 288205 w 581284"/>
                <a:gd name="connsiteY30" fmla="*/ 41461 h 394439"/>
                <a:gd name="connsiteX31" fmla="*/ 287928 w 581284"/>
                <a:gd name="connsiteY31" fmla="*/ 40937 h 394439"/>
                <a:gd name="connsiteX32" fmla="*/ 288791 w 581284"/>
                <a:gd name="connsiteY32" fmla="*/ 40074 h 394439"/>
                <a:gd name="connsiteX33" fmla="*/ 40901 w 581284"/>
                <a:gd name="connsiteY33" fmla="*/ 114882 h 394439"/>
                <a:gd name="connsiteX34" fmla="*/ 41912 w 581284"/>
                <a:gd name="connsiteY34" fmla="*/ 115566 h 394439"/>
                <a:gd name="connsiteX35" fmla="*/ 41224 w 581284"/>
                <a:gd name="connsiteY35" fmla="*/ 116578 h 394439"/>
                <a:gd name="connsiteX36" fmla="*/ 40901 w 581284"/>
                <a:gd name="connsiteY36" fmla="*/ 116578 h 394439"/>
                <a:gd name="connsiteX37" fmla="*/ 40216 w 581284"/>
                <a:gd name="connsiteY37" fmla="*/ 115566 h 394439"/>
                <a:gd name="connsiteX38" fmla="*/ 40901 w 581284"/>
                <a:gd name="connsiteY38" fmla="*/ 114882 h 394439"/>
                <a:gd name="connsiteX39" fmla="*/ 463816 w 581284"/>
                <a:gd name="connsiteY39" fmla="*/ 350438 h 394439"/>
                <a:gd name="connsiteX40" fmla="*/ 459191 w 581284"/>
                <a:gd name="connsiteY40" fmla="*/ 354169 h 394439"/>
                <a:gd name="connsiteX41" fmla="*/ 118391 w 581284"/>
                <a:gd name="connsiteY41" fmla="*/ 354169 h 394439"/>
                <a:gd name="connsiteX42" fmla="*/ 113735 w 581284"/>
                <a:gd name="connsiteY42" fmla="*/ 350438 h 394439"/>
                <a:gd name="connsiteX43" fmla="*/ 76146 w 581284"/>
                <a:gd name="connsiteY43" fmla="*/ 181241 h 394439"/>
                <a:gd name="connsiteX44" fmla="*/ 194001 w 581284"/>
                <a:gd name="connsiteY44" fmla="*/ 260459 h 394439"/>
                <a:gd name="connsiteX45" fmla="*/ 231815 w 581284"/>
                <a:gd name="connsiteY45" fmla="*/ 254180 h 394439"/>
                <a:gd name="connsiteX46" fmla="*/ 235075 w 581284"/>
                <a:gd name="connsiteY46" fmla="*/ 248124 h 394439"/>
                <a:gd name="connsiteX47" fmla="*/ 288791 w 581284"/>
                <a:gd name="connsiteY47" fmla="*/ 114974 h 394439"/>
                <a:gd name="connsiteX48" fmla="*/ 342477 w 581284"/>
                <a:gd name="connsiteY48" fmla="*/ 248124 h 394439"/>
                <a:gd name="connsiteX49" fmla="*/ 377546 w 581284"/>
                <a:gd name="connsiteY49" fmla="*/ 263709 h 394439"/>
                <a:gd name="connsiteX50" fmla="*/ 383581 w 581284"/>
                <a:gd name="connsiteY50" fmla="*/ 260459 h 394439"/>
                <a:gd name="connsiteX51" fmla="*/ 501436 w 581284"/>
                <a:gd name="connsiteY51" fmla="*/ 181272 h 394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81284" h="394439">
                  <a:moveTo>
                    <a:pt x="581240" y="115745"/>
                  </a:moveTo>
                  <a:cubicBezTo>
                    <a:pt x="581283" y="93130"/>
                    <a:pt x="562982" y="74761"/>
                    <a:pt x="540367" y="74718"/>
                  </a:cubicBezTo>
                  <a:cubicBezTo>
                    <a:pt x="517752" y="74675"/>
                    <a:pt x="499383" y="92976"/>
                    <a:pt x="499339" y="115591"/>
                  </a:cubicBezTo>
                  <a:cubicBezTo>
                    <a:pt x="499330" y="121259"/>
                    <a:pt x="500496" y="126865"/>
                    <a:pt x="502762" y="132057"/>
                  </a:cubicBezTo>
                  <a:lnTo>
                    <a:pt x="373806" y="218676"/>
                  </a:lnTo>
                  <a:lnTo>
                    <a:pt x="314848" y="72359"/>
                  </a:lnTo>
                  <a:cubicBezTo>
                    <a:pt x="332295" y="57968"/>
                    <a:pt x="334774" y="32158"/>
                    <a:pt x="320383" y="14711"/>
                  </a:cubicBezTo>
                  <a:cubicBezTo>
                    <a:pt x="305991" y="-2736"/>
                    <a:pt x="280182" y="-5212"/>
                    <a:pt x="262735" y="9176"/>
                  </a:cubicBezTo>
                  <a:cubicBezTo>
                    <a:pt x="245288" y="23567"/>
                    <a:pt x="242808" y="49377"/>
                    <a:pt x="257200" y="66824"/>
                  </a:cubicBezTo>
                  <a:cubicBezTo>
                    <a:pt x="258865" y="68841"/>
                    <a:pt x="260718" y="70694"/>
                    <a:pt x="262735" y="72359"/>
                  </a:cubicBezTo>
                  <a:lnTo>
                    <a:pt x="203745" y="218552"/>
                  </a:lnTo>
                  <a:lnTo>
                    <a:pt x="77564" y="134031"/>
                  </a:lnTo>
                  <a:cubicBezTo>
                    <a:pt x="87580" y="113772"/>
                    <a:pt x="79279" y="89229"/>
                    <a:pt x="59023" y="79214"/>
                  </a:cubicBezTo>
                  <a:cubicBezTo>
                    <a:pt x="38764" y="69198"/>
                    <a:pt x="14221" y="77499"/>
                    <a:pt x="4203" y="97756"/>
                  </a:cubicBezTo>
                  <a:cubicBezTo>
                    <a:pt x="-5813" y="118015"/>
                    <a:pt x="2488" y="142557"/>
                    <a:pt x="22747" y="152573"/>
                  </a:cubicBezTo>
                  <a:cubicBezTo>
                    <a:pt x="24835" y="153609"/>
                    <a:pt x="27009" y="154460"/>
                    <a:pt x="29245" y="155123"/>
                  </a:cubicBezTo>
                  <a:lnTo>
                    <a:pt x="74604" y="359134"/>
                  </a:lnTo>
                  <a:cubicBezTo>
                    <a:pt x="79076" y="379714"/>
                    <a:pt x="97333" y="394358"/>
                    <a:pt x="118391" y="394256"/>
                  </a:cubicBezTo>
                  <a:lnTo>
                    <a:pt x="459191" y="394256"/>
                  </a:lnTo>
                  <a:cubicBezTo>
                    <a:pt x="480243" y="394355"/>
                    <a:pt x="498488" y="379708"/>
                    <a:pt x="502947" y="359134"/>
                  </a:cubicBezTo>
                  <a:lnTo>
                    <a:pt x="548122" y="155894"/>
                  </a:lnTo>
                  <a:cubicBezTo>
                    <a:pt x="567333" y="152138"/>
                    <a:pt x="581206" y="135320"/>
                    <a:pt x="581240" y="115745"/>
                  </a:cubicBezTo>
                  <a:close/>
                  <a:moveTo>
                    <a:pt x="540290" y="114882"/>
                  </a:moveTo>
                  <a:cubicBezTo>
                    <a:pt x="540768" y="114882"/>
                    <a:pt x="541153" y="115267"/>
                    <a:pt x="541153" y="115745"/>
                  </a:cubicBezTo>
                  <a:cubicBezTo>
                    <a:pt x="541153" y="116223"/>
                    <a:pt x="540768" y="116609"/>
                    <a:pt x="540290" y="116609"/>
                  </a:cubicBezTo>
                  <a:cubicBezTo>
                    <a:pt x="539812" y="116609"/>
                    <a:pt x="539426" y="116223"/>
                    <a:pt x="539426" y="115745"/>
                  </a:cubicBezTo>
                  <a:cubicBezTo>
                    <a:pt x="539426" y="115267"/>
                    <a:pt x="539812" y="114882"/>
                    <a:pt x="540290" y="114882"/>
                  </a:cubicBezTo>
                  <a:close/>
                  <a:moveTo>
                    <a:pt x="288791" y="40074"/>
                  </a:moveTo>
                  <a:cubicBezTo>
                    <a:pt x="289260" y="40089"/>
                    <a:pt x="289639" y="40468"/>
                    <a:pt x="289655" y="40937"/>
                  </a:cubicBezTo>
                  <a:cubicBezTo>
                    <a:pt x="289664" y="41159"/>
                    <a:pt x="289544" y="41363"/>
                    <a:pt x="289346" y="41461"/>
                  </a:cubicBezTo>
                  <a:lnTo>
                    <a:pt x="288205" y="41461"/>
                  </a:lnTo>
                  <a:cubicBezTo>
                    <a:pt x="288023" y="41350"/>
                    <a:pt x="287918" y="41150"/>
                    <a:pt x="287928" y="40937"/>
                  </a:cubicBezTo>
                  <a:cubicBezTo>
                    <a:pt x="287943" y="40468"/>
                    <a:pt x="288322" y="40089"/>
                    <a:pt x="288791" y="40074"/>
                  </a:cubicBezTo>
                  <a:close/>
                  <a:moveTo>
                    <a:pt x="40901" y="114882"/>
                  </a:moveTo>
                  <a:cubicBezTo>
                    <a:pt x="41369" y="114792"/>
                    <a:pt x="41822" y="115098"/>
                    <a:pt x="41912" y="115566"/>
                  </a:cubicBezTo>
                  <a:cubicBezTo>
                    <a:pt x="42001" y="116035"/>
                    <a:pt x="41693" y="116488"/>
                    <a:pt x="41224" y="116578"/>
                  </a:cubicBezTo>
                  <a:cubicBezTo>
                    <a:pt x="41119" y="116599"/>
                    <a:pt x="41008" y="116599"/>
                    <a:pt x="40901" y="116578"/>
                  </a:cubicBezTo>
                  <a:cubicBezTo>
                    <a:pt x="40432" y="116488"/>
                    <a:pt x="40127" y="116035"/>
                    <a:pt x="40216" y="115566"/>
                  </a:cubicBezTo>
                  <a:cubicBezTo>
                    <a:pt x="40281" y="115221"/>
                    <a:pt x="40552" y="114950"/>
                    <a:pt x="40901" y="114882"/>
                  </a:cubicBezTo>
                  <a:close/>
                  <a:moveTo>
                    <a:pt x="463816" y="350438"/>
                  </a:moveTo>
                  <a:cubicBezTo>
                    <a:pt x="463351" y="352618"/>
                    <a:pt x="461420" y="354176"/>
                    <a:pt x="459191" y="354169"/>
                  </a:cubicBezTo>
                  <a:lnTo>
                    <a:pt x="118391" y="354169"/>
                  </a:lnTo>
                  <a:cubicBezTo>
                    <a:pt x="116150" y="354191"/>
                    <a:pt x="114204" y="352631"/>
                    <a:pt x="113735" y="350438"/>
                  </a:cubicBezTo>
                  <a:lnTo>
                    <a:pt x="76146" y="181241"/>
                  </a:lnTo>
                  <a:lnTo>
                    <a:pt x="194001" y="260459"/>
                  </a:lnTo>
                  <a:cubicBezTo>
                    <a:pt x="206178" y="269167"/>
                    <a:pt x="223107" y="266358"/>
                    <a:pt x="231815" y="254180"/>
                  </a:cubicBezTo>
                  <a:cubicBezTo>
                    <a:pt x="233154" y="252309"/>
                    <a:pt x="234252" y="250274"/>
                    <a:pt x="235075" y="248124"/>
                  </a:cubicBezTo>
                  <a:lnTo>
                    <a:pt x="288791" y="114974"/>
                  </a:lnTo>
                  <a:lnTo>
                    <a:pt x="342477" y="248124"/>
                  </a:lnTo>
                  <a:cubicBezTo>
                    <a:pt x="347857" y="262111"/>
                    <a:pt x="363559" y="269090"/>
                    <a:pt x="377546" y="263709"/>
                  </a:cubicBezTo>
                  <a:cubicBezTo>
                    <a:pt x="379686" y="262885"/>
                    <a:pt x="381715" y="261794"/>
                    <a:pt x="383581" y="260459"/>
                  </a:cubicBezTo>
                  <a:lnTo>
                    <a:pt x="501436" y="181272"/>
                  </a:lnTo>
                  <a:close/>
                </a:path>
              </a:pathLst>
            </a:custGeom>
            <a:grpFill/>
            <a:ln w="3083"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1200">
                <a:solidFill>
                  <a:schemeClr val="bg1"/>
                </a:solidFill>
                <a:latin typeface="微软雅黑" panose="020B0503020204020204" pitchFamily="34" charset="-122"/>
                <a:ea typeface="微软雅黑" panose="020B0503020204020204" pitchFamily="34" charset="-122"/>
              </a:endParaRPr>
            </a:p>
          </p:txBody>
        </p:sp>
      </p:grpSp>
      <p:sp>
        <p:nvSpPr>
          <p:cNvPr id="4" name="Text7">
            <a:extLst>
              <a:ext uri="{FF2B5EF4-FFF2-40B4-BE49-F238E27FC236}">
                <a16:creationId xmlns:a16="http://schemas.microsoft.com/office/drawing/2014/main" id="{FF7F827E-0775-FC18-2AD1-9BCC2B46208D}"/>
              </a:ext>
            </a:extLst>
          </p:cNvPr>
          <p:cNvSpPr txBox="1"/>
          <p:nvPr>
            <p:custDataLst>
              <p:tags r:id="rId2"/>
            </p:custDataLst>
          </p:nvPr>
        </p:nvSpPr>
        <p:spPr>
          <a:xfrm>
            <a:off x="347808" y="339877"/>
            <a:ext cx="11496384" cy="720348"/>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20000"/>
              </a:lnSpc>
              <a:spcBef>
                <a:spcPct val="0"/>
              </a:spcBef>
              <a:spcAft>
                <a:spcPct val="0"/>
              </a:spcAft>
              <a:buClrTx/>
              <a:buSzTx/>
              <a:buFontTx/>
              <a:buNone/>
              <a:defRPr/>
            </a:pPr>
            <a:r>
              <a:rPr lang="en-US" altLang="zh-CN" sz="3200" b="1" noProof="0" dirty="0" err="1">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马克思主义的实践观的基本内容和特点</a:t>
            </a:r>
            <a:endParaRPr lang="en-US" altLang="zh-CN" sz="3200" b="1" noProof="0" dirty="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
        <p:nvSpPr>
          <p:cNvPr id="8" name="Freeform 18">
            <a:extLst>
              <a:ext uri="{FF2B5EF4-FFF2-40B4-BE49-F238E27FC236}">
                <a16:creationId xmlns:a16="http://schemas.microsoft.com/office/drawing/2014/main" id="{1EC23DDE-5CFF-459F-439D-B64014AB5ACA}"/>
              </a:ext>
            </a:extLst>
          </p:cNvPr>
          <p:cNvSpPr/>
          <p:nvPr/>
        </p:nvSpPr>
        <p:spPr bwMode="auto">
          <a:xfrm>
            <a:off x="3471069" y="3284704"/>
            <a:ext cx="1141062" cy="1146396"/>
          </a:xfrm>
          <a:custGeom>
            <a:avLst/>
            <a:gdLst>
              <a:gd name="T0" fmla="*/ 181 w 181"/>
              <a:gd name="T1" fmla="*/ 90 h 181"/>
              <a:gd name="T2" fmla="*/ 91 w 181"/>
              <a:gd name="T3" fmla="*/ 181 h 181"/>
              <a:gd name="T4" fmla="*/ 0 w 181"/>
              <a:gd name="T5" fmla="*/ 92 h 181"/>
              <a:gd name="T6" fmla="*/ 89 w 181"/>
              <a:gd name="T7" fmla="*/ 0 h 181"/>
              <a:gd name="T8" fmla="*/ 181 w 181"/>
              <a:gd name="T9" fmla="*/ 90 h 181"/>
            </a:gdLst>
            <a:ahLst/>
            <a:cxnLst>
              <a:cxn ang="0">
                <a:pos x="T0" y="T1"/>
              </a:cxn>
              <a:cxn ang="0">
                <a:pos x="T2" y="T3"/>
              </a:cxn>
              <a:cxn ang="0">
                <a:pos x="T4" y="T5"/>
              </a:cxn>
              <a:cxn ang="0">
                <a:pos x="T6" y="T7"/>
              </a:cxn>
              <a:cxn ang="0">
                <a:pos x="T8" y="T9"/>
              </a:cxn>
            </a:cxnLst>
            <a:rect l="0" t="0" r="r" b="b"/>
            <a:pathLst>
              <a:path w="181" h="181">
                <a:moveTo>
                  <a:pt x="181" y="90"/>
                </a:moveTo>
                <a:cubicBezTo>
                  <a:pt x="181" y="139"/>
                  <a:pt x="141" y="180"/>
                  <a:pt x="91" y="181"/>
                </a:cubicBezTo>
                <a:cubicBezTo>
                  <a:pt x="42" y="181"/>
                  <a:pt x="1" y="141"/>
                  <a:pt x="0" y="92"/>
                </a:cubicBezTo>
                <a:cubicBezTo>
                  <a:pt x="0" y="42"/>
                  <a:pt x="40" y="1"/>
                  <a:pt x="89" y="0"/>
                </a:cubicBezTo>
                <a:cubicBezTo>
                  <a:pt x="139" y="0"/>
                  <a:pt x="180" y="40"/>
                  <a:pt x="181" y="90"/>
                </a:cubicBezTo>
                <a:close/>
              </a:path>
            </a:pathLst>
          </a:custGeom>
          <a:solidFill>
            <a:schemeClr val="bg1"/>
          </a:solidFill>
          <a:ln>
            <a:noFill/>
          </a:ln>
        </p:spPr>
        <p:txBody>
          <a:bodyPr vert="horz" wrap="square" lIns="91440" tIns="45720" rIns="91440" bIns="45720" numCol="1" anchor="ctr"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4400">
              <a:solidFill>
                <a:schemeClr val="accent1"/>
              </a:solidFill>
              <a:latin typeface="微软雅黑" panose="020B0503020204020204" pitchFamily="34" charset="-122"/>
              <a:ea typeface="微软雅黑" panose="020B0503020204020204" pitchFamily="34" charset="-122"/>
              <a:cs typeface="阿里巴巴普惠体 2.0 55 Regular" panose="00020600040101010101" pitchFamily="18" charset="-122"/>
              <a:sym typeface="HarmonyOS Sans SC Light" panose="00000400000000000000" pitchFamily="2" charset="-122"/>
            </a:endParaRPr>
          </a:p>
        </p:txBody>
      </p:sp>
      <p:sp>
        <p:nvSpPr>
          <p:cNvPr id="9" name="Text1">
            <a:extLst>
              <a:ext uri="{FF2B5EF4-FFF2-40B4-BE49-F238E27FC236}">
                <a16:creationId xmlns:a16="http://schemas.microsoft.com/office/drawing/2014/main" id="{2C27B0F0-046B-712E-7067-B49EE58AE562}"/>
              </a:ext>
            </a:extLst>
          </p:cNvPr>
          <p:cNvSpPr txBox="1"/>
          <p:nvPr>
            <p:custDataLst>
              <p:tags r:id="rId3"/>
            </p:custDataLst>
          </p:nvPr>
        </p:nvSpPr>
        <p:spPr>
          <a:xfrm>
            <a:off x="590551" y="5389152"/>
            <a:ext cx="3835049" cy="1052704"/>
          </a:xfrm>
          <a:prstGeom prst="rect">
            <a:avLst/>
          </a:prstGeom>
          <a:noFill/>
        </p:spPr>
        <p:txBody>
          <a:bodyPr wrap="square"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50000"/>
              </a:lnSpc>
              <a:spcBef>
                <a:spcPts val="300"/>
              </a:spcBef>
              <a:spcAft>
                <a:spcPts val="300"/>
              </a:spcAft>
            </a:pPr>
            <a:r>
              <a:rPr lang="en-US" altLang="zh-CN" sz="1400" dirty="0" err="1">
                <a:solidFill>
                  <a:schemeClr val="bg2"/>
                </a:solidFill>
                <a:latin typeface="微软雅黑" panose="020B0503020204020204" pitchFamily="34" charset="-122"/>
                <a:ea typeface="微软雅黑" panose="020B0503020204020204" pitchFamily="34" charset="-122"/>
              </a:rPr>
              <a:t>马克思主义认为，实践是认识的基础和目的。它强调通过实践来检验和发展理论，推动社会的进步</a:t>
            </a:r>
            <a:r>
              <a:rPr lang="en-US" altLang="zh-CN" sz="1400" dirty="0">
                <a:solidFill>
                  <a:schemeClr val="bg2"/>
                </a:solidFill>
                <a:latin typeface="微软雅黑" panose="020B0503020204020204" pitchFamily="34" charset="-122"/>
                <a:ea typeface="微软雅黑" panose="020B0503020204020204" pitchFamily="34" charset="-122"/>
              </a:rPr>
              <a:t>。</a:t>
            </a:r>
          </a:p>
        </p:txBody>
      </p:sp>
      <p:sp>
        <p:nvSpPr>
          <p:cNvPr id="10" name="Text2">
            <a:extLst>
              <a:ext uri="{FF2B5EF4-FFF2-40B4-BE49-F238E27FC236}">
                <a16:creationId xmlns:a16="http://schemas.microsoft.com/office/drawing/2014/main" id="{D80752A3-FE8E-93DD-41AC-2376D98D930F}"/>
              </a:ext>
            </a:extLst>
          </p:cNvPr>
          <p:cNvSpPr txBox="1"/>
          <p:nvPr>
            <p:custDataLst>
              <p:tags r:id="rId4"/>
            </p:custDataLst>
          </p:nvPr>
        </p:nvSpPr>
        <p:spPr>
          <a:xfrm>
            <a:off x="590551" y="4938514"/>
            <a:ext cx="3835049" cy="464107"/>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r>
              <a:rPr lang="zh-CN" altLang="en-US" sz="2000" b="1" dirty="0">
                <a:solidFill>
                  <a:schemeClr val="accent1"/>
                </a:solidFill>
                <a:latin typeface="微软雅黑" panose="020B0503020204020204" pitchFamily="34" charset="-122"/>
                <a:ea typeface="微软雅黑" panose="020B0503020204020204" pitchFamily="34" charset="-122"/>
              </a:rPr>
              <a:t>实践观的基本内容</a:t>
            </a:r>
          </a:p>
        </p:txBody>
      </p:sp>
      <p:sp>
        <p:nvSpPr>
          <p:cNvPr id="11" name="Text3">
            <a:extLst>
              <a:ext uri="{FF2B5EF4-FFF2-40B4-BE49-F238E27FC236}">
                <a16:creationId xmlns:a16="http://schemas.microsoft.com/office/drawing/2014/main" id="{68B08222-ED89-B573-080D-04076A5E9259}"/>
              </a:ext>
            </a:extLst>
          </p:cNvPr>
          <p:cNvSpPr txBox="1"/>
          <p:nvPr>
            <p:custDataLst>
              <p:tags r:id="rId5"/>
            </p:custDataLst>
          </p:nvPr>
        </p:nvSpPr>
        <p:spPr>
          <a:xfrm>
            <a:off x="7140497" y="5484382"/>
            <a:ext cx="4233226" cy="1178220"/>
          </a:xfrm>
          <a:prstGeom prst="rect">
            <a:avLst/>
          </a:prstGeom>
          <a:noFill/>
        </p:spPr>
        <p:txBody>
          <a:bodyPr wrap="square"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spcBef>
                <a:spcPts val="300"/>
              </a:spcBef>
              <a:spcAft>
                <a:spcPts val="300"/>
              </a:spcAft>
            </a:pPr>
            <a:r>
              <a:rPr lang="en-US" altLang="zh-CN" sz="1400">
                <a:solidFill>
                  <a:schemeClr val="bg2"/>
                </a:solidFill>
                <a:latin typeface="微软雅黑" panose="020B0503020204020204" pitchFamily="34" charset="-122"/>
                <a:ea typeface="微软雅黑" panose="020B0503020204020204" pitchFamily="34" charset="-122"/>
              </a:rPr>
              <a:t>在马原课视角下，马克思主义的实践观强调通过改变社会制度和生产方式来实现社会主义革命和建设，以实现共产主义的社会形态。</a:t>
            </a:r>
          </a:p>
        </p:txBody>
      </p:sp>
      <p:sp>
        <p:nvSpPr>
          <p:cNvPr id="12" name="Text4">
            <a:extLst>
              <a:ext uri="{FF2B5EF4-FFF2-40B4-BE49-F238E27FC236}">
                <a16:creationId xmlns:a16="http://schemas.microsoft.com/office/drawing/2014/main" id="{9657C498-FD1D-EC40-4142-3860EBE9DB3F}"/>
              </a:ext>
            </a:extLst>
          </p:cNvPr>
          <p:cNvSpPr txBox="1"/>
          <p:nvPr>
            <p:custDataLst>
              <p:tags r:id="rId6"/>
            </p:custDataLst>
          </p:nvPr>
        </p:nvSpPr>
        <p:spPr>
          <a:xfrm>
            <a:off x="7140496" y="4990139"/>
            <a:ext cx="4233227" cy="464107"/>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2000" b="1">
                <a:solidFill>
                  <a:schemeClr val="accent1"/>
                </a:solidFill>
                <a:latin typeface="微软雅黑" panose="020B0503020204020204" pitchFamily="34" charset="-122"/>
                <a:ea typeface="微软雅黑" panose="020B0503020204020204" pitchFamily="34" charset="-122"/>
              </a:rPr>
              <a:t>改造世界的实践观</a:t>
            </a:r>
          </a:p>
        </p:txBody>
      </p:sp>
      <p:sp>
        <p:nvSpPr>
          <p:cNvPr id="13" name="Text5">
            <a:extLst>
              <a:ext uri="{FF2B5EF4-FFF2-40B4-BE49-F238E27FC236}">
                <a16:creationId xmlns:a16="http://schemas.microsoft.com/office/drawing/2014/main" id="{E567D8CD-B980-A20F-200E-FF3098944B9B}"/>
              </a:ext>
            </a:extLst>
          </p:cNvPr>
          <p:cNvSpPr txBox="1"/>
          <p:nvPr>
            <p:custDataLst>
              <p:tags r:id="rId7"/>
            </p:custDataLst>
          </p:nvPr>
        </p:nvSpPr>
        <p:spPr>
          <a:xfrm>
            <a:off x="7147967" y="1660863"/>
            <a:ext cx="4233227" cy="1066643"/>
          </a:xfrm>
          <a:prstGeom prst="rect">
            <a:avLst/>
          </a:prstGeom>
          <a:noFill/>
        </p:spPr>
        <p:txBody>
          <a:bodyPr wrap="square" rtlCol="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spcBef>
                <a:spcPts val="300"/>
              </a:spcBef>
              <a:spcAft>
                <a:spcPts val="300"/>
              </a:spcAft>
            </a:pPr>
            <a:r>
              <a:rPr lang="en-US" altLang="zh-CN" sz="1400">
                <a:solidFill>
                  <a:schemeClr val="bg2"/>
                </a:solidFill>
                <a:latin typeface="微软雅黑" panose="020B0503020204020204" pitchFamily="34" charset="-122"/>
                <a:ea typeface="微软雅黑" panose="020B0503020204020204" pitchFamily="34" charset="-122"/>
              </a:rPr>
              <a:t>马克思主义的实践观具有阶级性、历史性、具体性和创造性等特点。</a:t>
            </a:r>
          </a:p>
        </p:txBody>
      </p:sp>
      <p:sp>
        <p:nvSpPr>
          <p:cNvPr id="14" name="Text6">
            <a:extLst>
              <a:ext uri="{FF2B5EF4-FFF2-40B4-BE49-F238E27FC236}">
                <a16:creationId xmlns:a16="http://schemas.microsoft.com/office/drawing/2014/main" id="{E34C03BA-0F37-08BA-FFA7-C33232E30CAB}"/>
              </a:ext>
            </a:extLst>
          </p:cNvPr>
          <p:cNvSpPr txBox="1"/>
          <p:nvPr>
            <p:custDataLst>
              <p:tags r:id="rId8"/>
            </p:custDataLst>
          </p:nvPr>
        </p:nvSpPr>
        <p:spPr>
          <a:xfrm>
            <a:off x="7147966" y="1153675"/>
            <a:ext cx="4233227" cy="464107"/>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2000" b="1">
                <a:solidFill>
                  <a:schemeClr val="accent1"/>
                </a:solidFill>
                <a:latin typeface="微软雅黑" panose="020B0503020204020204" pitchFamily="34" charset="-122"/>
                <a:ea typeface="微软雅黑" panose="020B0503020204020204" pitchFamily="34" charset="-122"/>
              </a:rPr>
              <a:t>实践观的特点</a:t>
            </a:r>
          </a:p>
        </p:txBody>
      </p:sp>
      <p:sp>
        <p:nvSpPr>
          <p:cNvPr id="15" name="任意多边形: 形状 1">
            <a:extLst>
              <a:ext uri="{FF2B5EF4-FFF2-40B4-BE49-F238E27FC236}">
                <a16:creationId xmlns:a16="http://schemas.microsoft.com/office/drawing/2014/main" id="{86E4DD47-D1B0-7F1D-EDB9-CFABDF6B7CF3}"/>
              </a:ext>
            </a:extLst>
          </p:cNvPr>
          <p:cNvSpPr/>
          <p:nvPr/>
        </p:nvSpPr>
        <p:spPr>
          <a:xfrm>
            <a:off x="3787289" y="3659691"/>
            <a:ext cx="486000" cy="486001"/>
          </a:xfrm>
          <a:custGeom>
            <a:avLst/>
            <a:gdLst>
              <a:gd name="connsiteX0" fmla="*/ 331646 w 486000"/>
              <a:gd name="connsiteY0" fmla="*/ 172820 h 486001"/>
              <a:gd name="connsiteX1" fmla="*/ 342740 w 486000"/>
              <a:gd name="connsiteY1" fmla="*/ 177714 h 486001"/>
              <a:gd name="connsiteX2" fmla="*/ 342740 w 486000"/>
              <a:gd name="connsiteY2" fmla="*/ 199601 h 486001"/>
              <a:gd name="connsiteX3" fmla="*/ 238249 w 486000"/>
              <a:gd name="connsiteY3" fmla="*/ 304232 h 486001"/>
              <a:gd name="connsiteX4" fmla="*/ 218506 w 486000"/>
              <a:gd name="connsiteY4" fmla="*/ 312323 h 486001"/>
              <a:gd name="connsiteX5" fmla="*/ 198812 w 486000"/>
              <a:gd name="connsiteY5" fmla="*/ 304232 h 486001"/>
              <a:gd name="connsiteX6" fmla="*/ 144703 w 486000"/>
              <a:gd name="connsiteY6" fmla="*/ 250369 h 486001"/>
              <a:gd name="connsiteX7" fmla="*/ 145163 w 486000"/>
              <a:gd name="connsiteY7" fmla="*/ 227970 h 486001"/>
              <a:gd name="connsiteX8" fmla="*/ 167053 w 486000"/>
              <a:gd name="connsiteY8" fmla="*/ 227922 h 486001"/>
              <a:gd name="connsiteX9" fmla="*/ 218433 w 486000"/>
              <a:gd name="connsiteY9" fmla="*/ 279104 h 486001"/>
              <a:gd name="connsiteX10" fmla="*/ 320340 w 486000"/>
              <a:gd name="connsiteY10" fmla="*/ 177203 h 486001"/>
              <a:gd name="connsiteX11" fmla="*/ 331646 w 486000"/>
              <a:gd name="connsiteY11" fmla="*/ 172820 h 486001"/>
              <a:gd name="connsiteX12" fmla="*/ 243124 w 486000"/>
              <a:gd name="connsiteY12" fmla="*/ 31749 h 486001"/>
              <a:gd name="connsiteX13" fmla="*/ 190403 w 486000"/>
              <a:gd name="connsiteY13" fmla="*/ 84198 h 486001"/>
              <a:gd name="connsiteX14" fmla="*/ 167882 w 486000"/>
              <a:gd name="connsiteY14" fmla="*/ 93533 h 486001"/>
              <a:gd name="connsiteX15" fmla="*/ 93688 w 486000"/>
              <a:gd name="connsiteY15" fmla="*/ 93606 h 486001"/>
              <a:gd name="connsiteX16" fmla="*/ 93517 w 486000"/>
              <a:gd name="connsiteY16" fmla="*/ 167893 h 486001"/>
              <a:gd name="connsiteX17" fmla="*/ 84182 w 486000"/>
              <a:gd name="connsiteY17" fmla="*/ 190438 h 486001"/>
              <a:gd name="connsiteX18" fmla="*/ 31730 w 486000"/>
              <a:gd name="connsiteY18" fmla="*/ 242887 h 486001"/>
              <a:gd name="connsiteX19" fmla="*/ 84182 w 486000"/>
              <a:gd name="connsiteY19" fmla="*/ 295604 h 486001"/>
              <a:gd name="connsiteX20" fmla="*/ 93517 w 486000"/>
              <a:gd name="connsiteY20" fmla="*/ 318123 h 486001"/>
              <a:gd name="connsiteX21" fmla="*/ 93517 w 486000"/>
              <a:gd name="connsiteY21" fmla="*/ 392313 h 486001"/>
              <a:gd name="connsiteX22" fmla="*/ 167882 w 486000"/>
              <a:gd name="connsiteY22" fmla="*/ 392484 h 486001"/>
              <a:gd name="connsiteX23" fmla="*/ 190403 w 486000"/>
              <a:gd name="connsiteY23" fmla="*/ 401818 h 486001"/>
              <a:gd name="connsiteX24" fmla="*/ 242880 w 486000"/>
              <a:gd name="connsiteY24" fmla="*/ 454267 h 486001"/>
              <a:gd name="connsiteX25" fmla="*/ 295576 w 486000"/>
              <a:gd name="connsiteY25" fmla="*/ 401721 h 486001"/>
              <a:gd name="connsiteX26" fmla="*/ 318122 w 486000"/>
              <a:gd name="connsiteY26" fmla="*/ 392386 h 486001"/>
              <a:gd name="connsiteX27" fmla="*/ 392316 w 486000"/>
              <a:gd name="connsiteY27" fmla="*/ 392386 h 486001"/>
              <a:gd name="connsiteX28" fmla="*/ 392487 w 486000"/>
              <a:gd name="connsiteY28" fmla="*/ 318026 h 486001"/>
              <a:gd name="connsiteX29" fmla="*/ 401822 w 486000"/>
              <a:gd name="connsiteY29" fmla="*/ 295507 h 486001"/>
              <a:gd name="connsiteX30" fmla="*/ 454250 w 486000"/>
              <a:gd name="connsiteY30" fmla="*/ 243130 h 486001"/>
              <a:gd name="connsiteX31" fmla="*/ 401797 w 486000"/>
              <a:gd name="connsiteY31" fmla="*/ 190438 h 486001"/>
              <a:gd name="connsiteX32" fmla="*/ 392462 w 486000"/>
              <a:gd name="connsiteY32" fmla="*/ 167893 h 486001"/>
              <a:gd name="connsiteX33" fmla="*/ 392462 w 486000"/>
              <a:gd name="connsiteY33" fmla="*/ 93703 h 486001"/>
              <a:gd name="connsiteX34" fmla="*/ 318097 w 486000"/>
              <a:gd name="connsiteY34" fmla="*/ 93533 h 486001"/>
              <a:gd name="connsiteX35" fmla="*/ 295552 w 486000"/>
              <a:gd name="connsiteY35" fmla="*/ 84198 h 486001"/>
              <a:gd name="connsiteX36" fmla="*/ 243002 w 486000"/>
              <a:gd name="connsiteY36" fmla="*/ 0 h 486001"/>
              <a:gd name="connsiteX37" fmla="*/ 265523 w 486000"/>
              <a:gd name="connsiteY37" fmla="*/ 9326 h 486001"/>
              <a:gd name="connsiteX38" fmla="*/ 318000 w 486000"/>
              <a:gd name="connsiteY38" fmla="*/ 61775 h 486001"/>
              <a:gd name="connsiteX39" fmla="*/ 392316 w 486000"/>
              <a:gd name="connsiteY39" fmla="*/ 61775 h 486001"/>
              <a:gd name="connsiteX40" fmla="*/ 424173 w 486000"/>
              <a:gd name="connsiteY40" fmla="*/ 93630 h 486001"/>
              <a:gd name="connsiteX41" fmla="*/ 424173 w 486000"/>
              <a:gd name="connsiteY41" fmla="*/ 167820 h 486001"/>
              <a:gd name="connsiteX42" fmla="*/ 476673 w 486000"/>
              <a:gd name="connsiteY42" fmla="*/ 220415 h 486001"/>
              <a:gd name="connsiteX43" fmla="*/ 476673 w 486000"/>
              <a:gd name="connsiteY43" fmla="*/ 265455 h 486001"/>
              <a:gd name="connsiteX44" fmla="*/ 424221 w 486000"/>
              <a:gd name="connsiteY44" fmla="*/ 317929 h 486001"/>
              <a:gd name="connsiteX45" fmla="*/ 424221 w 486000"/>
              <a:gd name="connsiteY45" fmla="*/ 318051 h 486001"/>
              <a:gd name="connsiteX46" fmla="*/ 424221 w 486000"/>
              <a:gd name="connsiteY46" fmla="*/ 392240 h 486001"/>
              <a:gd name="connsiteX47" fmla="*/ 392365 w 486000"/>
              <a:gd name="connsiteY47" fmla="*/ 424094 h 486001"/>
              <a:gd name="connsiteX48" fmla="*/ 318122 w 486000"/>
              <a:gd name="connsiteY48" fmla="*/ 424094 h 486001"/>
              <a:gd name="connsiteX49" fmla="*/ 265523 w 486000"/>
              <a:gd name="connsiteY49" fmla="*/ 476617 h 486001"/>
              <a:gd name="connsiteX50" fmla="*/ 243002 w 486000"/>
              <a:gd name="connsiteY50" fmla="*/ 486001 h 486001"/>
              <a:gd name="connsiteX51" fmla="*/ 220481 w 486000"/>
              <a:gd name="connsiteY51" fmla="*/ 476691 h 486001"/>
              <a:gd name="connsiteX52" fmla="*/ 168004 w 486000"/>
              <a:gd name="connsiteY52" fmla="*/ 424217 h 486001"/>
              <a:gd name="connsiteX53" fmla="*/ 93688 w 486000"/>
              <a:gd name="connsiteY53" fmla="*/ 424217 h 486001"/>
              <a:gd name="connsiteX54" fmla="*/ 61832 w 486000"/>
              <a:gd name="connsiteY54" fmla="*/ 392313 h 486001"/>
              <a:gd name="connsiteX55" fmla="*/ 61832 w 486000"/>
              <a:gd name="connsiteY55" fmla="*/ 318123 h 486001"/>
              <a:gd name="connsiteX56" fmla="*/ 9306 w 486000"/>
              <a:gd name="connsiteY56" fmla="*/ 265528 h 486001"/>
              <a:gd name="connsiteX57" fmla="*/ 9306 w 486000"/>
              <a:gd name="connsiteY57" fmla="*/ 220488 h 486001"/>
              <a:gd name="connsiteX58" fmla="*/ 61832 w 486000"/>
              <a:gd name="connsiteY58" fmla="*/ 168014 h 486001"/>
              <a:gd name="connsiteX59" fmla="*/ 61832 w 486000"/>
              <a:gd name="connsiteY59" fmla="*/ 93703 h 486001"/>
              <a:gd name="connsiteX60" fmla="*/ 93688 w 486000"/>
              <a:gd name="connsiteY60" fmla="*/ 61849 h 486001"/>
              <a:gd name="connsiteX61" fmla="*/ 167882 w 486000"/>
              <a:gd name="connsiteY61" fmla="*/ 61849 h 486001"/>
              <a:gd name="connsiteX62" fmla="*/ 220481 w 486000"/>
              <a:gd name="connsiteY62" fmla="*/ 9326 h 486001"/>
              <a:gd name="connsiteX63" fmla="*/ 243002 w 486000"/>
              <a:gd name="connsiteY63" fmla="*/ 0 h 48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486000" h="486001">
                <a:moveTo>
                  <a:pt x="331646" y="172820"/>
                </a:moveTo>
                <a:cubicBezTo>
                  <a:pt x="335699" y="172912"/>
                  <a:pt x="339717" y="174551"/>
                  <a:pt x="342740" y="177714"/>
                </a:cubicBezTo>
                <a:cubicBezTo>
                  <a:pt x="348590" y="183837"/>
                  <a:pt x="348590" y="193479"/>
                  <a:pt x="342740" y="199601"/>
                </a:cubicBezTo>
                <a:lnTo>
                  <a:pt x="238249" y="304232"/>
                </a:lnTo>
                <a:cubicBezTo>
                  <a:pt x="233004" y="309445"/>
                  <a:pt x="225902" y="312355"/>
                  <a:pt x="218506" y="312323"/>
                </a:cubicBezTo>
                <a:cubicBezTo>
                  <a:pt x="211128" y="312340"/>
                  <a:pt x="204048" y="309431"/>
                  <a:pt x="198812" y="304232"/>
                </a:cubicBezTo>
                <a:lnTo>
                  <a:pt x="144703" y="250369"/>
                </a:lnTo>
                <a:cubicBezTo>
                  <a:pt x="138643" y="244056"/>
                  <a:pt x="138850" y="234027"/>
                  <a:pt x="145163" y="227970"/>
                </a:cubicBezTo>
                <a:cubicBezTo>
                  <a:pt x="151273" y="222104"/>
                  <a:pt x="160916" y="222084"/>
                  <a:pt x="167053" y="227922"/>
                </a:cubicBezTo>
                <a:lnTo>
                  <a:pt x="218433" y="279104"/>
                </a:lnTo>
                <a:lnTo>
                  <a:pt x="320340" y="177203"/>
                </a:lnTo>
                <a:cubicBezTo>
                  <a:pt x="323504" y="174181"/>
                  <a:pt x="327593" y="172727"/>
                  <a:pt x="331646" y="172820"/>
                </a:cubicBezTo>
                <a:close/>
                <a:moveTo>
                  <a:pt x="243124" y="31749"/>
                </a:moveTo>
                <a:lnTo>
                  <a:pt x="190403" y="84198"/>
                </a:lnTo>
                <a:cubicBezTo>
                  <a:pt x="184442" y="90189"/>
                  <a:pt x="176335" y="93550"/>
                  <a:pt x="167882" y="93533"/>
                </a:cubicBezTo>
                <a:lnTo>
                  <a:pt x="93688" y="93606"/>
                </a:lnTo>
                <a:lnTo>
                  <a:pt x="93517" y="167893"/>
                </a:lnTo>
                <a:cubicBezTo>
                  <a:pt x="93539" y="176352"/>
                  <a:pt x="90178" y="184471"/>
                  <a:pt x="84182" y="190438"/>
                </a:cubicBezTo>
                <a:lnTo>
                  <a:pt x="31730" y="242887"/>
                </a:lnTo>
                <a:lnTo>
                  <a:pt x="84182" y="295604"/>
                </a:lnTo>
                <a:cubicBezTo>
                  <a:pt x="90174" y="301565"/>
                  <a:pt x="93535" y="309672"/>
                  <a:pt x="93517" y="318123"/>
                </a:cubicBezTo>
                <a:lnTo>
                  <a:pt x="93517" y="392313"/>
                </a:lnTo>
                <a:lnTo>
                  <a:pt x="167882" y="392484"/>
                </a:lnTo>
                <a:cubicBezTo>
                  <a:pt x="176335" y="392467"/>
                  <a:pt x="184442" y="395828"/>
                  <a:pt x="190403" y="401818"/>
                </a:cubicBezTo>
                <a:lnTo>
                  <a:pt x="242880" y="454267"/>
                </a:lnTo>
                <a:lnTo>
                  <a:pt x="295576" y="401721"/>
                </a:lnTo>
                <a:cubicBezTo>
                  <a:pt x="301543" y="395725"/>
                  <a:pt x="309662" y="392364"/>
                  <a:pt x="318122" y="392386"/>
                </a:cubicBezTo>
                <a:lnTo>
                  <a:pt x="392316" y="392386"/>
                </a:lnTo>
                <a:lnTo>
                  <a:pt x="392487" y="318026"/>
                </a:lnTo>
                <a:cubicBezTo>
                  <a:pt x="392469" y="309574"/>
                  <a:pt x="395831" y="301468"/>
                  <a:pt x="401822" y="295507"/>
                </a:cubicBezTo>
                <a:lnTo>
                  <a:pt x="454250" y="243130"/>
                </a:lnTo>
                <a:lnTo>
                  <a:pt x="401797" y="190438"/>
                </a:lnTo>
                <a:cubicBezTo>
                  <a:pt x="395801" y="184471"/>
                  <a:pt x="392440" y="176352"/>
                  <a:pt x="392462" y="167893"/>
                </a:cubicBezTo>
                <a:lnTo>
                  <a:pt x="392462" y="93703"/>
                </a:lnTo>
                <a:lnTo>
                  <a:pt x="318097" y="93533"/>
                </a:lnTo>
                <a:cubicBezTo>
                  <a:pt x="309637" y="93554"/>
                  <a:pt x="301519" y="90194"/>
                  <a:pt x="295552" y="84198"/>
                </a:cubicBezTo>
                <a:close/>
                <a:moveTo>
                  <a:pt x="243002" y="0"/>
                </a:moveTo>
                <a:cubicBezTo>
                  <a:pt x="251152" y="0"/>
                  <a:pt x="259303" y="3109"/>
                  <a:pt x="265523" y="9326"/>
                </a:cubicBezTo>
                <a:lnTo>
                  <a:pt x="318000" y="61775"/>
                </a:lnTo>
                <a:lnTo>
                  <a:pt x="392316" y="61775"/>
                </a:lnTo>
                <a:cubicBezTo>
                  <a:pt x="409899" y="61802"/>
                  <a:pt x="424146" y="76048"/>
                  <a:pt x="424173" y="93630"/>
                </a:cubicBezTo>
                <a:lnTo>
                  <a:pt x="424173" y="167820"/>
                </a:lnTo>
                <a:lnTo>
                  <a:pt x="476673" y="220415"/>
                </a:lnTo>
                <a:cubicBezTo>
                  <a:pt x="489109" y="232855"/>
                  <a:pt x="489109" y="253015"/>
                  <a:pt x="476673" y="265455"/>
                </a:cubicBezTo>
                <a:lnTo>
                  <a:pt x="424221" y="317929"/>
                </a:lnTo>
                <a:cubicBezTo>
                  <a:pt x="424221" y="317929"/>
                  <a:pt x="424221" y="317929"/>
                  <a:pt x="424221" y="318051"/>
                </a:cubicBezTo>
                <a:lnTo>
                  <a:pt x="424221" y="392240"/>
                </a:lnTo>
                <a:cubicBezTo>
                  <a:pt x="424194" y="409822"/>
                  <a:pt x="409948" y="424068"/>
                  <a:pt x="392365" y="424094"/>
                </a:cubicBezTo>
                <a:lnTo>
                  <a:pt x="318122" y="424094"/>
                </a:lnTo>
                <a:lnTo>
                  <a:pt x="265523" y="476617"/>
                </a:lnTo>
                <a:cubicBezTo>
                  <a:pt x="259569" y="482625"/>
                  <a:pt x="251460" y="486003"/>
                  <a:pt x="243002" y="486001"/>
                </a:cubicBezTo>
                <a:cubicBezTo>
                  <a:pt x="234554" y="486023"/>
                  <a:pt x="226448" y="482671"/>
                  <a:pt x="220481" y="476691"/>
                </a:cubicBezTo>
                <a:lnTo>
                  <a:pt x="168004" y="424217"/>
                </a:lnTo>
                <a:lnTo>
                  <a:pt x="93688" y="424217"/>
                </a:lnTo>
                <a:cubicBezTo>
                  <a:pt x="76080" y="424202"/>
                  <a:pt x="61817" y="409920"/>
                  <a:pt x="61832" y="392313"/>
                </a:cubicBezTo>
                <a:lnTo>
                  <a:pt x="61832" y="318123"/>
                </a:lnTo>
                <a:lnTo>
                  <a:pt x="9306" y="265528"/>
                </a:lnTo>
                <a:cubicBezTo>
                  <a:pt x="-3103" y="253079"/>
                  <a:pt x="-3103" y="232937"/>
                  <a:pt x="9306" y="220488"/>
                </a:cubicBezTo>
                <a:lnTo>
                  <a:pt x="61832" y="168014"/>
                </a:lnTo>
                <a:lnTo>
                  <a:pt x="61832" y="93703"/>
                </a:lnTo>
                <a:cubicBezTo>
                  <a:pt x="61858" y="76121"/>
                  <a:pt x="76105" y="61876"/>
                  <a:pt x="93688" y="61849"/>
                </a:cubicBezTo>
                <a:lnTo>
                  <a:pt x="167882" y="61849"/>
                </a:lnTo>
                <a:lnTo>
                  <a:pt x="220481" y="9326"/>
                </a:lnTo>
                <a:cubicBezTo>
                  <a:pt x="226701" y="3109"/>
                  <a:pt x="234851" y="0"/>
                  <a:pt x="243002" y="0"/>
                </a:cubicBezTo>
                <a:close/>
              </a:path>
            </a:pathLst>
          </a:custGeom>
          <a:solidFill>
            <a:schemeClr val="accent1"/>
          </a:solidFill>
          <a:ln w="3083" cap="flat">
            <a:noFill/>
            <a:prstDash val="solid"/>
            <a:miter/>
          </a:ln>
        </p:spPr>
        <p:txBody>
          <a:bodyPr wrap="square"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2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117255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reeform: Shape 25"/>
          <p:cNvSpPr/>
          <p:nvPr>
            <p:custDataLst>
              <p:tags r:id="rId1"/>
            </p:custDataLst>
          </p:nvPr>
        </p:nvSpPr>
        <p:spPr>
          <a:xfrm flipH="1">
            <a:off x="11556317" y="201937"/>
            <a:ext cx="339090" cy="340360"/>
          </a:xfrm>
          <a:custGeom>
            <a:avLst/>
            <a:gdLst>
              <a:gd name="connsiteX0" fmla="*/ 316376 w 718878"/>
              <a:gd name="connsiteY0" fmla="*/ 634637 h 719819"/>
              <a:gd name="connsiteX1" fmla="*/ 401558 w 718878"/>
              <a:gd name="connsiteY1" fmla="*/ 634637 h 719819"/>
              <a:gd name="connsiteX2" fmla="*/ 401558 w 718878"/>
              <a:gd name="connsiteY2" fmla="*/ 719819 h 719819"/>
              <a:gd name="connsiteX3" fmla="*/ 316376 w 718878"/>
              <a:gd name="connsiteY3" fmla="*/ 719819 h 719819"/>
              <a:gd name="connsiteX4" fmla="*/ 632753 w 718878"/>
              <a:gd name="connsiteY4" fmla="*/ 634636 h 719819"/>
              <a:gd name="connsiteX5" fmla="*/ 717935 w 718878"/>
              <a:gd name="connsiteY5" fmla="*/ 634636 h 719819"/>
              <a:gd name="connsiteX6" fmla="*/ 717935 w 718878"/>
              <a:gd name="connsiteY6" fmla="*/ 719818 h 719819"/>
              <a:gd name="connsiteX7" fmla="*/ 632753 w 718878"/>
              <a:gd name="connsiteY7" fmla="*/ 719818 h 719819"/>
              <a:gd name="connsiteX8" fmla="*/ 0 w 718878"/>
              <a:gd name="connsiteY8" fmla="*/ 634636 h 719819"/>
              <a:gd name="connsiteX9" fmla="*/ 85182 w 718878"/>
              <a:gd name="connsiteY9" fmla="*/ 634636 h 719819"/>
              <a:gd name="connsiteX10" fmla="*/ 85182 w 718878"/>
              <a:gd name="connsiteY10" fmla="*/ 719818 h 719819"/>
              <a:gd name="connsiteX11" fmla="*/ 0 w 718878"/>
              <a:gd name="connsiteY11" fmla="*/ 719818 h 719819"/>
              <a:gd name="connsiteX12" fmla="*/ 632756 w 718878"/>
              <a:gd name="connsiteY12" fmla="*/ 317318 h 719819"/>
              <a:gd name="connsiteX13" fmla="*/ 717938 w 718878"/>
              <a:gd name="connsiteY13" fmla="*/ 317318 h 719819"/>
              <a:gd name="connsiteX14" fmla="*/ 717938 w 718878"/>
              <a:gd name="connsiteY14" fmla="*/ 402500 h 719819"/>
              <a:gd name="connsiteX15" fmla="*/ 632756 w 718878"/>
              <a:gd name="connsiteY15" fmla="*/ 402500 h 719819"/>
              <a:gd name="connsiteX16" fmla="*/ 316378 w 718878"/>
              <a:gd name="connsiteY16" fmla="*/ 317318 h 719819"/>
              <a:gd name="connsiteX17" fmla="*/ 401560 w 718878"/>
              <a:gd name="connsiteY17" fmla="*/ 317318 h 719819"/>
              <a:gd name="connsiteX18" fmla="*/ 401560 w 718878"/>
              <a:gd name="connsiteY18" fmla="*/ 402500 h 719819"/>
              <a:gd name="connsiteX19" fmla="*/ 316378 w 718878"/>
              <a:gd name="connsiteY19" fmla="*/ 402500 h 719819"/>
              <a:gd name="connsiteX20" fmla="*/ 0 w 718878"/>
              <a:gd name="connsiteY20" fmla="*/ 317318 h 719819"/>
              <a:gd name="connsiteX21" fmla="*/ 85182 w 718878"/>
              <a:gd name="connsiteY21" fmla="*/ 317318 h 719819"/>
              <a:gd name="connsiteX22" fmla="*/ 85182 w 718878"/>
              <a:gd name="connsiteY22" fmla="*/ 402500 h 719819"/>
              <a:gd name="connsiteX23" fmla="*/ 0 w 718878"/>
              <a:gd name="connsiteY23" fmla="*/ 402500 h 719819"/>
              <a:gd name="connsiteX24" fmla="*/ 633696 w 718878"/>
              <a:gd name="connsiteY24" fmla="*/ 0 h 719819"/>
              <a:gd name="connsiteX25" fmla="*/ 718878 w 718878"/>
              <a:gd name="connsiteY25" fmla="*/ 0 h 719819"/>
              <a:gd name="connsiteX26" fmla="*/ 718878 w 718878"/>
              <a:gd name="connsiteY26" fmla="*/ 85182 h 719819"/>
              <a:gd name="connsiteX27" fmla="*/ 633696 w 718878"/>
              <a:gd name="connsiteY27" fmla="*/ 85182 h 719819"/>
              <a:gd name="connsiteX28" fmla="*/ 316378 w 718878"/>
              <a:gd name="connsiteY28" fmla="*/ 0 h 719819"/>
              <a:gd name="connsiteX29" fmla="*/ 401560 w 718878"/>
              <a:gd name="connsiteY29" fmla="*/ 0 h 719819"/>
              <a:gd name="connsiteX30" fmla="*/ 401560 w 718878"/>
              <a:gd name="connsiteY30" fmla="*/ 85182 h 719819"/>
              <a:gd name="connsiteX31" fmla="*/ 316378 w 718878"/>
              <a:gd name="connsiteY31" fmla="*/ 85182 h 719819"/>
              <a:gd name="connsiteX32" fmla="*/ 0 w 718878"/>
              <a:gd name="connsiteY32" fmla="*/ 0 h 719819"/>
              <a:gd name="connsiteX33" fmla="*/ 85182 w 718878"/>
              <a:gd name="connsiteY33" fmla="*/ 0 h 719819"/>
              <a:gd name="connsiteX34" fmla="*/ 85182 w 718878"/>
              <a:gd name="connsiteY34" fmla="*/ 85182 h 719819"/>
              <a:gd name="connsiteX35" fmla="*/ 0 w 718878"/>
              <a:gd name="connsiteY35" fmla="*/ 85182 h 71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718878" h="719819">
                <a:moveTo>
                  <a:pt x="316376" y="634637"/>
                </a:moveTo>
                <a:lnTo>
                  <a:pt x="401558" y="634637"/>
                </a:lnTo>
                <a:lnTo>
                  <a:pt x="401558" y="719819"/>
                </a:lnTo>
                <a:lnTo>
                  <a:pt x="316376" y="719819"/>
                </a:lnTo>
                <a:close/>
                <a:moveTo>
                  <a:pt x="632753" y="634636"/>
                </a:moveTo>
                <a:lnTo>
                  <a:pt x="717935" y="634636"/>
                </a:lnTo>
                <a:lnTo>
                  <a:pt x="717935" y="719818"/>
                </a:lnTo>
                <a:lnTo>
                  <a:pt x="632753" y="719818"/>
                </a:lnTo>
                <a:close/>
                <a:moveTo>
                  <a:pt x="0" y="634636"/>
                </a:moveTo>
                <a:lnTo>
                  <a:pt x="85182" y="634636"/>
                </a:lnTo>
                <a:lnTo>
                  <a:pt x="85182" y="719818"/>
                </a:lnTo>
                <a:lnTo>
                  <a:pt x="0" y="719818"/>
                </a:lnTo>
                <a:close/>
                <a:moveTo>
                  <a:pt x="632756" y="317318"/>
                </a:moveTo>
                <a:lnTo>
                  <a:pt x="717938" y="317318"/>
                </a:lnTo>
                <a:lnTo>
                  <a:pt x="717938" y="402500"/>
                </a:lnTo>
                <a:lnTo>
                  <a:pt x="632756" y="402500"/>
                </a:lnTo>
                <a:close/>
                <a:moveTo>
                  <a:pt x="316378" y="317318"/>
                </a:moveTo>
                <a:lnTo>
                  <a:pt x="401560" y="317318"/>
                </a:lnTo>
                <a:lnTo>
                  <a:pt x="401560" y="402500"/>
                </a:lnTo>
                <a:lnTo>
                  <a:pt x="316378" y="402500"/>
                </a:lnTo>
                <a:close/>
                <a:moveTo>
                  <a:pt x="0" y="317318"/>
                </a:moveTo>
                <a:lnTo>
                  <a:pt x="85182" y="317318"/>
                </a:lnTo>
                <a:lnTo>
                  <a:pt x="85182" y="402500"/>
                </a:lnTo>
                <a:lnTo>
                  <a:pt x="0" y="402500"/>
                </a:lnTo>
                <a:close/>
                <a:moveTo>
                  <a:pt x="633696" y="0"/>
                </a:moveTo>
                <a:lnTo>
                  <a:pt x="718878" y="0"/>
                </a:lnTo>
                <a:lnTo>
                  <a:pt x="718878" y="85182"/>
                </a:lnTo>
                <a:lnTo>
                  <a:pt x="633696" y="85182"/>
                </a:lnTo>
                <a:close/>
                <a:moveTo>
                  <a:pt x="316378" y="0"/>
                </a:moveTo>
                <a:lnTo>
                  <a:pt x="401560" y="0"/>
                </a:lnTo>
                <a:lnTo>
                  <a:pt x="401560" y="85182"/>
                </a:lnTo>
                <a:lnTo>
                  <a:pt x="316378" y="85182"/>
                </a:lnTo>
                <a:close/>
                <a:moveTo>
                  <a:pt x="0" y="0"/>
                </a:moveTo>
                <a:lnTo>
                  <a:pt x="85182" y="0"/>
                </a:lnTo>
                <a:lnTo>
                  <a:pt x="85182" y="85182"/>
                </a:lnTo>
                <a:lnTo>
                  <a:pt x="0" y="8518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15" name="任意多边形: 形状 7"/>
          <p:cNvSpPr/>
          <p:nvPr/>
        </p:nvSpPr>
        <p:spPr>
          <a:xfrm>
            <a:off x="1" y="0"/>
            <a:ext cx="2979367" cy="3559078"/>
          </a:xfrm>
          <a:custGeom>
            <a:avLst/>
            <a:gdLst>
              <a:gd name="connsiteX0" fmla="*/ 0 w 2979367"/>
              <a:gd name="connsiteY0" fmla="*/ 0 h 3559078"/>
              <a:gd name="connsiteX1" fmla="*/ 2679715 w 2979367"/>
              <a:gd name="connsiteY1" fmla="*/ 0 h 3559078"/>
              <a:gd name="connsiteX2" fmla="*/ 2824001 w 2979367"/>
              <a:gd name="connsiteY2" fmla="*/ 122568 h 3559078"/>
              <a:gd name="connsiteX3" fmla="*/ 2968557 w 2979367"/>
              <a:gd name="connsiteY3" fmla="*/ 574292 h 3559078"/>
              <a:gd name="connsiteX4" fmla="*/ 279011 w 2979367"/>
              <a:gd name="connsiteY4" fmla="*/ 3536622 h 3559078"/>
              <a:gd name="connsiteX5" fmla="*/ 33447 w 2979367"/>
              <a:gd name="connsiteY5" fmla="*/ 3548095 h 3559078"/>
              <a:gd name="connsiteX6" fmla="*/ 0 w 2979367"/>
              <a:gd name="connsiteY6" fmla="*/ 3538461 h 355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9367" h="3559078">
                <a:moveTo>
                  <a:pt x="0" y="0"/>
                </a:moveTo>
                <a:lnTo>
                  <a:pt x="2679715" y="0"/>
                </a:lnTo>
                <a:lnTo>
                  <a:pt x="2824001" y="122568"/>
                </a:lnTo>
                <a:cubicBezTo>
                  <a:pt x="2949396" y="236505"/>
                  <a:pt x="3004509" y="408724"/>
                  <a:pt x="2968557" y="574292"/>
                </a:cubicBezTo>
                <a:cubicBezTo>
                  <a:pt x="2665793" y="1971407"/>
                  <a:pt x="1640455" y="3100719"/>
                  <a:pt x="279011" y="3536622"/>
                </a:cubicBezTo>
                <a:cubicBezTo>
                  <a:pt x="198182" y="3562422"/>
                  <a:pt x="113541" y="3565635"/>
                  <a:pt x="33447" y="3548095"/>
                </a:cubicBezTo>
                <a:lnTo>
                  <a:pt x="0" y="3538461"/>
                </a:lnTo>
                <a:close/>
              </a:path>
            </a:pathLst>
          </a:cu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任意多边形: 形状 6"/>
          <p:cNvSpPr/>
          <p:nvPr/>
        </p:nvSpPr>
        <p:spPr>
          <a:xfrm>
            <a:off x="6164111" y="1146706"/>
            <a:ext cx="6027890" cy="5711294"/>
          </a:xfrm>
          <a:custGeom>
            <a:avLst/>
            <a:gdLst>
              <a:gd name="connsiteX0" fmla="*/ 5923419 w 6027890"/>
              <a:gd name="connsiteY0" fmla="*/ 718 h 5711294"/>
              <a:gd name="connsiteX1" fmla="*/ 6027890 w 6027890"/>
              <a:gd name="connsiteY1" fmla="*/ 11969 h 5711294"/>
              <a:gd name="connsiteX2" fmla="*/ 6027890 w 6027890"/>
              <a:gd name="connsiteY2" fmla="*/ 5711294 h 5711294"/>
              <a:gd name="connsiteX3" fmla="*/ 842952 w 6027890"/>
              <a:gd name="connsiteY3" fmla="*/ 5711294 h 5711294"/>
              <a:gd name="connsiteX4" fmla="*/ 738762 w 6027890"/>
              <a:gd name="connsiteY4" fmla="*/ 5606065 h 5711294"/>
              <a:gd name="connsiteX5" fmla="*/ 151883 w 6027890"/>
              <a:gd name="connsiteY5" fmla="*/ 4881924 h 5711294"/>
              <a:gd name="connsiteX6" fmla="*/ 77560 w 6027890"/>
              <a:gd name="connsiteY6" fmla="*/ 4052002 h 5711294"/>
              <a:gd name="connsiteX7" fmla="*/ 5812959 w 6027890"/>
              <a:gd name="connsiteY7" fmla="*/ 3468 h 5711294"/>
              <a:gd name="connsiteX8" fmla="*/ 5923419 w 6027890"/>
              <a:gd name="connsiteY8" fmla="*/ 718 h 571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27890" h="5711294">
                <a:moveTo>
                  <a:pt x="5923419" y="718"/>
                </a:moveTo>
                <a:lnTo>
                  <a:pt x="6027890" y="11969"/>
                </a:lnTo>
                <a:lnTo>
                  <a:pt x="6027890" y="5711294"/>
                </a:lnTo>
                <a:lnTo>
                  <a:pt x="842952" y="5711294"/>
                </a:lnTo>
                <a:lnTo>
                  <a:pt x="738762" y="5606065"/>
                </a:lnTo>
                <a:cubicBezTo>
                  <a:pt x="528959" y="5379733"/>
                  <a:pt x="332737" y="5138078"/>
                  <a:pt x="151883" y="4881924"/>
                </a:cubicBezTo>
                <a:cubicBezTo>
                  <a:pt x="-19648" y="4638515"/>
                  <a:pt x="-47981" y="4321990"/>
                  <a:pt x="77560" y="4052002"/>
                </a:cubicBezTo>
                <a:cubicBezTo>
                  <a:pt x="1128982" y="1774938"/>
                  <a:pt x="3315249" y="231657"/>
                  <a:pt x="5812959" y="3468"/>
                </a:cubicBezTo>
                <a:cubicBezTo>
                  <a:pt x="5849976" y="81"/>
                  <a:pt x="5886867" y="-802"/>
                  <a:pt x="5923419" y="718"/>
                </a:cubicBezTo>
                <a:close/>
              </a:path>
            </a:pathLst>
          </a:cu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Text1"/>
          <p:cNvSpPr txBox="1"/>
          <p:nvPr>
            <p:custDataLst>
              <p:tags r:id="rId2"/>
            </p:custDataLst>
          </p:nvPr>
        </p:nvSpPr>
        <p:spPr>
          <a:xfrm>
            <a:off x="440881" y="356931"/>
            <a:ext cx="5878181" cy="1316910"/>
          </a:xfrm>
          <a:prstGeom prst="rect">
            <a:avLst/>
          </a:prstGeom>
          <a:noFill/>
        </p:spPr>
        <p:txBody>
          <a:bodyPr wrap="square" rtlCol="0" anchor="b"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ct val="0"/>
              </a:spcBef>
              <a:spcAft>
                <a:spcPct val="0"/>
              </a:spcAft>
              <a:buClrTx/>
              <a:buSzTx/>
              <a:buFontTx/>
              <a:buNone/>
              <a:defRPr/>
            </a:pPr>
            <a:r>
              <a:rPr lang="en-US" altLang="zh-CN"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马克思主义的实践观在认识和改造中的指导意义</a:t>
            </a:r>
          </a:p>
        </p:txBody>
      </p:sp>
      <p:sp>
        <p:nvSpPr>
          <p:cNvPr id="4" name="Text2"/>
          <p:cNvSpPr txBox="1"/>
          <p:nvPr>
            <p:custDataLst>
              <p:tags r:id="rId3"/>
            </p:custDataLst>
          </p:nvPr>
        </p:nvSpPr>
        <p:spPr>
          <a:xfrm>
            <a:off x="441379" y="1853954"/>
            <a:ext cx="5885760" cy="4581247"/>
          </a:xfrm>
          <a:prstGeom prst="rect">
            <a:avLst/>
          </a:prstGeom>
          <a:noFill/>
          <a:ln>
            <a:noFill/>
          </a:ln>
        </p:spPr>
        <p:txBody>
          <a:bodyPr spcFirstLastPara="1" wrap="square" lIns="60950" tIns="30466" rIns="60950" bIns="30466"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50000"/>
              </a:lnSpc>
              <a:spcBef>
                <a:spcPts val="300"/>
              </a:spcBef>
              <a:spcAft>
                <a:spcPts val="300"/>
              </a:spcAft>
              <a:buClrTx/>
              <a:buSzTx/>
              <a:buFontTx/>
              <a:buNone/>
              <a:defRPr/>
            </a:pPr>
            <a:r>
              <a:rPr kumimoji="0" lang="zh-CN" altLang="en-US" sz="1400" b="0"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实践观是马克思主义的核心</a:t>
            </a:r>
          </a:p>
          <a:p>
            <a:pPr marL="0" marR="0" lvl="0" indent="0" algn="just" defTabSz="914400" rtl="0" eaLnBrk="1" fontAlgn="auto" latinLnBrk="0" hangingPunct="1">
              <a:lnSpc>
                <a:spcPct val="150000"/>
              </a:lnSpc>
              <a:spcBef>
                <a:spcPts val="300"/>
              </a:spcBef>
              <a:spcAft>
                <a:spcPts val="30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马克思主义认为，认识和改造世界是一个实践的过程。实践观是马克思主义的核心观点之一，强调实践的重要性和指导意义。</a:t>
            </a:r>
          </a:p>
          <a:p>
            <a:pPr marL="0" marR="0" lvl="0" indent="0" algn="just" defTabSz="914400" rtl="0" eaLnBrk="1" fontAlgn="auto" latinLnBrk="0" hangingPunct="1">
              <a:lnSpc>
                <a:spcPct val="150000"/>
              </a:lnSpc>
              <a:spcBef>
                <a:spcPts val="300"/>
              </a:spcBef>
              <a:spcAft>
                <a:spcPts val="300"/>
              </a:spcAft>
              <a:buClrTx/>
              <a:buSzTx/>
              <a:buFontTx/>
              <a:buNone/>
              <a:defRPr/>
            </a:pPr>
            <a:r>
              <a:rPr kumimoji="0" lang="zh-CN" altLang="en-US" sz="1400" b="0"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实践观有助于认识和改造世界</a:t>
            </a:r>
          </a:p>
          <a:p>
            <a:pPr marL="0" marR="0" lvl="0" indent="0" algn="just" defTabSz="914400" rtl="0" eaLnBrk="1" fontAlgn="auto" latinLnBrk="0" hangingPunct="1">
              <a:lnSpc>
                <a:spcPct val="150000"/>
              </a:lnSpc>
              <a:spcBef>
                <a:spcPts val="300"/>
              </a:spcBef>
              <a:spcAft>
                <a:spcPts val="30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马克思主义的实践观强调实践的重要性，认为只有通过实践才能认识和改造世界。实践观为人们提供了认识和改造世界的方法和途径。</a:t>
            </a:r>
          </a:p>
          <a:p>
            <a:pPr marL="0" marR="0" lvl="0" indent="0" algn="just" defTabSz="914400" rtl="0" eaLnBrk="1" fontAlgn="auto" latinLnBrk="0" hangingPunct="1">
              <a:lnSpc>
                <a:spcPct val="150000"/>
              </a:lnSpc>
              <a:spcBef>
                <a:spcPts val="300"/>
              </a:spcBef>
              <a:spcAft>
                <a:spcPts val="300"/>
              </a:spcAft>
              <a:buClrTx/>
              <a:buSzTx/>
              <a:buFontTx/>
              <a:buNone/>
              <a:defRPr/>
            </a:pPr>
            <a:r>
              <a:rPr kumimoji="0" lang="zh-CN" altLang="en-US" sz="1400" b="0"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实践观有助于解决现实问题</a:t>
            </a:r>
          </a:p>
          <a:p>
            <a:pPr marL="0" marR="0" lvl="0" indent="0" algn="just" defTabSz="914400" rtl="0" eaLnBrk="1" fontAlgn="auto" latinLnBrk="0" hangingPunct="1">
              <a:lnSpc>
                <a:spcPct val="150000"/>
              </a:lnSpc>
              <a:spcBef>
                <a:spcPts val="300"/>
              </a:spcBef>
              <a:spcAft>
                <a:spcPts val="30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马克思主义的实践观强调实践的重要性，认为实践是解决现实问题的关键。实践观为人们提供了解决现实问题的方法和途径。</a:t>
            </a:r>
          </a:p>
          <a:p>
            <a:pPr marL="0" marR="0" lvl="0" indent="0" algn="just" defTabSz="914400" rtl="0" eaLnBrk="1" fontAlgn="auto" latinLnBrk="0" hangingPunct="1">
              <a:lnSpc>
                <a:spcPct val="150000"/>
              </a:lnSpc>
              <a:spcBef>
                <a:spcPts val="300"/>
              </a:spcBef>
              <a:spcAft>
                <a:spcPts val="300"/>
              </a:spcAft>
              <a:buClrTx/>
              <a:buSzTx/>
              <a:buFontTx/>
              <a:buNone/>
              <a:defRPr/>
            </a:pPr>
            <a:r>
              <a:rPr kumimoji="0" lang="zh-CN" altLang="en-US" sz="1400" b="0" i="0" u="none" strike="noStrike" kern="1200" cap="none" spc="0" normalizeH="0" baseline="0" noProof="0">
                <a:ln>
                  <a:noFill/>
                </a:ln>
                <a:solidFill>
                  <a:schemeClr val="accent1"/>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实践观有助于推动社会进步</a:t>
            </a:r>
          </a:p>
          <a:p>
            <a:pPr marL="0" marR="0" lvl="0" indent="0" algn="just" defTabSz="914400" rtl="0" eaLnBrk="1" fontAlgn="auto" latinLnBrk="0" hangingPunct="1">
              <a:lnSpc>
                <a:spcPct val="150000"/>
              </a:lnSpc>
              <a:spcBef>
                <a:spcPts val="300"/>
              </a:spcBef>
              <a:spcAft>
                <a:spcPts val="300"/>
              </a:spcAft>
              <a:buClrTx/>
              <a:buSzTx/>
              <a:buFontTx/>
              <a:buNone/>
              <a:defRPr/>
            </a:pP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马克思主义的实践观强调实践的重要性，认为实践是推动社会进步的动力。实践观为人们提供了推动社会进步的方法和途径。</a:t>
            </a:r>
          </a:p>
        </p:txBody>
      </p:sp>
    </p:spTree>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40259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panose="020F0502020204030204"/>
                <a:ea typeface="+mn-ea"/>
                <a:cs typeface="+mn-cs"/>
              </a:defRPr>
            </a:lvl1pPr>
            <a:lvl2pPr marL="457200" algn="l" defTabSz="914400" rtl="0" eaLnBrk="1" latinLnBrk="0" hangingPunct="1">
              <a:defRPr sz="1800" kern="1200">
                <a:solidFill>
                  <a:srgbClr val="FFFFFF"/>
                </a:solidFill>
                <a:latin typeface="Calibri" panose="020F0502020204030204"/>
                <a:ea typeface="+mn-ea"/>
                <a:cs typeface="+mn-cs"/>
              </a:defRPr>
            </a:lvl2pPr>
            <a:lvl3pPr marL="914400" algn="l" defTabSz="914400" rtl="0" eaLnBrk="1" latinLnBrk="0" hangingPunct="1">
              <a:defRPr sz="1800" kern="1200">
                <a:solidFill>
                  <a:srgbClr val="FFFFFF"/>
                </a:solidFill>
                <a:latin typeface="Calibri" panose="020F0502020204030204"/>
                <a:ea typeface="+mn-ea"/>
                <a:cs typeface="+mn-cs"/>
              </a:defRPr>
            </a:lvl3pPr>
            <a:lvl4pPr marL="1371600" algn="l" defTabSz="914400" rtl="0" eaLnBrk="1" latinLnBrk="0" hangingPunct="1">
              <a:defRPr sz="1800" kern="1200">
                <a:solidFill>
                  <a:srgbClr val="FFFFFF"/>
                </a:solidFill>
                <a:latin typeface="Calibri" panose="020F0502020204030204"/>
                <a:ea typeface="+mn-ea"/>
                <a:cs typeface="+mn-cs"/>
              </a:defRPr>
            </a:lvl4pPr>
            <a:lvl5pPr marL="1828800" algn="l" defTabSz="914400" rtl="0" eaLnBrk="1" latinLnBrk="0" hangingPunct="1">
              <a:defRPr sz="1800" kern="1200">
                <a:solidFill>
                  <a:srgbClr val="FFFFFF"/>
                </a:solidFill>
                <a:latin typeface="Calibri" panose="020F0502020204030204"/>
                <a:ea typeface="+mn-ea"/>
                <a:cs typeface="+mn-cs"/>
              </a:defRPr>
            </a:lvl5pPr>
            <a:lvl6pPr marL="2286000" algn="l" defTabSz="914400" rtl="0" eaLnBrk="1" latinLnBrk="0" hangingPunct="1">
              <a:defRPr sz="1800" kern="1200">
                <a:solidFill>
                  <a:srgbClr val="FFFFFF"/>
                </a:solidFill>
                <a:latin typeface="Calibri" panose="020F0502020204030204"/>
                <a:ea typeface="+mn-ea"/>
                <a:cs typeface="+mn-cs"/>
              </a:defRPr>
            </a:lvl6pPr>
            <a:lvl7pPr marL="2743200" algn="l" defTabSz="914400" rtl="0" eaLnBrk="1" latinLnBrk="0" hangingPunct="1">
              <a:defRPr sz="1800" kern="1200">
                <a:solidFill>
                  <a:srgbClr val="FFFFFF"/>
                </a:solidFill>
                <a:latin typeface="Calibri" panose="020F0502020204030204"/>
                <a:ea typeface="+mn-ea"/>
                <a:cs typeface="+mn-cs"/>
              </a:defRPr>
            </a:lvl7pPr>
            <a:lvl8pPr marL="3200400" algn="l" defTabSz="914400" rtl="0" eaLnBrk="1" latinLnBrk="0" hangingPunct="1">
              <a:defRPr sz="1800" kern="1200">
                <a:solidFill>
                  <a:srgbClr val="FFFFFF"/>
                </a:solidFill>
                <a:latin typeface="Calibri" panose="020F0502020204030204"/>
                <a:ea typeface="+mn-ea"/>
                <a:cs typeface="+mn-cs"/>
              </a:defRPr>
            </a:lvl8pPr>
            <a:lvl9pPr marL="3657600" algn="l" defTabSz="914400" rtl="0" eaLnBrk="1" latinLnBrk="0" hangingPunct="1">
              <a:defRPr sz="1800" kern="1200">
                <a:solidFill>
                  <a:srgbClr val="FFFFFF"/>
                </a:solidFill>
                <a:latin typeface="Calibri" panose="020F0502020204030204"/>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Arial"/>
            </a:endParaRPr>
          </a:p>
        </p:txBody>
      </p:sp>
      <p:sp>
        <p:nvSpPr>
          <p:cNvPr id="5" name="圆: 空心 4"/>
          <p:cNvSpPr/>
          <p:nvPr/>
        </p:nvSpPr>
        <p:spPr>
          <a:xfrm rot="14249952">
            <a:off x="-5259162" y="-1140007"/>
            <a:ext cx="9307710" cy="9307710"/>
          </a:xfrm>
          <a:prstGeom prst="donut">
            <a:avLst>
              <a:gd name="adj" fmla="val 27538"/>
            </a:avLst>
          </a:prstGeom>
          <a:gradFill>
            <a:gsLst>
              <a:gs pos="0">
                <a:schemeClr val="accent1">
                  <a:lumMod val="20000"/>
                  <a:lumOff val="80000"/>
                </a:schemeClr>
              </a:gs>
              <a:gs pos="7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panose="020F0502020204030204"/>
                <a:ea typeface="+mn-ea"/>
                <a:cs typeface="+mn-cs"/>
              </a:defRPr>
            </a:lvl1pPr>
            <a:lvl2pPr marL="457200" algn="l" defTabSz="914400" rtl="0" eaLnBrk="1" latinLnBrk="0" hangingPunct="1">
              <a:defRPr sz="1800" kern="1200">
                <a:solidFill>
                  <a:srgbClr val="FFFFFF"/>
                </a:solidFill>
                <a:latin typeface="Calibri" panose="020F0502020204030204"/>
                <a:ea typeface="+mn-ea"/>
                <a:cs typeface="+mn-cs"/>
              </a:defRPr>
            </a:lvl2pPr>
            <a:lvl3pPr marL="914400" algn="l" defTabSz="914400" rtl="0" eaLnBrk="1" latinLnBrk="0" hangingPunct="1">
              <a:defRPr sz="1800" kern="1200">
                <a:solidFill>
                  <a:srgbClr val="FFFFFF"/>
                </a:solidFill>
                <a:latin typeface="Calibri" panose="020F0502020204030204"/>
                <a:ea typeface="+mn-ea"/>
                <a:cs typeface="+mn-cs"/>
              </a:defRPr>
            </a:lvl3pPr>
            <a:lvl4pPr marL="1371600" algn="l" defTabSz="914400" rtl="0" eaLnBrk="1" latinLnBrk="0" hangingPunct="1">
              <a:defRPr sz="1800" kern="1200">
                <a:solidFill>
                  <a:srgbClr val="FFFFFF"/>
                </a:solidFill>
                <a:latin typeface="Calibri" panose="020F0502020204030204"/>
                <a:ea typeface="+mn-ea"/>
                <a:cs typeface="+mn-cs"/>
              </a:defRPr>
            </a:lvl4pPr>
            <a:lvl5pPr marL="1828800" algn="l" defTabSz="914400" rtl="0" eaLnBrk="1" latinLnBrk="0" hangingPunct="1">
              <a:defRPr sz="1800" kern="1200">
                <a:solidFill>
                  <a:srgbClr val="FFFFFF"/>
                </a:solidFill>
                <a:latin typeface="Calibri" panose="020F0502020204030204"/>
                <a:ea typeface="+mn-ea"/>
                <a:cs typeface="+mn-cs"/>
              </a:defRPr>
            </a:lvl5pPr>
            <a:lvl6pPr marL="2286000" algn="l" defTabSz="914400" rtl="0" eaLnBrk="1" latinLnBrk="0" hangingPunct="1">
              <a:defRPr sz="1800" kern="1200">
                <a:solidFill>
                  <a:srgbClr val="FFFFFF"/>
                </a:solidFill>
                <a:latin typeface="Calibri" panose="020F0502020204030204"/>
                <a:ea typeface="+mn-ea"/>
                <a:cs typeface="+mn-cs"/>
              </a:defRPr>
            </a:lvl6pPr>
            <a:lvl7pPr marL="2743200" algn="l" defTabSz="914400" rtl="0" eaLnBrk="1" latinLnBrk="0" hangingPunct="1">
              <a:defRPr sz="1800" kern="1200">
                <a:solidFill>
                  <a:srgbClr val="FFFFFF"/>
                </a:solidFill>
                <a:latin typeface="Calibri" panose="020F0502020204030204"/>
                <a:ea typeface="+mn-ea"/>
                <a:cs typeface="+mn-cs"/>
              </a:defRPr>
            </a:lvl7pPr>
            <a:lvl8pPr marL="3200400" algn="l" defTabSz="914400" rtl="0" eaLnBrk="1" latinLnBrk="0" hangingPunct="1">
              <a:defRPr sz="1800" kern="1200">
                <a:solidFill>
                  <a:srgbClr val="FFFFFF"/>
                </a:solidFill>
                <a:latin typeface="Calibri" panose="020F0502020204030204"/>
                <a:ea typeface="+mn-ea"/>
                <a:cs typeface="+mn-cs"/>
              </a:defRPr>
            </a:lvl8pPr>
            <a:lvl9pPr marL="3657600" algn="l" defTabSz="914400" rtl="0" eaLnBrk="1" latinLnBrk="0" hangingPunct="1">
              <a:defRPr sz="1800" kern="1200">
                <a:solidFill>
                  <a:srgbClr val="FFFFFF"/>
                </a:solidFill>
                <a:latin typeface="Calibri" panose="020F0502020204030204"/>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Arial"/>
            </a:endParaRPr>
          </a:p>
        </p:txBody>
      </p:sp>
      <p:grpSp>
        <p:nvGrpSpPr>
          <p:cNvPr id="8" name="Text20">
            <a:extLst>
              <a:ext uri="{FF2B5EF4-FFF2-40B4-BE49-F238E27FC236}">
                <a16:creationId xmlns:a16="http://schemas.microsoft.com/office/drawing/2014/main" id="{40905486-1D9E-5E52-A295-BE0AEE9DA898}"/>
              </a:ext>
            </a:extLst>
          </p:cNvPr>
          <p:cNvGrpSpPr/>
          <p:nvPr/>
        </p:nvGrpSpPr>
        <p:grpSpPr>
          <a:xfrm>
            <a:off x="5663952" y="3278453"/>
            <a:ext cx="5996431" cy="798619"/>
            <a:chOff x="4804784" y="1449588"/>
            <a:chExt cx="5996431" cy="798619"/>
          </a:xfrm>
        </p:grpSpPr>
        <p:sp>
          <p:nvSpPr>
            <p:cNvPr id="9" name="Text17">
              <a:extLst>
                <a:ext uri="{FF2B5EF4-FFF2-40B4-BE49-F238E27FC236}">
                  <a16:creationId xmlns:a16="http://schemas.microsoft.com/office/drawing/2014/main" id="{3A37786B-9AB1-3738-1F7B-5BFCB883634C}"/>
                </a:ext>
              </a:extLst>
            </p:cNvPr>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000" dirty="0" err="1">
                  <a:solidFill>
                    <a:schemeClr val="bg2"/>
                  </a:solidFill>
                  <a:latin typeface="微软雅黑" panose="020B0503020204020204" pitchFamily="34" charset="-122"/>
                  <a:ea typeface="微软雅黑" panose="020B0503020204020204" pitchFamily="34" charset="-122"/>
                </a:rPr>
                <a:t>从马克思主义的实践观视角出发，探讨人类认识世界和改造世界的深刻原理</a:t>
              </a:r>
              <a:r>
                <a:rPr lang="en-US" altLang="ko-KR" sz="1000" dirty="0">
                  <a:solidFill>
                    <a:schemeClr val="bg2"/>
                  </a:solidFill>
                  <a:latin typeface="微软雅黑" panose="020B0503020204020204" pitchFamily="34" charset="-122"/>
                  <a:ea typeface="微软雅黑" panose="020B0503020204020204" pitchFamily="34" charset="-122"/>
                </a:rPr>
                <a:t>。</a:t>
              </a:r>
            </a:p>
          </p:txBody>
        </p:sp>
        <p:sp>
          <p:nvSpPr>
            <p:cNvPr id="10" name="Text18">
              <a:extLst>
                <a:ext uri="{FF2B5EF4-FFF2-40B4-BE49-F238E27FC236}">
                  <a16:creationId xmlns:a16="http://schemas.microsoft.com/office/drawing/2014/main" id="{E8C32C87-7607-07C6-9FCC-547C548EF4FD}"/>
                </a:ext>
              </a:extLst>
            </p:cNvPr>
            <p:cNvSpPr txBox="1"/>
            <p:nvPr/>
          </p:nvSpPr>
          <p:spPr>
            <a:xfrm>
              <a:off x="5614494" y="1449588"/>
              <a:ext cx="4989681" cy="400110"/>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b="1" dirty="0" err="1">
                  <a:latin typeface="微软雅黑" panose="020B0503020204020204" pitchFamily="34" charset="-122"/>
                  <a:ea typeface="微软雅黑" panose="020B0503020204020204" pitchFamily="34" charset="-122"/>
                </a:rPr>
                <a:t>马克思主义的实践观视角下的认识与改造</a:t>
              </a:r>
              <a:endParaRPr lang="en-US" altLang="ko-KR" b="1" dirty="0">
                <a:latin typeface="微软雅黑" panose="020B0503020204020204" pitchFamily="34" charset="-122"/>
                <a:ea typeface="微软雅黑" panose="020B0503020204020204" pitchFamily="34" charset="-122"/>
              </a:endParaRPr>
            </a:p>
          </p:txBody>
        </p:sp>
        <p:sp>
          <p:nvSpPr>
            <p:cNvPr id="11" name="Text19">
              <a:extLst>
                <a:ext uri="{FF2B5EF4-FFF2-40B4-BE49-F238E27FC236}">
                  <a16:creationId xmlns:a16="http://schemas.microsoft.com/office/drawing/2014/main" id="{037AF064-D123-69AC-6859-B3404D977571}"/>
                </a:ext>
              </a:extLst>
            </p:cNvPr>
            <p:cNvSpPr txBox="1"/>
            <p:nvPr/>
          </p:nvSpPr>
          <p:spPr>
            <a:xfrm>
              <a:off x="4804784" y="1449986"/>
              <a:ext cx="729687" cy="523220"/>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latin typeface="微软雅黑" panose="020B0503020204020204" pitchFamily="34" charset="-122"/>
                  <a:ea typeface="微软雅黑" panose="020B0503020204020204" pitchFamily="34" charset="-122"/>
                </a:rPr>
                <a:t>05.</a:t>
              </a:r>
            </a:p>
          </p:txBody>
        </p:sp>
      </p:grpSp>
      <p:sp>
        <p:nvSpPr>
          <p:cNvPr id="2" name="Text4">
            <a:extLst>
              <a:ext uri="{FF2B5EF4-FFF2-40B4-BE49-F238E27FC236}">
                <a16:creationId xmlns:a16="http://schemas.microsoft.com/office/drawing/2014/main" id="{F9E5489E-4AE4-0772-35FA-8B15F4F9840D}"/>
              </a:ext>
            </a:extLst>
          </p:cNvPr>
          <p:cNvSpPr txBox="1"/>
          <p:nvPr/>
        </p:nvSpPr>
        <p:spPr>
          <a:xfrm>
            <a:off x="4517339" y="6885384"/>
            <a:ext cx="6679027" cy="1853179"/>
          </a:xfrm>
          <a:prstGeom prst="rect">
            <a:avLst/>
          </a:prstGeom>
          <a:noFill/>
        </p:spPr>
        <p:txBody>
          <a:bodyPr wrap="square" lIns="0" tIns="0" rIns="0" bIns="0" rtlCol="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7200" b="1">
                <a:solidFill>
                  <a:schemeClr val="tx2"/>
                </a:solidFill>
                <a:latin typeface="微软雅黑" panose="020B0503020204020204" pitchFamily="34" charset="-122"/>
                <a:ea typeface="微软雅黑" panose="020B0503020204020204" pitchFamily="34" charset="-122"/>
              </a:rPr>
              <a:t>THANK YOU</a:t>
            </a:r>
            <a:endParaRPr lang="zh-CN" altLang="en-US" sz="7200" b="1">
              <a:solidFill>
                <a:schemeClr val="tx2"/>
              </a:solidFill>
              <a:latin typeface="微软雅黑" panose="020B0503020204020204" pitchFamily="34" charset="-122"/>
              <a:ea typeface="微软雅黑" panose="020B0503020204020204" pitchFamily="34" charset="-122"/>
            </a:endParaRPr>
          </a:p>
        </p:txBody>
      </p:sp>
      <p:sp>
        <p:nvSpPr>
          <p:cNvPr id="3" name="Text2">
            <a:extLst>
              <a:ext uri="{FF2B5EF4-FFF2-40B4-BE49-F238E27FC236}">
                <a16:creationId xmlns:a16="http://schemas.microsoft.com/office/drawing/2014/main" id="{81DAD13D-D528-9C6C-37F9-E0696CDC95B9}"/>
              </a:ext>
            </a:extLst>
          </p:cNvPr>
          <p:cNvSpPr txBox="1"/>
          <p:nvPr/>
        </p:nvSpPr>
        <p:spPr>
          <a:xfrm>
            <a:off x="4438176" y="10416061"/>
            <a:ext cx="3890072" cy="387985"/>
          </a:xfrm>
          <a:prstGeom prst="rect">
            <a:avLst/>
          </a:prstGeom>
          <a:noFill/>
        </p:spPr>
        <p:txBody>
          <a:bodyPr wrap="square" lIns="0" tIns="0" rIns="0" bIns="0"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2"/>
                </a:solidFill>
                <a:latin typeface="微软雅黑" panose="020B0503020204020204" pitchFamily="34" charset="-122"/>
                <a:ea typeface="微软雅黑" panose="020B0503020204020204" pitchFamily="34" charset="-122"/>
              </a:rPr>
              <a:t>汇报人：尤小优</a:t>
            </a:r>
            <a:endParaRPr lang="en-US" altLang="id-ID" sz="1600" b="1" dirty="0">
              <a:solidFill>
                <a:schemeClr val="tx2"/>
              </a:solidFill>
              <a:uFillTx/>
              <a:latin typeface="微软雅黑" panose="020B0503020204020204" pitchFamily="34" charset="-122"/>
              <a:ea typeface="微软雅黑" panose="020B0503020204020204" pitchFamily="34" charset="-122"/>
            </a:endParaRPr>
          </a:p>
        </p:txBody>
      </p:sp>
      <p:sp>
        <p:nvSpPr>
          <p:cNvPr id="6" name="Text3">
            <a:extLst>
              <a:ext uri="{FF2B5EF4-FFF2-40B4-BE49-F238E27FC236}">
                <a16:creationId xmlns:a16="http://schemas.microsoft.com/office/drawing/2014/main" id="{AC7F2F8A-837B-A8E0-FB30-9913D3FF2F65}"/>
              </a:ext>
            </a:extLst>
          </p:cNvPr>
          <p:cNvSpPr txBox="1"/>
          <p:nvPr>
            <p:custDataLst>
              <p:tags r:id="rId1"/>
            </p:custDataLst>
          </p:nvPr>
        </p:nvSpPr>
        <p:spPr>
          <a:xfrm>
            <a:off x="4438176" y="10759585"/>
            <a:ext cx="3890072" cy="398780"/>
          </a:xfrm>
          <a:prstGeom prst="rect">
            <a:avLst/>
          </a:prstGeom>
          <a:noFill/>
        </p:spPr>
        <p:txBody>
          <a:bodyPr wrap="square" lIns="0" tIns="0" rIns="0" bIns="0"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a:solidFill>
                  <a:schemeClr val="tx2"/>
                </a:solidFill>
                <a:effectLst>
                  <a:outerShdw blurRad="76200" dist="38100" dir="2700000" algn="ctr" rotWithShape="0">
                    <a:schemeClr val="accent1">
                      <a:alpha val="0"/>
                    </a:schemeClr>
                  </a:outerShdw>
                </a:effectLst>
                <a:latin typeface="微软雅黑" panose="020B0503020204020204" pitchFamily="34" charset="-122"/>
                <a:ea typeface="微软雅黑" panose="020B0503020204020204" pitchFamily="34" charset="-122"/>
                <a:sym typeface="+mn-ea"/>
              </a:rPr>
              <a:t>2023.11.12</a:t>
            </a:r>
          </a:p>
        </p:txBody>
      </p:sp>
      <p:cxnSp>
        <p:nvCxnSpPr>
          <p:cNvPr id="7" name="直接连接符 6">
            <a:extLst>
              <a:ext uri="{FF2B5EF4-FFF2-40B4-BE49-F238E27FC236}">
                <a16:creationId xmlns:a16="http://schemas.microsoft.com/office/drawing/2014/main" id="{1878EB48-FA1D-2AF3-6747-BAC598647E27}"/>
              </a:ext>
            </a:extLst>
          </p:cNvPr>
          <p:cNvCxnSpPr/>
          <p:nvPr/>
        </p:nvCxnSpPr>
        <p:spPr>
          <a:xfrm>
            <a:off x="4438176" y="10269760"/>
            <a:ext cx="133697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FF7B03DC-2C5E-465E-E279-10A0B160C9C5}"/>
              </a:ext>
            </a:extLst>
          </p:cNvPr>
          <p:cNvSpPr/>
          <p:nvPr/>
        </p:nvSpPr>
        <p:spPr>
          <a:xfrm>
            <a:off x="-21944" y="-2259632"/>
            <a:ext cx="2805576" cy="1862048"/>
          </a:xfrm>
          <a:prstGeom prst="rect">
            <a:avLst/>
          </a:prstGeom>
          <a:noFill/>
        </p:spPr>
        <p:txBody>
          <a:bodyPr wrap="none" lIns="91440" tIns="45720" rIns="91440" bIns="45720">
            <a:spAutoFit/>
          </a:bodyPr>
          <a:lstStyle/>
          <a:p>
            <a:pPr algn="ctr"/>
            <a:r>
              <a:rPr lang="en-US" altLang="zh-CN" sz="11500" b="1" cap="none" spc="0" dirty="0">
                <a:ln w="0"/>
                <a:solidFill>
                  <a:schemeClr val="accent6">
                    <a:lumMod val="50000"/>
                  </a:schemeClr>
                </a:solidFill>
                <a:effectLst>
                  <a:outerShdw blurRad="38100" dist="25400" dir="5400000" algn="ctr" rotWithShape="0">
                    <a:srgbClr val="6E747A">
                      <a:alpha val="43000"/>
                    </a:srgbClr>
                  </a:outerShdw>
                </a:effectLst>
              </a:rPr>
              <a:t>END</a:t>
            </a:r>
            <a:endParaRPr lang="zh-CN" altLang="en-US" sz="11500" b="1" cap="none" spc="0" dirty="0">
              <a:ln w="0"/>
              <a:solidFill>
                <a:schemeClr val="accent6">
                  <a:lumMod val="50000"/>
                </a:schemeClr>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1026711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40259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panose="020F0502020204030204"/>
                <a:ea typeface="+mn-ea"/>
                <a:cs typeface="+mn-cs"/>
              </a:defRPr>
            </a:lvl1pPr>
            <a:lvl2pPr marL="457200" algn="l" defTabSz="914400" rtl="0" eaLnBrk="1" latinLnBrk="0" hangingPunct="1">
              <a:defRPr sz="1800" kern="1200">
                <a:solidFill>
                  <a:srgbClr val="FFFFFF"/>
                </a:solidFill>
                <a:latin typeface="Calibri" panose="020F0502020204030204"/>
                <a:ea typeface="+mn-ea"/>
                <a:cs typeface="+mn-cs"/>
              </a:defRPr>
            </a:lvl2pPr>
            <a:lvl3pPr marL="914400" algn="l" defTabSz="914400" rtl="0" eaLnBrk="1" latinLnBrk="0" hangingPunct="1">
              <a:defRPr sz="1800" kern="1200">
                <a:solidFill>
                  <a:srgbClr val="FFFFFF"/>
                </a:solidFill>
                <a:latin typeface="Calibri" panose="020F0502020204030204"/>
                <a:ea typeface="+mn-ea"/>
                <a:cs typeface="+mn-cs"/>
              </a:defRPr>
            </a:lvl3pPr>
            <a:lvl4pPr marL="1371600" algn="l" defTabSz="914400" rtl="0" eaLnBrk="1" latinLnBrk="0" hangingPunct="1">
              <a:defRPr sz="1800" kern="1200">
                <a:solidFill>
                  <a:srgbClr val="FFFFFF"/>
                </a:solidFill>
                <a:latin typeface="Calibri" panose="020F0502020204030204"/>
                <a:ea typeface="+mn-ea"/>
                <a:cs typeface="+mn-cs"/>
              </a:defRPr>
            </a:lvl4pPr>
            <a:lvl5pPr marL="1828800" algn="l" defTabSz="914400" rtl="0" eaLnBrk="1" latinLnBrk="0" hangingPunct="1">
              <a:defRPr sz="1800" kern="1200">
                <a:solidFill>
                  <a:srgbClr val="FFFFFF"/>
                </a:solidFill>
                <a:latin typeface="Calibri" panose="020F0502020204030204"/>
                <a:ea typeface="+mn-ea"/>
                <a:cs typeface="+mn-cs"/>
              </a:defRPr>
            </a:lvl5pPr>
            <a:lvl6pPr marL="2286000" algn="l" defTabSz="914400" rtl="0" eaLnBrk="1" latinLnBrk="0" hangingPunct="1">
              <a:defRPr sz="1800" kern="1200">
                <a:solidFill>
                  <a:srgbClr val="FFFFFF"/>
                </a:solidFill>
                <a:latin typeface="Calibri" panose="020F0502020204030204"/>
                <a:ea typeface="+mn-ea"/>
                <a:cs typeface="+mn-cs"/>
              </a:defRPr>
            </a:lvl6pPr>
            <a:lvl7pPr marL="2743200" algn="l" defTabSz="914400" rtl="0" eaLnBrk="1" latinLnBrk="0" hangingPunct="1">
              <a:defRPr sz="1800" kern="1200">
                <a:solidFill>
                  <a:srgbClr val="FFFFFF"/>
                </a:solidFill>
                <a:latin typeface="Calibri" panose="020F0502020204030204"/>
                <a:ea typeface="+mn-ea"/>
                <a:cs typeface="+mn-cs"/>
              </a:defRPr>
            </a:lvl7pPr>
            <a:lvl8pPr marL="3200400" algn="l" defTabSz="914400" rtl="0" eaLnBrk="1" latinLnBrk="0" hangingPunct="1">
              <a:defRPr sz="1800" kern="1200">
                <a:solidFill>
                  <a:srgbClr val="FFFFFF"/>
                </a:solidFill>
                <a:latin typeface="Calibri" panose="020F0502020204030204"/>
                <a:ea typeface="+mn-ea"/>
                <a:cs typeface="+mn-cs"/>
              </a:defRPr>
            </a:lvl8pPr>
            <a:lvl9pPr marL="3657600" algn="l" defTabSz="914400" rtl="0" eaLnBrk="1" latinLnBrk="0" hangingPunct="1">
              <a:defRPr sz="1800" kern="1200">
                <a:solidFill>
                  <a:srgbClr val="FFFFFF"/>
                </a:solidFill>
                <a:latin typeface="Calibri" panose="020F0502020204030204"/>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Arial"/>
            </a:endParaRPr>
          </a:p>
        </p:txBody>
      </p:sp>
      <p:sp>
        <p:nvSpPr>
          <p:cNvPr id="5" name="圆: 空心 4"/>
          <p:cNvSpPr/>
          <p:nvPr/>
        </p:nvSpPr>
        <p:spPr>
          <a:xfrm rot="6926121" flipV="1">
            <a:off x="1579162" y="4415804"/>
            <a:ext cx="2451393" cy="2451393"/>
          </a:xfrm>
          <a:prstGeom prst="donut">
            <a:avLst>
              <a:gd name="adj" fmla="val 27538"/>
            </a:avLst>
          </a:prstGeom>
          <a:gradFill>
            <a:gsLst>
              <a:gs pos="0">
                <a:schemeClr val="accent1">
                  <a:lumMod val="20000"/>
                  <a:lumOff val="80000"/>
                </a:schemeClr>
              </a:gs>
              <a:gs pos="7000">
                <a:schemeClr val="accent2"/>
              </a:gs>
              <a:gs pos="100000">
                <a:schemeClr val="accent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rgbClr val="FFFFFF"/>
                </a:solidFill>
                <a:latin typeface="Calibri" panose="020F0502020204030204"/>
                <a:ea typeface="+mn-ea"/>
                <a:cs typeface="+mn-cs"/>
              </a:defRPr>
            </a:lvl1pPr>
            <a:lvl2pPr marL="457200" algn="l" defTabSz="914400" rtl="0" eaLnBrk="1" latinLnBrk="0" hangingPunct="1">
              <a:defRPr sz="1800" kern="1200">
                <a:solidFill>
                  <a:srgbClr val="FFFFFF"/>
                </a:solidFill>
                <a:latin typeface="Calibri" panose="020F0502020204030204"/>
                <a:ea typeface="+mn-ea"/>
                <a:cs typeface="+mn-cs"/>
              </a:defRPr>
            </a:lvl2pPr>
            <a:lvl3pPr marL="914400" algn="l" defTabSz="914400" rtl="0" eaLnBrk="1" latinLnBrk="0" hangingPunct="1">
              <a:defRPr sz="1800" kern="1200">
                <a:solidFill>
                  <a:srgbClr val="FFFFFF"/>
                </a:solidFill>
                <a:latin typeface="Calibri" panose="020F0502020204030204"/>
                <a:ea typeface="+mn-ea"/>
                <a:cs typeface="+mn-cs"/>
              </a:defRPr>
            </a:lvl3pPr>
            <a:lvl4pPr marL="1371600" algn="l" defTabSz="914400" rtl="0" eaLnBrk="1" latinLnBrk="0" hangingPunct="1">
              <a:defRPr sz="1800" kern="1200">
                <a:solidFill>
                  <a:srgbClr val="FFFFFF"/>
                </a:solidFill>
                <a:latin typeface="Calibri" panose="020F0502020204030204"/>
                <a:ea typeface="+mn-ea"/>
                <a:cs typeface="+mn-cs"/>
              </a:defRPr>
            </a:lvl4pPr>
            <a:lvl5pPr marL="1828800" algn="l" defTabSz="914400" rtl="0" eaLnBrk="1" latinLnBrk="0" hangingPunct="1">
              <a:defRPr sz="1800" kern="1200">
                <a:solidFill>
                  <a:srgbClr val="FFFFFF"/>
                </a:solidFill>
                <a:latin typeface="Calibri" panose="020F0502020204030204"/>
                <a:ea typeface="+mn-ea"/>
                <a:cs typeface="+mn-cs"/>
              </a:defRPr>
            </a:lvl5pPr>
            <a:lvl6pPr marL="2286000" algn="l" defTabSz="914400" rtl="0" eaLnBrk="1" latinLnBrk="0" hangingPunct="1">
              <a:defRPr sz="1800" kern="1200">
                <a:solidFill>
                  <a:srgbClr val="FFFFFF"/>
                </a:solidFill>
                <a:latin typeface="Calibri" panose="020F0502020204030204"/>
                <a:ea typeface="+mn-ea"/>
                <a:cs typeface="+mn-cs"/>
              </a:defRPr>
            </a:lvl6pPr>
            <a:lvl7pPr marL="2743200" algn="l" defTabSz="914400" rtl="0" eaLnBrk="1" latinLnBrk="0" hangingPunct="1">
              <a:defRPr sz="1800" kern="1200">
                <a:solidFill>
                  <a:srgbClr val="FFFFFF"/>
                </a:solidFill>
                <a:latin typeface="Calibri" panose="020F0502020204030204"/>
                <a:ea typeface="+mn-ea"/>
                <a:cs typeface="+mn-cs"/>
              </a:defRPr>
            </a:lvl7pPr>
            <a:lvl8pPr marL="3200400" algn="l" defTabSz="914400" rtl="0" eaLnBrk="1" latinLnBrk="0" hangingPunct="1">
              <a:defRPr sz="1800" kern="1200">
                <a:solidFill>
                  <a:srgbClr val="FFFFFF"/>
                </a:solidFill>
                <a:latin typeface="Calibri" panose="020F0502020204030204"/>
                <a:ea typeface="+mn-ea"/>
                <a:cs typeface="+mn-cs"/>
              </a:defRPr>
            </a:lvl8pPr>
            <a:lvl9pPr marL="3657600" algn="l" defTabSz="914400" rtl="0" eaLnBrk="1" latinLnBrk="0" hangingPunct="1">
              <a:defRPr sz="1800" kern="1200">
                <a:solidFill>
                  <a:srgbClr val="FFFFFF"/>
                </a:solidFill>
                <a:latin typeface="Calibri" panose="020F0502020204030204"/>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panose="020F0502020204030204"/>
              <a:ea typeface="宋体" panose="02010600030101010101" pitchFamily="2" charset="-122"/>
              <a:cs typeface="Arial"/>
            </a:endParaRPr>
          </a:p>
        </p:txBody>
      </p:sp>
      <p:grpSp>
        <p:nvGrpSpPr>
          <p:cNvPr id="8" name="Text20">
            <a:extLst>
              <a:ext uri="{FF2B5EF4-FFF2-40B4-BE49-F238E27FC236}">
                <a16:creationId xmlns:a16="http://schemas.microsoft.com/office/drawing/2014/main" id="{40905486-1D9E-5E52-A295-BE0AEE9DA898}"/>
              </a:ext>
            </a:extLst>
          </p:cNvPr>
          <p:cNvGrpSpPr/>
          <p:nvPr/>
        </p:nvGrpSpPr>
        <p:grpSpPr>
          <a:xfrm>
            <a:off x="5375920" y="-1611560"/>
            <a:ext cx="5996431" cy="798619"/>
            <a:chOff x="4804784" y="1449588"/>
            <a:chExt cx="5996431" cy="798619"/>
          </a:xfrm>
        </p:grpSpPr>
        <p:sp>
          <p:nvSpPr>
            <p:cNvPr id="9" name="Text17">
              <a:extLst>
                <a:ext uri="{FF2B5EF4-FFF2-40B4-BE49-F238E27FC236}">
                  <a16:creationId xmlns:a16="http://schemas.microsoft.com/office/drawing/2014/main" id="{3A37786B-9AB1-3738-1F7B-5BFCB883634C}"/>
                </a:ext>
              </a:extLst>
            </p:cNvPr>
            <p:cNvSpPr txBox="1"/>
            <p:nvPr/>
          </p:nvSpPr>
          <p:spPr>
            <a:xfrm>
              <a:off x="5614494" y="1786542"/>
              <a:ext cx="5186721" cy="461665"/>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1000" dirty="0" err="1">
                  <a:solidFill>
                    <a:schemeClr val="bg2"/>
                  </a:solidFill>
                  <a:latin typeface="微软雅黑" panose="020B0503020204020204" pitchFamily="34" charset="-122"/>
                  <a:ea typeface="微软雅黑" panose="020B0503020204020204" pitchFamily="34" charset="-122"/>
                </a:rPr>
                <a:t>从马克思主义的实践观视角出发，探讨人类认识世界和改造世界的深刻原理</a:t>
              </a:r>
              <a:r>
                <a:rPr lang="en-US" altLang="ko-KR" sz="1000" dirty="0">
                  <a:solidFill>
                    <a:schemeClr val="bg2"/>
                  </a:solidFill>
                  <a:latin typeface="微软雅黑" panose="020B0503020204020204" pitchFamily="34" charset="-122"/>
                  <a:ea typeface="微软雅黑" panose="020B0503020204020204" pitchFamily="34" charset="-122"/>
                </a:rPr>
                <a:t>。</a:t>
              </a:r>
            </a:p>
          </p:txBody>
        </p:sp>
        <p:sp>
          <p:nvSpPr>
            <p:cNvPr id="10" name="Text18">
              <a:extLst>
                <a:ext uri="{FF2B5EF4-FFF2-40B4-BE49-F238E27FC236}">
                  <a16:creationId xmlns:a16="http://schemas.microsoft.com/office/drawing/2014/main" id="{E8C32C87-7607-07C6-9FCC-547C548EF4FD}"/>
                </a:ext>
              </a:extLst>
            </p:cNvPr>
            <p:cNvSpPr txBox="1"/>
            <p:nvPr/>
          </p:nvSpPr>
          <p:spPr>
            <a:xfrm>
              <a:off x="5614494" y="1449588"/>
              <a:ext cx="4989681" cy="400110"/>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b="1" dirty="0" err="1">
                  <a:latin typeface="微软雅黑" panose="020B0503020204020204" pitchFamily="34" charset="-122"/>
                  <a:ea typeface="微软雅黑" panose="020B0503020204020204" pitchFamily="34" charset="-122"/>
                </a:rPr>
                <a:t>马克思主义的实践观视角下的认识与改造</a:t>
              </a:r>
              <a:endParaRPr lang="en-US" altLang="ko-KR" b="1" dirty="0">
                <a:latin typeface="微软雅黑" panose="020B0503020204020204" pitchFamily="34" charset="-122"/>
                <a:ea typeface="微软雅黑" panose="020B0503020204020204" pitchFamily="34" charset="-122"/>
              </a:endParaRPr>
            </a:p>
          </p:txBody>
        </p:sp>
        <p:sp>
          <p:nvSpPr>
            <p:cNvPr id="11" name="Text19">
              <a:extLst>
                <a:ext uri="{FF2B5EF4-FFF2-40B4-BE49-F238E27FC236}">
                  <a16:creationId xmlns:a16="http://schemas.microsoft.com/office/drawing/2014/main" id="{037AF064-D123-69AC-6859-B3404D977571}"/>
                </a:ext>
              </a:extLst>
            </p:cNvPr>
            <p:cNvSpPr txBox="1"/>
            <p:nvPr/>
          </p:nvSpPr>
          <p:spPr>
            <a:xfrm>
              <a:off x="4804784" y="1449986"/>
              <a:ext cx="729687" cy="523220"/>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latin typeface="微软雅黑" panose="020B0503020204020204" pitchFamily="34" charset="-122"/>
                  <a:ea typeface="微软雅黑" panose="020B0503020204020204" pitchFamily="34" charset="-122"/>
                </a:rPr>
                <a:t>05.</a:t>
              </a:r>
            </a:p>
          </p:txBody>
        </p:sp>
      </p:grpSp>
      <p:sp>
        <p:nvSpPr>
          <p:cNvPr id="2" name="Text4">
            <a:extLst>
              <a:ext uri="{FF2B5EF4-FFF2-40B4-BE49-F238E27FC236}">
                <a16:creationId xmlns:a16="http://schemas.microsoft.com/office/drawing/2014/main" id="{C2733C22-E799-D727-F4A9-773310062B30}"/>
              </a:ext>
            </a:extLst>
          </p:cNvPr>
          <p:cNvSpPr txBox="1"/>
          <p:nvPr/>
        </p:nvSpPr>
        <p:spPr>
          <a:xfrm>
            <a:off x="4517339" y="1874668"/>
            <a:ext cx="6679027" cy="1853179"/>
          </a:xfrm>
          <a:prstGeom prst="rect">
            <a:avLst/>
          </a:prstGeom>
          <a:noFill/>
        </p:spPr>
        <p:txBody>
          <a:bodyPr wrap="square" lIns="0" tIns="0" rIns="0" bIns="0" rtlCol="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7200" b="1" dirty="0">
                <a:solidFill>
                  <a:schemeClr val="tx2"/>
                </a:solidFill>
                <a:latin typeface="微软雅黑" panose="020B0503020204020204" pitchFamily="34" charset="-122"/>
                <a:ea typeface="微软雅黑" panose="020B0503020204020204" pitchFamily="34" charset="-122"/>
              </a:rPr>
              <a:t>THANK YOU</a:t>
            </a:r>
            <a:endParaRPr lang="zh-CN" altLang="en-US" sz="7200" b="1" dirty="0">
              <a:solidFill>
                <a:schemeClr val="tx2"/>
              </a:solidFill>
              <a:latin typeface="微软雅黑" panose="020B0503020204020204" pitchFamily="34" charset="-122"/>
              <a:ea typeface="微软雅黑" panose="020B0503020204020204" pitchFamily="34" charset="-122"/>
            </a:endParaRPr>
          </a:p>
        </p:txBody>
      </p:sp>
      <p:sp>
        <p:nvSpPr>
          <p:cNvPr id="3" name="Text2">
            <a:extLst>
              <a:ext uri="{FF2B5EF4-FFF2-40B4-BE49-F238E27FC236}">
                <a16:creationId xmlns:a16="http://schemas.microsoft.com/office/drawing/2014/main" id="{E9986AE0-8EE9-150A-3369-AEE8EAF23B74}"/>
              </a:ext>
            </a:extLst>
          </p:cNvPr>
          <p:cNvSpPr txBox="1"/>
          <p:nvPr/>
        </p:nvSpPr>
        <p:spPr>
          <a:xfrm>
            <a:off x="4438176" y="5447509"/>
            <a:ext cx="3890072" cy="387985"/>
          </a:xfrm>
          <a:prstGeom prst="rect">
            <a:avLst/>
          </a:prstGeom>
          <a:noFill/>
        </p:spPr>
        <p:txBody>
          <a:bodyPr wrap="square" lIns="0" tIns="0" rIns="0" bIns="0"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2"/>
                </a:solidFill>
                <a:latin typeface="微软雅黑" panose="020B0503020204020204" pitchFamily="34" charset="-122"/>
                <a:ea typeface="微软雅黑" panose="020B0503020204020204" pitchFamily="34" charset="-122"/>
              </a:rPr>
              <a:t>汇报</a:t>
            </a:r>
            <a:r>
              <a:rPr lang="zh-CN" altLang="en-US" sz="1600" b="1">
                <a:solidFill>
                  <a:schemeClr val="tx2"/>
                </a:solidFill>
                <a:latin typeface="微软雅黑" panose="020B0503020204020204" pitchFamily="34" charset="-122"/>
                <a:ea typeface="微软雅黑" panose="020B0503020204020204" pitchFamily="34" charset="-122"/>
              </a:rPr>
              <a:t>人：</a:t>
            </a:r>
            <a:endParaRPr lang="en-US" altLang="id-ID" sz="1600" b="1" dirty="0">
              <a:solidFill>
                <a:schemeClr val="tx2"/>
              </a:solidFill>
              <a:uFillTx/>
              <a:latin typeface="微软雅黑" panose="020B0503020204020204" pitchFamily="34" charset="-122"/>
              <a:ea typeface="微软雅黑" panose="020B0503020204020204" pitchFamily="34" charset="-122"/>
            </a:endParaRPr>
          </a:p>
        </p:txBody>
      </p:sp>
      <p:sp>
        <p:nvSpPr>
          <p:cNvPr id="6" name="Text3">
            <a:extLst>
              <a:ext uri="{FF2B5EF4-FFF2-40B4-BE49-F238E27FC236}">
                <a16:creationId xmlns:a16="http://schemas.microsoft.com/office/drawing/2014/main" id="{258B304D-B36A-A72F-AB36-D6A1EA0DF71A}"/>
              </a:ext>
            </a:extLst>
          </p:cNvPr>
          <p:cNvSpPr txBox="1"/>
          <p:nvPr>
            <p:custDataLst>
              <p:tags r:id="rId1"/>
            </p:custDataLst>
          </p:nvPr>
        </p:nvSpPr>
        <p:spPr>
          <a:xfrm>
            <a:off x="4438176" y="5791033"/>
            <a:ext cx="3890072" cy="398780"/>
          </a:xfrm>
          <a:prstGeom prst="rect">
            <a:avLst/>
          </a:prstGeom>
          <a:noFill/>
        </p:spPr>
        <p:txBody>
          <a:bodyPr wrap="square" lIns="0" tIns="0" rIns="0" bIns="0"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a:solidFill>
                  <a:schemeClr val="tx2"/>
                </a:solidFill>
                <a:effectLst>
                  <a:outerShdw blurRad="76200" dist="38100" dir="2700000" algn="ctr" rotWithShape="0">
                    <a:schemeClr val="accent1">
                      <a:alpha val="0"/>
                    </a:schemeClr>
                  </a:outerShdw>
                </a:effectLst>
                <a:latin typeface="微软雅黑" panose="020B0503020204020204" pitchFamily="34" charset="-122"/>
                <a:ea typeface="微软雅黑" panose="020B0503020204020204" pitchFamily="34" charset="-122"/>
                <a:sym typeface="+mn-ea"/>
              </a:rPr>
              <a:t>2023.11.12</a:t>
            </a:r>
          </a:p>
        </p:txBody>
      </p:sp>
      <p:cxnSp>
        <p:nvCxnSpPr>
          <p:cNvPr id="7" name="直接连接符 6">
            <a:extLst>
              <a:ext uri="{FF2B5EF4-FFF2-40B4-BE49-F238E27FC236}">
                <a16:creationId xmlns:a16="http://schemas.microsoft.com/office/drawing/2014/main" id="{C933EDC8-2F0A-E2E3-5774-C615A2165D21}"/>
              </a:ext>
            </a:extLst>
          </p:cNvPr>
          <p:cNvCxnSpPr/>
          <p:nvPr/>
        </p:nvCxnSpPr>
        <p:spPr>
          <a:xfrm>
            <a:off x="4438176" y="5301208"/>
            <a:ext cx="133697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B9FE1AEF-E982-EE8B-DF97-BD914DBB376B}"/>
              </a:ext>
            </a:extLst>
          </p:cNvPr>
          <p:cNvSpPr/>
          <p:nvPr/>
        </p:nvSpPr>
        <p:spPr>
          <a:xfrm>
            <a:off x="-24680" y="-315416"/>
            <a:ext cx="2805576" cy="1862048"/>
          </a:xfrm>
          <a:prstGeom prst="rect">
            <a:avLst/>
          </a:prstGeom>
          <a:noFill/>
        </p:spPr>
        <p:txBody>
          <a:bodyPr wrap="none" lIns="91440" tIns="45720" rIns="91440" bIns="45720">
            <a:spAutoFit/>
          </a:bodyPr>
          <a:lstStyle/>
          <a:p>
            <a:pPr algn="ctr"/>
            <a:r>
              <a:rPr lang="en-US" altLang="zh-CN" sz="11500" b="1" cap="none" spc="0" dirty="0">
                <a:ln w="0"/>
                <a:solidFill>
                  <a:schemeClr val="accent6">
                    <a:lumMod val="50000"/>
                  </a:schemeClr>
                </a:solidFill>
                <a:effectLst>
                  <a:outerShdw blurRad="38100" dist="25400" dir="5400000" algn="ctr" rotWithShape="0">
                    <a:srgbClr val="6E747A">
                      <a:alpha val="43000"/>
                    </a:srgbClr>
                  </a:outerShdw>
                </a:effectLst>
              </a:rPr>
              <a:t>END</a:t>
            </a:r>
            <a:endParaRPr lang="zh-CN" altLang="en-US" sz="11500" b="1" cap="none" spc="0" dirty="0">
              <a:ln w="0"/>
              <a:solidFill>
                <a:schemeClr val="accent6">
                  <a:lumMod val="50000"/>
                </a:schemeClr>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9338937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S_NET" val="6.0.11"/>
  <p:tag name="AS_OS" val="Microsoft Windows NT 10.0.17763.0"/>
  <p:tag name="AS_RELEASE_DATE" val="2023.03.14"/>
  <p:tag name="AS_TITLE" val="Aspose.Slides for .NET Standard 2.0"/>
  <p:tag name="AS_VERSION" val="23.3"/>
  <p:tag name="COMMONDATA" val="eyJoZGlkIjoiOWQ5MTk5NjA4NjEwNTA5NjljZjgyNzM2MWYzMjgzNzYifQ=="/>
  <p:tag name="ISLIDE.GUIDESSETTING" val="{&quot;Id&quot;:&quot;6f849202-8e41-4bf5-9458-6aa309901dc5&quot;,&quot;Name&quot;:null,&quot;Kind&quot;:1,&quot;OldGuidesSetting&quot;:{&quot;HeaderHeight&quot;:0.0,&quot;FooterHeight&quot;:0.0,&quot;SideMargin&quot;:0.0,&quot;TopMargin&quot;:0.0,&quot;BottomMargin&quot;:0.0,&quot;IntervalMargin&quot;:0.0}}"/>
</p:tagLst>
</file>

<file path=ppt/tags/tag2.xml><?xml version="1.0" encoding="utf-8"?>
<p:tagLst xmlns:a="http://schemas.openxmlformats.org/drawingml/2006/main" xmlns:r="http://schemas.openxmlformats.org/officeDocument/2006/relationships" xmlns:p="http://schemas.openxmlformats.org/presentationml/2006/main">
  <p:tag name="KSO_WM_UNIT_TEXT_FILL_FORE_SCHEMECOLOR_INDEX" val="13"/>
  <p:tag name="KSO_WM_UNIT_TEXT_FILL_FORE_SCHEMECOLOR_INDEX_BRIGHTNESS" val="0"/>
  <p:tag name="KSO_WM_UNIT_TEXT_FILL_TYPE" val="1"/>
  <p:tag name="KSO_WM_UNIT_TEXT_SHADOW_SCHEMECOLOR_INDEX" val="6"/>
  <p:tag name="KSO_WM_UNIT_TEXT_SHADOW_SCHEMECOLOR_INDEX_BRIGHTNESS" val="-0.25"/>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SLIDE_COLORSCHEME_VERSION" val="3.2"/>
  <p:tag name="KSO_WM_SLIDE_CONSTRAINT" val="%7b%22slideConstraint%22%3a%7b%22seriesAreas%22%3a%5b%5d%2c%22singleAreas%22%3a%5b%7b%22shapes%22%3a%5b13%5d%2c%22serialConstraintIndex%22%3a-1%2c%22areatextmark%22%3a0%2c%22pictureprocessmark%22%3a0%7d%5d%7d%7d"/>
  <p:tag name="KSO_WM_SLIDE_ID" val="diagram20191355_1"/>
  <p:tag name="KSO_WM_SLIDE_INDEX" val="1"/>
  <p:tag name="KSO_WM_SLIDE_ITEM_CNT" val="0"/>
  <p:tag name="KSO_WM_SLIDE_LAYOUT" val="a_d_f"/>
  <p:tag name="KSO_WM_SLIDE_LAYOUT_CNT" val="1_1_1"/>
  <p:tag name="KSO_WM_SLIDE_POSITION" val="33*59"/>
  <p:tag name="KSO_WM_SLIDE_SIZE" val="914*447"/>
  <p:tag name="KSO_WM_SLIDE_SUBTYPE" val="picTxt"/>
  <p:tag name="KSO_WM_SLIDE_TYPE" val="text"/>
  <p:tag name="KSO_WM_TAG_VERSION" val="1.0"/>
  <p:tag name="KSO_WM_TEMPLATE_CATEGORY" val="diagram"/>
  <p:tag name="KSO_WM_TEMPLATE_COLOR_TYPE" val="1"/>
  <p:tag name="KSO_WM_TEMPLATE_INDEX" val="20191355"/>
  <p:tag name="KSO_WM_TEMPLATE_MASTER_TYPE" val="0"/>
  <p:tag name="KSO_WM_TEMPLATE_SUBCATEGORY" val="0"/>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5"/>
  <p:tag name="KSO_WM_UNIT_FILL_FORE_SCHEMECOLOR_INDEX_BRIGHTNESS" val="0"/>
  <p:tag name="KSO_WM_UNIT_FILL_TYPE" val="1"/>
  <p:tag name="KSO_WM_UNIT_TEXT_FILL_FORE_SCHEMECOLOR_INDEX" val="2"/>
  <p:tag name="KSO_WM_UNIT_TEXT_FILL_FORE_SCHEMECOLOR_INDEX_BRIGHTNESS" val="0"/>
  <p:tag name="KSO_WM_UNIT_TEXT_FILL_TYPE" val="1"/>
  <p:tag name="PA" val="v5.2.12"/>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diagram"/>
  <p:tag name="KSO_WM_TEMPLATE_INDEX" val="20191355"/>
  <p:tag name="KSO_WM_UNIT_ADJUSTLAYOUT_ID" val="22"/>
  <p:tag name="KSO_WM_UNIT_COLOR_SCHEME_PARENT_PAGE" val="0_1"/>
  <p:tag name="KSO_WM_UNIT_COLOR_SCHEME_SHAPE_ID" val="22"/>
  <p:tag name="KSO_WM_UNIT_COMPATIBLE" val="0"/>
  <p:tag name="KSO_WM_UNIT_DIAGRAM_ISNUMVISUAL" val="0"/>
  <p:tag name="KSO_WM_UNIT_DIAGRAM_ISREFERUNIT" val="0"/>
  <p:tag name="KSO_WM_UNIT_FILL_FORE_SCHEMECOLOR_INDEX" val="14"/>
  <p:tag name="KSO_WM_UNIT_FILL_FORE_SCHEMECOLOR_INDEX_BRIGHTNESS" val="0"/>
  <p:tag name="KSO_WM_UNIT_FILL_TYPE" val="1"/>
  <p:tag name="KSO_WM_UNIT_FOIL_COLOR" val="1"/>
  <p:tag name="KSO_WM_UNIT_HIGHLIGHT" val="0"/>
  <p:tag name="KSO_WM_UNIT_ID" val="diagram20191355_1*i*2"/>
  <p:tag name="KSO_WM_UNIT_INDEX" val="2"/>
  <p:tag name="KSO_WM_UNIT_LAYERLEVEL" val="1"/>
  <p:tag name="KSO_WM_UNIT_LINE_FILL_TYPE" val="2"/>
  <p:tag name="KSO_WM_UNIT_LINE_FORE_SCHEMECOLOR_INDEX" val="5"/>
  <p:tag name="KSO_WM_UNIT_LINE_FORE_SCHEMECOLOR_INDEX_BRIGHTNESS" val="0.8"/>
  <p:tag name="KSO_WM_UNIT_TEXT_FILL_FORE_SCHEMECOLOR_INDEX" val="2"/>
  <p:tag name="KSO_WM_UNIT_TEXT_FILL_FORE_SCHEMECOLOR_INDEX_BRIGHTNESS" val="0"/>
  <p:tag name="KSO_WM_UNIT_TEXT_FILL_TYPE" val="1"/>
  <p:tag name="KSO_WM_UNIT_TYPE" val="i"/>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diagram"/>
  <p:tag name="KSO_WM_TEMPLATE_INDEX" val="20191355"/>
  <p:tag name="KSO_WM_UNIT_ADJUSTLAYOUT_ID" val="20"/>
  <p:tag name="KSO_WM_UNIT_COLOR_SCHEME_PARENT_PAGE" val="0_1"/>
  <p:tag name="KSO_WM_UNIT_COLOR_SCHEME_SHAPE_ID" val="20"/>
  <p:tag name="KSO_WM_UNIT_COMPATIBLE" val="0"/>
  <p:tag name="KSO_WM_UNIT_DIAGRAM_ISNUMVISUAL" val="0"/>
  <p:tag name="KSO_WM_UNIT_DIAGRAM_ISREFERUNIT" val="0"/>
  <p:tag name="KSO_WM_UNIT_FILL_FORE_SCHEMECOLOR_INDEX" val="5"/>
  <p:tag name="KSO_WM_UNIT_FILL_FORE_SCHEMECOLOR_INDEX_BRIGHTNESS" val="0"/>
  <p:tag name="KSO_WM_UNIT_FILL_TYPE" val="1"/>
  <p:tag name="KSO_WM_UNIT_HIGHLIGHT" val="0"/>
  <p:tag name="KSO_WM_UNIT_ID" val="diagram20191355_1*i*3"/>
  <p:tag name="KSO_WM_UNIT_INDEX" val="3"/>
  <p:tag name="KSO_WM_UNIT_LAYERLEVEL" val="1"/>
  <p:tag name="KSO_WM_UNIT_TEXT_FILL_FORE_SCHEMECOLOR_INDEX" val="2"/>
  <p:tag name="KSO_WM_UNIT_TEXT_FILL_FORE_SCHEMECOLOR_INDEX_BRIGHTNESS" val="0"/>
  <p:tag name="KSO_WM_UNIT_TEXT_FILL_TYPE" val="1"/>
  <p:tag name="KSO_WM_UNIT_TYPE" val="i"/>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wm#"/>
  <p:tag name="KSO_WM_SLIDE_COLORSCHEME_VERSION" val="3.2"/>
  <p:tag name="KSO_WM_SLIDE_CONSTRAINT" val="%7b%22slideConstraint%22%3a%7b%22seriesAreas%22%3a%5b%5d%2c%22singleAreas%22%3a%5b%7b%22shapes%22%3a%5b13%5d%2c%22serialConstraintIndex%22%3a-1%2c%22areatextmark%22%3a0%2c%22pictureprocessmark%22%3a0%7d%5d%7d%7d"/>
  <p:tag name="KSO_WM_SLIDE_ID" val="diagram20191355_1"/>
  <p:tag name="KSO_WM_SLIDE_INDEX" val="1"/>
  <p:tag name="KSO_WM_SLIDE_ITEM_CNT" val="0"/>
  <p:tag name="KSO_WM_SLIDE_LAYOUT" val="a_d_f"/>
  <p:tag name="KSO_WM_SLIDE_LAYOUT_CNT" val="1_1_1"/>
  <p:tag name="KSO_WM_SLIDE_POSITION" val="33*59"/>
  <p:tag name="KSO_WM_SLIDE_SIZE" val="914*447"/>
  <p:tag name="KSO_WM_SLIDE_SUBTYPE" val="picTxt"/>
  <p:tag name="KSO_WM_SLIDE_TYPE" val="text"/>
  <p:tag name="KSO_WM_TAG_VERSION" val="1.0"/>
  <p:tag name="KSO_WM_TEMPLATE_CATEGORY" val="diagram"/>
  <p:tag name="KSO_WM_TEMPLATE_COLOR_TYPE" val="1"/>
  <p:tag name="KSO_WM_TEMPLATE_INDEX" val="20191355"/>
  <p:tag name="KSO_WM_TEMPLATE_MASTER_TYPE" val="0"/>
  <p:tag name="KSO_WM_TEMPLATE_SUBCATEGORY" val="0"/>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5"/>
  <p:tag name="KSO_WM_UNIT_FILL_FORE_SCHEMECOLOR_INDEX_BRIGHTNESS" val="0"/>
  <p:tag name="KSO_WM_UNIT_FILL_TYPE" val="1"/>
  <p:tag name="KSO_WM_UNIT_TEXT_FILL_FORE_SCHEMECOLOR_INDEX" val="2"/>
  <p:tag name="KSO_WM_UNIT_TEXT_FILL_FORE_SCHEMECOLOR_INDEX_BRIGHTNESS" val="0"/>
  <p:tag name="KSO_WM_UNIT_TEXT_FILL_TYPE" val="1"/>
  <p:tag name="PA" val="v5.2.12"/>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diagram"/>
  <p:tag name="KSO_WM_TEMPLATE_INDEX" val="20191355"/>
  <p:tag name="KSO_WM_UNIT_ADJUSTLAYOUT_ID" val="22"/>
  <p:tag name="KSO_WM_UNIT_COLOR_SCHEME_PARENT_PAGE" val="0_1"/>
  <p:tag name="KSO_WM_UNIT_COLOR_SCHEME_SHAPE_ID" val="22"/>
  <p:tag name="KSO_WM_UNIT_COMPATIBLE" val="0"/>
  <p:tag name="KSO_WM_UNIT_DIAGRAM_ISNUMVISUAL" val="0"/>
  <p:tag name="KSO_WM_UNIT_DIAGRAM_ISREFERUNIT" val="0"/>
  <p:tag name="KSO_WM_UNIT_FILL_FORE_SCHEMECOLOR_INDEX" val="14"/>
  <p:tag name="KSO_WM_UNIT_FILL_FORE_SCHEMECOLOR_INDEX_BRIGHTNESS" val="0"/>
  <p:tag name="KSO_WM_UNIT_FILL_TYPE" val="1"/>
  <p:tag name="KSO_WM_UNIT_FOIL_COLOR" val="1"/>
  <p:tag name="KSO_WM_UNIT_HIGHLIGHT" val="0"/>
  <p:tag name="KSO_WM_UNIT_ID" val="diagram20191355_1*i*2"/>
  <p:tag name="KSO_WM_UNIT_INDEX" val="2"/>
  <p:tag name="KSO_WM_UNIT_LAYERLEVEL" val="1"/>
  <p:tag name="KSO_WM_UNIT_LINE_FILL_TYPE" val="2"/>
  <p:tag name="KSO_WM_UNIT_LINE_FORE_SCHEMECOLOR_INDEX" val="5"/>
  <p:tag name="KSO_WM_UNIT_LINE_FORE_SCHEMECOLOR_INDEX_BRIGHTNESS" val="0.8"/>
  <p:tag name="KSO_WM_UNIT_TEXT_FILL_FORE_SCHEMECOLOR_INDEX" val="2"/>
  <p:tag name="KSO_WM_UNIT_TEXT_FILL_FORE_SCHEMECOLOR_INDEX_BRIGHTNESS" val="0"/>
  <p:tag name="KSO_WM_UNIT_TEXT_FILL_TYPE" val="1"/>
  <p:tag name="KSO_WM_UNIT_TYPE" val="i"/>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diagram"/>
  <p:tag name="KSO_WM_TEMPLATE_INDEX" val="20191355"/>
  <p:tag name="KSO_WM_UNIT_ADJUSTLAYOUT_ID" val="20"/>
  <p:tag name="KSO_WM_UNIT_COLOR_SCHEME_PARENT_PAGE" val="0_1"/>
  <p:tag name="KSO_WM_UNIT_COLOR_SCHEME_SHAPE_ID" val="20"/>
  <p:tag name="KSO_WM_UNIT_COMPATIBLE" val="0"/>
  <p:tag name="KSO_WM_UNIT_DIAGRAM_ISNUMVISUAL" val="0"/>
  <p:tag name="KSO_WM_UNIT_DIAGRAM_ISREFERUNIT" val="0"/>
  <p:tag name="KSO_WM_UNIT_FILL_FORE_SCHEMECOLOR_INDEX" val="5"/>
  <p:tag name="KSO_WM_UNIT_FILL_FORE_SCHEMECOLOR_INDEX_BRIGHTNESS" val="0"/>
  <p:tag name="KSO_WM_UNIT_FILL_TYPE" val="1"/>
  <p:tag name="KSO_WM_UNIT_HIGHLIGHT" val="0"/>
  <p:tag name="KSO_WM_UNIT_ID" val="diagram20191355_1*i*3"/>
  <p:tag name="KSO_WM_UNIT_INDEX" val="3"/>
  <p:tag name="KSO_WM_UNIT_LAYERLEVEL" val="1"/>
  <p:tag name="KSO_WM_UNIT_TEXT_FILL_FORE_SCHEMECOLOR_INDEX" val="2"/>
  <p:tag name="KSO_WM_UNIT_TEXT_FILL_FORE_SCHEMECOLOR_INDEX_BRIGHTNESS" val="0"/>
  <p:tag name="KSO_WM_UNIT_TEXT_FILL_TYPE" val="1"/>
  <p:tag name="KSO_WM_UNIT_TYPE" val="i"/>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wm#"/>
  <p:tag name="KSO_WM_SLIDE_COLORSCHEME_VERSION" val="3.2"/>
  <p:tag name="KSO_WM_SLIDE_CONSTRAINT" val="%7b%22slideConstraint%22%3a%7b%22seriesAreas%22%3a%5b%5d%2c%22singleAreas%22%3a%5b%7b%22shapes%22%3a%5b13%5d%2c%22serialConstraintIndex%22%3a-1%2c%22areatextmark%22%3a0%2c%22pictureprocessmark%22%3a0%7d%5d%7d%7d"/>
  <p:tag name="KSO_WM_SLIDE_ID" val="diagram20191355_1"/>
  <p:tag name="KSO_WM_SLIDE_INDEX" val="1"/>
  <p:tag name="KSO_WM_SLIDE_ITEM_CNT" val="0"/>
  <p:tag name="KSO_WM_SLIDE_LAYOUT" val="a_d_f"/>
  <p:tag name="KSO_WM_SLIDE_LAYOUT_CNT" val="1_1_1"/>
  <p:tag name="KSO_WM_SLIDE_POSITION" val="33*59"/>
  <p:tag name="KSO_WM_SLIDE_SIZE" val="914*447"/>
  <p:tag name="KSO_WM_SLIDE_SUBTYPE" val="picTxt"/>
  <p:tag name="KSO_WM_SLIDE_TYPE" val="text"/>
  <p:tag name="KSO_WM_TAG_VERSION" val="1.0"/>
  <p:tag name="KSO_WM_TEMPLATE_CATEGORY" val="diagram"/>
  <p:tag name="KSO_WM_TEMPLATE_COLOR_TYPE" val="1"/>
  <p:tag name="KSO_WM_TEMPLATE_INDEX" val="20191355"/>
  <p:tag name="KSO_WM_TEMPLATE_MASTER_TYPE" val="0"/>
  <p:tag name="KSO_WM_TEMPLATE_SUBCATEGORY" val="0"/>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5"/>
  <p:tag name="KSO_WM_UNIT_FILL_FORE_SCHEMECOLOR_INDEX_BRIGHTNESS" val="0"/>
  <p:tag name="KSO_WM_UNIT_FILL_TYPE" val="1"/>
  <p:tag name="KSO_WM_UNIT_TEXT_FILL_FORE_SCHEMECOLOR_INDEX" val="2"/>
  <p:tag name="KSO_WM_UNIT_TEXT_FILL_FORE_SCHEMECOLOR_INDEX_BRIGHTNESS" val="0"/>
  <p:tag name="KSO_WM_UNIT_TEXT_FILL_TYPE" val="1"/>
  <p:tag name="PA" val="v5.2.12"/>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diagram"/>
  <p:tag name="KSO_WM_TEMPLATE_INDEX" val="20191355"/>
  <p:tag name="KSO_WM_UNIT_ADJUSTLAYOUT_ID" val="22"/>
  <p:tag name="KSO_WM_UNIT_COLOR_SCHEME_PARENT_PAGE" val="0_1"/>
  <p:tag name="KSO_WM_UNIT_COLOR_SCHEME_SHAPE_ID" val="22"/>
  <p:tag name="KSO_WM_UNIT_COMPATIBLE" val="0"/>
  <p:tag name="KSO_WM_UNIT_DIAGRAM_ISNUMVISUAL" val="0"/>
  <p:tag name="KSO_WM_UNIT_DIAGRAM_ISREFERUNIT" val="0"/>
  <p:tag name="KSO_WM_UNIT_FILL_FORE_SCHEMECOLOR_INDEX" val="14"/>
  <p:tag name="KSO_WM_UNIT_FILL_FORE_SCHEMECOLOR_INDEX_BRIGHTNESS" val="0"/>
  <p:tag name="KSO_WM_UNIT_FILL_TYPE" val="1"/>
  <p:tag name="KSO_WM_UNIT_FOIL_COLOR" val="1"/>
  <p:tag name="KSO_WM_UNIT_HIGHLIGHT" val="0"/>
  <p:tag name="KSO_WM_UNIT_ID" val="diagram20191355_1*i*2"/>
  <p:tag name="KSO_WM_UNIT_INDEX" val="2"/>
  <p:tag name="KSO_WM_UNIT_LAYERLEVEL" val="1"/>
  <p:tag name="KSO_WM_UNIT_LINE_FILL_TYPE" val="2"/>
  <p:tag name="KSO_WM_UNIT_LINE_FORE_SCHEMECOLOR_INDEX" val="5"/>
  <p:tag name="KSO_WM_UNIT_LINE_FORE_SCHEMECOLOR_INDEX_BRIGHTNESS" val="0.8"/>
  <p:tag name="KSO_WM_UNIT_TEXT_FILL_FORE_SCHEMECOLOR_INDEX" val="2"/>
  <p:tag name="KSO_WM_UNIT_TEXT_FILL_FORE_SCHEMECOLOR_INDEX_BRIGHTNESS" val="0"/>
  <p:tag name="KSO_WM_UNIT_TEXT_FILL_TYPE" val="1"/>
  <p:tag name="KSO_WM_UNIT_TYPE" val="i"/>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diagram"/>
  <p:tag name="KSO_WM_TEMPLATE_INDEX" val="20191355"/>
  <p:tag name="KSO_WM_UNIT_ADJUSTLAYOUT_ID" val="20"/>
  <p:tag name="KSO_WM_UNIT_COLOR_SCHEME_PARENT_PAGE" val="0_1"/>
  <p:tag name="KSO_WM_UNIT_COLOR_SCHEME_SHAPE_ID" val="20"/>
  <p:tag name="KSO_WM_UNIT_COMPATIBLE" val="0"/>
  <p:tag name="KSO_WM_UNIT_DIAGRAM_ISNUMVISUAL" val="0"/>
  <p:tag name="KSO_WM_UNIT_DIAGRAM_ISREFERUNIT" val="0"/>
  <p:tag name="KSO_WM_UNIT_FILL_FORE_SCHEMECOLOR_INDEX" val="5"/>
  <p:tag name="KSO_WM_UNIT_FILL_FORE_SCHEMECOLOR_INDEX_BRIGHTNESS" val="0"/>
  <p:tag name="KSO_WM_UNIT_FILL_TYPE" val="1"/>
  <p:tag name="KSO_WM_UNIT_HIGHLIGHT" val="0"/>
  <p:tag name="KSO_WM_UNIT_ID" val="diagram20191355_1*i*3"/>
  <p:tag name="KSO_WM_UNIT_INDEX" val="3"/>
  <p:tag name="KSO_WM_UNIT_LAYERLEVEL" val="1"/>
  <p:tag name="KSO_WM_UNIT_TEXT_FILL_FORE_SCHEMECOLOR_INDEX" val="2"/>
  <p:tag name="KSO_WM_UNIT_TEXT_FILL_FORE_SCHEMECOLOR_INDEX_BRIGHTNESS" val="0"/>
  <p:tag name="KSO_WM_UNIT_TEXT_FILL_TYPE" val="1"/>
  <p:tag name="KSO_WM_UNIT_TYPE" val="i"/>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5"/>
  <p:tag name="KSO_WM_UNIT_FILL_FORE_SCHEMECOLOR_INDEX_BRIGHTNESS" val="0"/>
  <p:tag name="KSO_WM_UNIT_FILL_TYPE" val="1"/>
  <p:tag name="KSO_WM_UNIT_TEXT_FILL_FORE_SCHEMECOLOR_INDEX" val="2"/>
  <p:tag name="KSO_WM_UNIT_TEXT_FILL_FORE_SCHEMECOLOR_INDEX_BRIGHTNESS" val="0"/>
  <p:tag name="KSO_WM_UNIT_TEXT_FILL_TYPE" val="1"/>
  <p:tag name="PA" val="v5.2.12"/>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5"/>
  <p:tag name="KSO_WM_UNIT_FILL_FORE_SCHEMECOLOR_INDEX_BRIGHTNESS" val="0"/>
  <p:tag name="KSO_WM_UNIT_FILL_TYPE" val="1"/>
  <p:tag name="KSO_WM_UNIT_TEXT_FILL_FORE_SCHEMECOLOR_INDEX" val="2"/>
  <p:tag name="KSO_WM_UNIT_TEXT_FILL_FORE_SCHEMECOLOR_INDEX_BRIGHTNESS" val="0"/>
  <p:tag name="KSO_WM_UNIT_TEXT_FILL_TYPE" val="1"/>
  <p:tag name="PA" val="v5.2.12"/>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5"/>
  <p:tag name="KSO_WM_UNIT_FILL_FORE_SCHEMECOLOR_INDEX_BRIGHTNESS" val="0"/>
  <p:tag name="KSO_WM_UNIT_FILL_TYPE" val="1"/>
  <p:tag name="KSO_WM_UNIT_TEXT_FILL_FORE_SCHEMECOLOR_INDEX" val="2"/>
  <p:tag name="KSO_WM_UNIT_TEXT_FILL_FORE_SCHEMECOLOR_INDEX_BRIGHTNESS" val="0"/>
  <p:tag name="KSO_WM_UNIT_TEXT_FILL_TYPE" val="1"/>
  <p:tag name="PA" val="v5.2.12"/>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5"/>
  <p:tag name="KSO_WM_UNIT_FILL_FORE_SCHEMECOLOR_INDEX_BRIGHTNESS" val="0"/>
  <p:tag name="KSO_WM_UNIT_FILL_TYPE" val="1"/>
  <p:tag name="KSO_WM_UNIT_TEXT_FILL_FORE_SCHEMECOLOR_INDEX" val="2"/>
  <p:tag name="KSO_WM_UNIT_TEXT_FILL_FORE_SCHEMECOLOR_INDEX_BRIGHTNESS" val="0"/>
  <p:tag name="KSO_WM_UNIT_TEXT_FILL_TYPE" val="1"/>
  <p:tag name="PA" val="v5.2.12"/>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5"/>
  <p:tag name="KSO_WM_UNIT_FILL_FORE_SCHEMECOLOR_INDEX_BRIGHTNESS" val="0"/>
  <p:tag name="KSO_WM_UNIT_FILL_TYPE" val="1"/>
  <p:tag name="KSO_WM_UNIT_TEXT_FILL_FORE_SCHEMECOLOR_INDEX" val="2"/>
  <p:tag name="KSO_WM_UNIT_TEXT_FILL_FORE_SCHEMECOLOR_INDEX_BRIGHTNESS" val="0"/>
  <p:tag name="KSO_WM_UNIT_TEXT_FILL_TYPE" val="1"/>
  <p:tag name="PA" val="v5.2.12"/>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5"/>
  <p:tag name="KSO_WM_UNIT_FILL_FORE_SCHEMECOLOR_INDEX_BRIGHTNESS" val="0"/>
  <p:tag name="KSO_WM_UNIT_FILL_TYPE" val="1"/>
  <p:tag name="KSO_WM_UNIT_TEXT_FILL_FORE_SCHEMECOLOR_INDEX" val="2"/>
  <p:tag name="KSO_WM_UNIT_TEXT_FILL_FORE_SCHEMECOLOR_INDEX_BRIGHTNESS" val="0"/>
  <p:tag name="KSO_WM_UNIT_TEXT_FILL_TYPE" val="1"/>
  <p:tag name="PA" val="v5.2.12"/>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5"/>
  <p:tag name="KSO_WM_UNIT_FILL_FORE_SCHEMECOLOR_INDEX_BRIGHTNESS" val="0"/>
  <p:tag name="KSO_WM_UNIT_FILL_TYPE" val="1"/>
  <p:tag name="KSO_WM_UNIT_TEXT_FILL_FORE_SCHEMECOLOR_INDEX" val="2"/>
  <p:tag name="KSO_WM_UNIT_TEXT_FILL_FORE_SCHEMECOLOR_INDEX_BRIGHTNESS" val="0"/>
  <p:tag name="KSO_WM_UNIT_TEXT_FILL_TYPE" val="1"/>
  <p:tag name="PA" val="v5.2.12"/>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5"/>
  <p:tag name="KSO_WM_UNIT_FILL_FORE_SCHEMECOLOR_INDEX_BRIGHTNESS" val="0"/>
  <p:tag name="KSO_WM_UNIT_FILL_TYPE" val="1"/>
  <p:tag name="KSO_WM_UNIT_TEXT_FILL_FORE_SCHEMECOLOR_INDEX" val="2"/>
  <p:tag name="KSO_WM_UNIT_TEXT_FILL_FORE_SCHEMECOLOR_INDEX_BRIGHTNESS" val="0"/>
  <p:tag name="KSO_WM_UNIT_TEXT_FILL_TYPE" val="1"/>
  <p:tag name="PA" val="v5.2.12"/>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5"/>
  <p:tag name="KSO_WM_UNIT_FILL_FORE_SCHEMECOLOR_INDEX_BRIGHTNESS" val="0"/>
  <p:tag name="KSO_WM_UNIT_FILL_TYPE" val="1"/>
  <p:tag name="KSO_WM_UNIT_TEXT_FILL_FORE_SCHEMECOLOR_INDEX" val="2"/>
  <p:tag name="KSO_WM_UNIT_TEXT_FILL_FORE_SCHEMECOLOR_INDEX_BRIGHTNESS" val="0"/>
  <p:tag name="KSO_WM_UNIT_TEXT_FILL_TYPE" val="1"/>
  <p:tag name="PA" val="v5.2.12"/>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 name="KSO_WM_UNIT_FILL_FORE_SCHEMECOLOR_INDEX" val="5"/>
  <p:tag name="KSO_WM_UNIT_FILL_FORE_SCHEMECOLOR_INDEX_BRIGHTNESS" val="0"/>
  <p:tag name="KSO_WM_UNIT_FILL_TYPE" val="1"/>
  <p:tag name="KSO_WM_UNIT_TEXT_FILL_FORE_SCHEMECOLOR_INDEX" val="2"/>
  <p:tag name="KSO_WM_UNIT_TEXT_FILL_FORE_SCHEMECOLOR_INDEX_BRIGHTNESS" val="0"/>
  <p:tag name="KSO_WM_UNIT_TEXT_FILL_TYPE" val="1"/>
  <p:tag name="PA" val="v5.2.12"/>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UNIT_TEXT_FILL_FORE_SCHEMECOLOR_INDEX" val="13"/>
  <p:tag name="KSO_WM_UNIT_TEXT_FILL_FORE_SCHEMECOLOR_INDEX_BRIGHTNESS" val="0"/>
  <p:tag name="KSO_WM_UNIT_TEXT_FILL_TYPE" val="1"/>
  <p:tag name="KSO_WM_UNIT_TEXT_SHADOW_SCHEMECOLOR_INDEX" val="6"/>
  <p:tag name="KSO_WM_UNIT_TEXT_SHADOW_SCHEMECOLOR_INDEX_BRIGHTNESS" val="-0.25"/>
</p:tagLst>
</file>

<file path=ppt/tags/tag50.xml><?xml version="1.0" encoding="utf-8"?>
<p:tagLst xmlns:a="http://schemas.openxmlformats.org/drawingml/2006/main" xmlns:r="http://schemas.openxmlformats.org/officeDocument/2006/relationships" xmlns:p="http://schemas.openxmlformats.org/presentationml/2006/main">
  <p:tag name="KSO_WM_UNIT_TEXT_FILL_FORE_SCHEMECOLOR_INDEX" val="13"/>
  <p:tag name="KSO_WM_UNIT_TEXT_FILL_FORE_SCHEMECOLOR_INDEX_BRIGHTNESS" val="0"/>
  <p:tag name="KSO_WM_UNIT_TEXT_FILL_TYPE" val="1"/>
  <p:tag name="KSO_WM_UNIT_TEXT_SHADOW_SCHEMECOLOR_INDEX" val="6"/>
  <p:tag name="KSO_WM_UNIT_TEXT_SHADOW_SCHEMECOLOR_INDEX_BRIGHTNESS" val="-0.25"/>
</p:tagLst>
</file>

<file path=ppt/theme/theme1.xml><?xml version="1.0" encoding="utf-8"?>
<a:theme xmlns:a="http://schemas.openxmlformats.org/drawingml/2006/main" name="Office Theme">
  <a:themeElements>
    <a:clrScheme name="Office">
      <a:dk1>
        <a:srgbClr val="FFFFFF"/>
      </a:dk1>
      <a:lt1>
        <a:srgbClr val="2B2B28"/>
      </a:lt1>
      <a:dk2>
        <a:srgbClr val="FFFFFF"/>
      </a:dk2>
      <a:lt2>
        <a:srgbClr val="FFFAF0"/>
      </a:lt2>
      <a:accent1>
        <a:srgbClr val="E3B04B"/>
      </a:accent1>
      <a:accent2>
        <a:srgbClr val="F8F8F8"/>
      </a:accent2>
      <a:accent3>
        <a:srgbClr val="F1D6AB"/>
      </a:accent3>
      <a:accent4>
        <a:srgbClr val="FFD95A"/>
      </a:accent4>
      <a:accent5>
        <a:srgbClr val="C07F00"/>
      </a:accent5>
      <a:accent6>
        <a:srgbClr val="4C3D3D"/>
      </a:accent6>
      <a:hlink>
        <a:srgbClr val="E3B04B"/>
      </a:hlink>
      <a:folHlink>
        <a:srgbClr val="F8F8F8"/>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TotalTime>
  <Words>1175</Words>
  <Application>Microsoft Office PowerPoint</Application>
  <PresentationFormat>宽屏</PresentationFormat>
  <Paragraphs>236</Paragraphs>
  <Slides>39</Slides>
  <Notes>3</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39</vt:i4>
      </vt:variant>
    </vt:vector>
  </HeadingPairs>
  <TitlesOfParts>
    <vt:vector size="44" baseType="lpstr">
      <vt:lpstr>等线</vt:lpstr>
      <vt:lpstr>微软雅黑</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周南</dc:creator>
  <cp:lastModifiedBy>南 周</cp:lastModifiedBy>
  <cp:revision>10</cp:revision>
  <cp:lastPrinted>2023-11-12T15:33:00Z</cp:lastPrinted>
  <dcterms:created xsi:type="dcterms:W3CDTF">2023-11-12T07:33:00Z</dcterms:created>
  <dcterms:modified xsi:type="dcterms:W3CDTF">2023-11-17T05:32:18Z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D0A0C93912474CEB8EC97BD778555134_12</vt:lpwstr>
  </property>
  <property fmtid="{D5CDD505-2E9C-101B-9397-08002B2CF9AE}" pid="3" name="KSOProductBuildVer">
    <vt:lpwstr>2052-12.1.0.15712</vt:lpwstr>
  </property>
</Properties>
</file>